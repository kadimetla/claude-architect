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61" r:id="rId2"/>
    <p:sldMasterId id="2147483675" r:id="rId3"/>
  </p:sldMasterIdLst>
  <p:notesMasterIdLst>
    <p:notesMasterId r:id="rId80"/>
  </p:notesMasterIdLst>
  <p:sldIdLst>
    <p:sldId id="256" r:id="rId9"/>
    <p:sldId id="257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19"/>
    <p:sldId id="267" r:id="rId20"/>
    <p:sldId id="268" r:id="rId21"/>
    <p:sldId id="269" r:id="rId22"/>
    <p:sldId id="270" r:id="rId23"/>
    <p:sldId id="271" r:id="rId24"/>
    <p:sldId id="272" r:id="rId25"/>
    <p:sldId id="273" r:id="rId26"/>
    <p:sldId id="274" r:id="rId27"/>
    <p:sldId id="275" r:id="rId28"/>
    <p:sldId id="276" r:id="rId29"/>
    <p:sldId id="277" r:id="rId30"/>
    <p:sldId id="278" r:id="rId31"/>
    <p:sldId id="279" r:id="rId32"/>
    <p:sldId id="280" r:id="rId33"/>
    <p:sldId id="281" r:id="rId34"/>
    <p:sldId id="282" r:id="rId35"/>
    <p:sldId id="283" r:id="rId36"/>
    <p:sldId id="284" r:id="rId37"/>
    <p:sldId id="285" r:id="rId38"/>
    <p:sldId id="286" r:id="rId39"/>
    <p:sldId id="287" r:id="rId40"/>
    <p:sldId id="288" r:id="rId41"/>
    <p:sldId id="289" r:id="rId42"/>
    <p:sldId id="290" r:id="rId43"/>
    <p:sldId id="291" r:id="rId44"/>
    <p:sldId id="292" r:id="rId45"/>
    <p:sldId id="293" r:id="rId46"/>
    <p:sldId id="294" r:id="rId47"/>
    <p:sldId id="295" r:id="rId48"/>
    <p:sldId id="296" r:id="rId49"/>
    <p:sldId id="297" r:id="rId50"/>
    <p:sldId id="298" r:id="rId51"/>
    <p:sldId id="299" r:id="rId52"/>
    <p:sldId id="300" r:id="rId53"/>
    <p:sldId id="301" r:id="rId54"/>
    <p:sldId id="302" r:id="rId55"/>
    <p:sldId id="303" r:id="rId56"/>
    <p:sldId id="304" r:id="rId5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4660"/>
  </p:normalViewPr>
  <p:slideViewPr>
    <p:cSldViewPr snapToGrid="0" snapToObjects="1">
      <p:cViewPr varScale="1">
        <p:scale>
          <a:sx n="52" d="100"/>
          <a:sy n="52" d="100"/>
        </p:scale>
        <p:origin x="948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9" Type="http://schemas.openxmlformats.org/officeDocument/2006/relationships/slide" Target="slides/slide1.xml"/><Relationship Id="rId10" Type="http://schemas.openxmlformats.org/officeDocument/2006/relationships/slide" Target="slides/slide2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4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15.xml"/><Relationship Id="rId24" Type="http://schemas.openxmlformats.org/officeDocument/2006/relationships/slide" Target="slides/slide16.xml"/><Relationship Id="rId25" Type="http://schemas.openxmlformats.org/officeDocument/2006/relationships/slide" Target="slides/slide17.xml"/><Relationship Id="rId26" Type="http://schemas.openxmlformats.org/officeDocument/2006/relationships/slide" Target="slides/slide18.xml"/><Relationship Id="rId27" Type="http://schemas.openxmlformats.org/officeDocument/2006/relationships/slide" Target="slides/slide19.xml"/><Relationship Id="rId28" Type="http://schemas.openxmlformats.org/officeDocument/2006/relationships/slide" Target="slides/slide20.xml"/><Relationship Id="rId29" Type="http://schemas.openxmlformats.org/officeDocument/2006/relationships/slide" Target="slides/slide21.xml"/><Relationship Id="rId30" Type="http://schemas.openxmlformats.org/officeDocument/2006/relationships/slide" Target="slides/slide22.xml"/><Relationship Id="rId31" Type="http://schemas.openxmlformats.org/officeDocument/2006/relationships/slide" Target="slides/slide23.xml"/><Relationship Id="rId32" Type="http://schemas.openxmlformats.org/officeDocument/2006/relationships/slide" Target="slides/slide24.xml"/><Relationship Id="rId33" Type="http://schemas.openxmlformats.org/officeDocument/2006/relationships/slide" Target="slides/slide25.xml"/><Relationship Id="rId34" Type="http://schemas.openxmlformats.org/officeDocument/2006/relationships/slide" Target="slides/slide26.xml"/><Relationship Id="rId35" Type="http://schemas.openxmlformats.org/officeDocument/2006/relationships/slide" Target="slides/slide27.xml"/><Relationship Id="rId36" Type="http://schemas.openxmlformats.org/officeDocument/2006/relationships/slide" Target="slides/slide28.xml"/><Relationship Id="rId37" Type="http://schemas.openxmlformats.org/officeDocument/2006/relationships/slide" Target="slides/slide29.xml"/><Relationship Id="rId38" Type="http://schemas.openxmlformats.org/officeDocument/2006/relationships/slide" Target="slides/slide30.xml"/><Relationship Id="rId39" Type="http://schemas.openxmlformats.org/officeDocument/2006/relationships/slide" Target="slides/slide31.xml"/><Relationship Id="rId40" Type="http://schemas.openxmlformats.org/officeDocument/2006/relationships/slide" Target="slides/slide32.xml"/><Relationship Id="rId41" Type="http://schemas.openxmlformats.org/officeDocument/2006/relationships/slide" Target="slides/slide33.xml"/><Relationship Id="rId42" Type="http://schemas.openxmlformats.org/officeDocument/2006/relationships/slide" Target="slides/slide34.xml"/><Relationship Id="rId43" Type="http://schemas.openxmlformats.org/officeDocument/2006/relationships/slide" Target="slides/slide35.xml"/><Relationship Id="rId44" Type="http://schemas.openxmlformats.org/officeDocument/2006/relationships/slide" Target="slides/slide36.xml"/><Relationship Id="rId45" Type="http://schemas.openxmlformats.org/officeDocument/2006/relationships/slide" Target="slides/slide37.xml"/><Relationship Id="rId46" Type="http://schemas.openxmlformats.org/officeDocument/2006/relationships/slide" Target="slides/slide38.xml"/><Relationship Id="rId47" Type="http://schemas.openxmlformats.org/officeDocument/2006/relationships/slide" Target="slides/slide39.xml"/><Relationship Id="rId48" Type="http://schemas.openxmlformats.org/officeDocument/2006/relationships/slide" Target="slides/slide40.xml"/><Relationship Id="rId49" Type="http://schemas.openxmlformats.org/officeDocument/2006/relationships/slide" Target="slides/slide41.xml"/><Relationship Id="rId50" Type="http://schemas.openxmlformats.org/officeDocument/2006/relationships/slide" Target="slides/slide42.xml"/><Relationship Id="rId51" Type="http://schemas.openxmlformats.org/officeDocument/2006/relationships/slide" Target="slides/slide43.xml"/><Relationship Id="rId52" Type="http://schemas.openxmlformats.org/officeDocument/2006/relationships/slide" Target="slides/slide44.xml"/><Relationship Id="rId53" Type="http://schemas.openxmlformats.org/officeDocument/2006/relationships/slide" Target="slides/slide45.xml"/><Relationship Id="rId54" Type="http://schemas.openxmlformats.org/officeDocument/2006/relationships/slide" Target="slides/slide46.xml"/><Relationship Id="rId55" Type="http://schemas.openxmlformats.org/officeDocument/2006/relationships/slide" Target="slides/slide47.xml"/><Relationship Id="rId56" Type="http://schemas.openxmlformats.org/officeDocument/2006/relationships/slide" Target="slides/slide48.xml"/><Relationship Id="rId57" Type="http://schemas.openxmlformats.org/officeDocument/2006/relationships/slide" Target="slides/slide49.xml"/><Relationship Id="rId80" Type="http://schemas.openxmlformats.org/officeDocument/2006/relationships/notesMaster" Target="notesMasters/notesMaster1.xml"/><Relationship Id="rId81" Type="http://schemas.openxmlformats.org/officeDocument/2006/relationships/presProps" Target="presProps.xml"/><Relationship Id="rId82" Type="http://schemas.openxmlformats.org/officeDocument/2006/relationships/viewProps" Target="viewProps.xml"/><Relationship Id="rId83" Type="http://schemas.openxmlformats.org/officeDocument/2006/relationships/theme" Target="theme/theme1.xml"/><Relationship Id="rId8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092D6DA-8126-4611-8BFF-C38E5D4B7FBB}" type="datetimeFigureOut">
              <a:rPr lang="en-US" smtClean="0"/>
              <a:t>Sun, 4/26/2026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F69EC4-EFDF-4EB6-B23C-354402B49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63451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Cold open. This is a skills-first production-architecture course. Mention CCA-F (Anthropic's certification) but do NOT teach to exam items. Set expectations: heavy on live demos, light on slides. The notebooks ARE the course; slides are the scaffolding.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30-second bio. I teach from first principles. No glazing, no fluff. If they want production patterns and live demos, they're in the right room. Skip the resume part if pacing is tight; the website is the call-to-action.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Tell them where the slides and code live: github.com/timothywarner-org/claude-architect. Call out Segment 2.5 as the self-study deep dive - not on the 4-hour clock, but the highest exam-objective density in the repo. Cert briefing is the capstone (Segment 4), not the lead. We earn the cert talk after the skills.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Frame the whole course in one sentence. Hooks are deterministic. Schemas are deterministic. Application-layer intercepts are deterministic. The model isn't, and that's fine - it's the right tool for ambiguous decisions. Production patterns build a deterministic shell around a non-deterministic kernel. Every demo in this course is an instance of that pattern.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Domain 1 - Agentic Architecture and Orchestration. 50 minutes. 27% of the CCA-F blueprint, the single heaviest domain. Live build: customer support agent + PreToolUse hook + coordinator-subagent demo.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live build. Set expectations: we WILL hit edge cases - that's the point. The model is going to TRY to refund more than the cap. The hook is going to say no. The aha moment is watching the model re-plan and escalate correctly.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hard rule: never parse natural language to detect completion. Always branch on the API field. Demo segment-1 prints [iter N] stop_reason= on every iteration so learners see the state transitions live. Refusal is rare; pause_turn shows up with long-running server tools like web_search.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Isolation is the feature. The parent doesn't drown in subagent reasoning, the parent sees a clean return value. Reference cookbook: claude-cookbooks-main/claude_agent_sdk/01_The_chief_of_staff_agent.ipynb. Segment 1 demo notebook contains a stripped-down coordinator-subagent at the 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prompt advises; the hook enforces. The $500 refund cap is the canonical example: prompt says 'don't exceed cap', tool description says 'cap is 500', and the hook PHYSICALLY blocks anything over. When all three layers agree, the hook never fires - but it's there for when they disagree.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 demo, 15 minutes. The aha moment is when the hook fires and the model re-plans to call escalate_to_human with ticket ESC-9001. Have a backup screenshot ready in case the API hiccups. Cookbook reference for further study: claude-cookbooks-main/tool_use/customer_service_agent.ipynb.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the chat for 90 seconds, then share 2-3 designs out loud. Reinforce: tool descriptions beat tool names, isolation beats shared context, ~5 tools per agent is the floor before selection accuracy degrades.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Bridge: 'You just built an agent that decides what to do. Next we go one level deeper - into the tools themselves and the Claude Code surface where you author them on a real team.'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Domains 2 + 3. 50 minutes. Combined 38% of exam weight - the biggest pairing on the blueprint. Two demos: MCP config walkthrough, claude -p headless mode.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Explain the merge. Tools are the verbs; Claude Code is where you orchestrate them. Different domains in the blueprint, same conversation in real life. Two demos in this segment - MCP config walkthrough first, then claude -p headless second.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tool named get_data with description 'Fetch customer record by ID, returns name, email, status, lifetime value' beats one named getCustomerRecordById with description 'Gets data.' Write descriptions like you're onboarding a junior engineer. The model reads descriptions, not your variable-naming convention.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Thrown exceptions crash the agent. Structured errors let it recover. This is the entire reliability story for tools in one slide. The three categories we use: transient (retry with backoff), permanent (reformulate or surface), policy (escalate or change approach).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traffic-light analogy from Segment 2.5: auto is green, any is green with a tow truck behind you, tool=X is a forced left turn, none is a red light. disable_parallel_tool_use lives INSIDE the tool_choice object, not as a top-level kwarg. Common multiple-choice trap.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Mention the analyze_dependencies vs Grep anti-pattern: model defaults to built-in Grep if the custom tool description isn't specific enough. Description is the contract. Tool count is the soft cap.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repo's own .mcp.json in the demo. Four servers, three transports, env-var expansion for secrets. The pattern that scales: add a new MCP server to .mcp.json, every MCP-aware agent picks it up on the next list_tools call - no source change.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 demo, 10 minutes. Open .mcp.json side-by-side with the notebook so learners see config-as-data. Mention that the file is the same shape Claude Code reads at startup - it's the SDK contract, not a Claude Code convention.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Load order matters. User and project are additive. Subtree on-demand keeps the token budget tight (don't load frontend rules when the agent is reading backend code). Local for personal preferences without polluting team conventions.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Three-second demo callout: git log --oneline -20 | claude -p 'summarize these recent commits'. One command, real value. Headless mode unlocks every CI/CD use case learners have but didn't know Claude Code supported.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 demo, 5 minutes. Short because it's the 'oh that's just a CLI' beat - the value is obvious once they see it. Have a fallback `claude -p` output saved as text in case the CLI hiccups.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Target answer: project CLAUDE.md for shared (commit style, security), subtree CLAUDE.md for team-specific conventions, .claude/rules with paths: globs for language-specific lint rules. Hierarchy is the load-bearing concept.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Bridge: 'Tools give the agent hands. Prompts and schemas decide what comes out. Before we get to structured output in Segment 3, take a 10-minute break - and if you want a deep dive between segments, Segment 2.5 ships as self-study.'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Tell learners this is the notebook to re-walk if they're aiming at CCA-F. ~75 minutes if walked end to end against the live API. Not on the 4-hour clock. The Console asset surface section is brand new in 2026-05 and won't be in older study guides - this is where Tim's content has an edge.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Domains 4 + 5. 50 minutes. Combined 35% of exam weight. Live build: invoice extractor with Pydantic + forced tool_choice + validation retry.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merge is honest to production. A well-typed extraction call inside a 50-turn conversation needs both Domain 4 (the call itself) and Domain 5 (context pinning so turn 47 still has the case facts).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Set expectations: this is the LONGEST live build (~20 min). Highest demo risk. If anything goes sideways, switch to the markdown walkthrough next to the notebook. Sonnet 4.6 for this segment - the one place reasoning depth earns its tokens.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Few-shot beats temperature tuning every time. The model needs examples, not knobs. Temperature is the lever you reach for last, not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Pydantic model is the source of truth for both runtime validation AND the API contract. No JSON parsing, no fence-stripping, no validation rituals. The SDK validated for you. This is the Domain 4 load-bearing pattern.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Anti-pattern: infinite retry on missing-info failure. Burns tokens, the model can't invent the data, escalation is the right move. max_retries=1 is the production default - one chance to react to its own error, then fail loud.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Per-segment calibration warning. If you don't break it down by doc type, high-aggregate accuracy lies to you. The confidence field is a routing key, not a vanity metric.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Longest live build of the course. Highest demo risk. Have the markdown walkthrough open as fallback. Cookbook reference for further study: claude-cookbooks-main/tool_use/extracting_structured_json.ipynb and tool_use_with_pydantic.ipynb.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48-turn conversation should not have 48 turns of tool_result clutter. The cache demo in segment-3 shows cache_control on the system block - 2019 tokens cached, the vendor policy never re-billed across calls.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Frustrated user with a $5 refund doesn't need a human. Calm user with a multi-account billing dispute does. Sentiment is not complexity. The escalation contract: structured summary, not the transcript - the human picks up faster, the agent's notes are signal.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Reinforces: nullable fields need explicit prompt instructions, confidence is the routing key, notes catches the 'I'm not sure' cases without crashing validation.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Bridge: 'You have agents, tools, prompts, validation, context discipline. Last segment is the cert capstone - what's on the CCA-F exam, how the domain weights map to today's notebooks, and ten weighted practice questions.'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five CCA-F domains. 50 minutes. 12-minute cert briefing + 28 minutes of 10 weighted practice questions + 10 minutes of Q&amp;A and close.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Skills-first framing. You already have the skills. The exam is how you signal them. This is the moment to mention CCA-F is currently partner-gated; check claude.com/partners for the current access policy.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one-attempt rule is the policy nobody plans around. Tell them: don't schedule until your Anthropic Practice Exam scores are consistently above 900. Treat the $99 as if it were $990 - because the cost of failing is rescheduling and starting prep over.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D1 + D3 + D4 = 67% of the exam. Weight your study time the same way. D2 + D3 = 38% - that pairing is why we covered both in one segment. D5 is small but easy to under-teach because it feels like security common sense until scenario questions get specific.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why Segment 4 runs against a freshly-tagged practice-questions.json. The 60-question bank distribution doesn't match exam weights, but the SAMPLER does. Same idea Anthropic uses for the real exam.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community-sourced disclaimer goes here: questions are calibration practice, NOT exam predictors. Use Anthropic's official Practice Exam as the authoritative signal before scheduling. Read the disclaimer out loud once at the start.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Full 13-item version lives in CERT-PROGRAM-BRIEFING.md. Six headlines on the slide. Rebuilding Segment 1 from memory in 30 minutes is the load-bearing readiness test - if you can't, you're not ready to sit the exam.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Recap the four live artifacts plus the self-study fifth. Tie back to the cold-open quote: model is non-deterministic, your architecture cannot be. Every artifact today is an instance of that pattern.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If they don't ship something in 7 days, the muscle memory fades. Pick the smallest possible win and ship it. The repo carries EXAM-STUDY-PATH.md which is the post-class anchor for CCA-F prep - notebook to domain to scenario family in one 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Anticipated questions to invite. Pre-answer the renewal one: Anthropic reserves the right to retire and refresh exams; certifications tied to beta products may expire when the production exam goes live. Watch the cert page.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Final close. The 'memento mori, ship the PR' line is the personal sign-off. Open for one last round of questions, then wrap. Recording stops after the chat clears.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jpeg"/><Relationship Id="rId3" Type="http://schemas.openxmlformats.org/officeDocument/2006/relationships/image" Target="../media/image3.jpe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jpeg"/><Relationship Id="rId3" Type="http://schemas.openxmlformats.org/officeDocument/2006/relationships/image" Target="../media/image4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jpe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jpeg"/><Relationship Id="rId3" Type="http://schemas.openxmlformats.org/officeDocument/2006/relationships/image" Target="../media/image5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jpeg"/><Relationship Id="rId3" Type="http://schemas.openxmlformats.org/officeDocument/2006/relationships/image" Target="../media/image5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jpeg"/><Relationship Id="rId3" Type="http://schemas.openxmlformats.org/officeDocument/2006/relationships/image" Target="../media/image5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jpeg"/><Relationship Id="rId3" Type="http://schemas.openxmlformats.org/officeDocument/2006/relationships/image" Target="../media/image11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jpeg"/><Relationship Id="rId3" Type="http://schemas.openxmlformats.org/officeDocument/2006/relationships/image" Target="../media/image11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2.jpe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3.pn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3.pn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3.pn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4.gif"/><Relationship Id="rId3" Type="http://schemas.openxmlformats.org/officeDocument/2006/relationships/image" Target="../media/image15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6.gif"/><Relationship Id="rId3" Type="http://schemas.openxmlformats.org/officeDocument/2006/relationships/image" Target="../media/image17.pn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8.png"/></Relationships>
</file>

<file path=ppt/slideLayouts/_rels/slideLayout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9.jpg"/></Relationships>
</file>

<file path=ppt/slideLayouts/_rels/slideLayout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0.jpeg"/><Relationship Id="rId3" Type="http://schemas.openxmlformats.org/officeDocument/2006/relationships/image" Target="../media/image1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Sun, 4/26/2026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Sun, 4/26/2026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Sun, 4/26/2026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Sun, 4/26/2026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Sun, 4/26/2026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Sun, 4/26/2026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Sun, 4/26/2026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Sun, 4/26/2026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Sun, 4/26/2026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Sun, 4/26/2026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Sun, 4/26/2026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lide-Based Headsho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8DEDB86-0706-4847-A037-5877BF17D6D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0" name="Picture 19" descr="A person standing in front of a window&#10;&#10;Description automatically generated">
            <a:extLst>
              <a:ext uri="{FF2B5EF4-FFF2-40B4-BE49-F238E27FC236}">
                <a16:creationId xmlns:a16="http://schemas.microsoft.com/office/drawing/2014/main" id="{98D908CD-4E79-E541-918B-5C7BF8B8280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/>
          <a:srcRect l="24192" r="17273"/>
          <a:stretch/>
        </p:blipFill>
        <p:spPr>
          <a:xfrm>
            <a:off x="1" y="-10601"/>
            <a:ext cx="4851745" cy="6138407"/>
          </a:xfrm>
          <a:prstGeom prst="rect">
            <a:avLst/>
          </a:prstGeom>
        </p:spPr>
      </p:pic>
      <p:sp>
        <p:nvSpPr>
          <p:cNvPr id="21" name="Title 1">
            <a:extLst>
              <a:ext uri="{FF2B5EF4-FFF2-40B4-BE49-F238E27FC236}">
                <a16:creationId xmlns:a16="http://schemas.microsoft.com/office/drawing/2014/main" id="{879AE553-DDE7-3246-A275-03B48F404DAA}"/>
              </a:ext>
            </a:extLst>
          </p:cNvPr>
          <p:cNvSpPr txBox="1">
            <a:spLocks/>
          </p:cNvSpPr>
          <p:nvPr userDrawn="1"/>
        </p:nvSpPr>
        <p:spPr>
          <a:xfrm>
            <a:off x="4989567" y="297872"/>
            <a:ext cx="7340255" cy="965779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200" b="1">
                <a:solidFill>
                  <a:schemeClr val="bg1"/>
                </a:solidFill>
              </a:rPr>
              <a:t>Lesson 1: Understanding Kubernetes</a:t>
            </a:r>
          </a:p>
        </p:txBody>
      </p:sp>
      <p:pic>
        <p:nvPicPr>
          <p:cNvPr id="23" name="Picture 22" descr="A person standing in front of a window&#10;&#10;Description automatically generated">
            <a:extLst>
              <a:ext uri="{FF2B5EF4-FFF2-40B4-BE49-F238E27FC236}">
                <a16:creationId xmlns:a16="http://schemas.microsoft.com/office/drawing/2014/main" id="{A4A5DB76-1615-C646-AB17-4F7AF3BDC8B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/>
          <a:srcRect l="24192" r="17273"/>
          <a:stretch/>
        </p:blipFill>
        <p:spPr>
          <a:xfrm>
            <a:off x="1" y="6917"/>
            <a:ext cx="4851745" cy="6120888"/>
          </a:xfrm>
          <a:prstGeom prst="rect">
            <a:avLst/>
          </a:prstGeom>
        </p:spPr>
      </p:pic>
      <p:sp>
        <p:nvSpPr>
          <p:cNvPr id="27" name="Subtitle 2">
            <a:extLst>
              <a:ext uri="{FF2B5EF4-FFF2-40B4-BE49-F238E27FC236}">
                <a16:creationId xmlns:a16="http://schemas.microsoft.com/office/drawing/2014/main" id="{1C9B70A1-4246-EF41-A9D4-1747E5B9BA3E}"/>
              </a:ext>
            </a:extLst>
          </p:cNvPr>
          <p:cNvSpPr txBox="1">
            <a:spLocks/>
          </p:cNvSpPr>
          <p:nvPr userDrawn="1"/>
        </p:nvSpPr>
        <p:spPr>
          <a:xfrm>
            <a:off x="5284045" y="1761932"/>
            <a:ext cx="6633860" cy="634064"/>
          </a:xfrm>
          <a:prstGeom prst="rect">
            <a:avLst/>
          </a:prstGeom>
        </p:spPr>
        <p:txBody>
          <a:bodyPr vert="horz" lIns="121920" tIns="60960" rIns="121920" bIns="60960" rtlCol="0">
            <a:noAutofit/>
          </a:bodyPr>
          <a:lstStyle>
            <a:lvl1pPr marL="685800" indent="-630936" algn="l" defTabSz="457200" rtl="0" eaLnBrk="1" latinLnBrk="0" hangingPunct="1">
              <a:spcBef>
                <a:spcPct val="20000"/>
              </a:spcBef>
              <a:buFont typeface="Arial"/>
              <a:buNone/>
              <a:tabLst>
                <a:tab pos="574675" algn="l"/>
              </a:tabLst>
              <a:defRPr sz="2800" b="0" kern="1200" baseline="0">
                <a:solidFill>
                  <a:srgbClr val="000000"/>
                </a:solidFill>
                <a:latin typeface="Segoe Pro" charset="0"/>
                <a:ea typeface="+mn-ea"/>
                <a:cs typeface="+mn-cs"/>
              </a:defRPr>
            </a:lvl1pPr>
            <a:lvl2pPr marL="457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Segoe Pro" charset="0"/>
                <a:ea typeface="+mn-ea"/>
                <a:cs typeface="+mn-cs"/>
              </a:defRPr>
            </a:lvl2pPr>
            <a:lvl3pPr marL="914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Segoe Pro" charset="0"/>
                <a:ea typeface="+mn-ea"/>
                <a:cs typeface="+mn-cs"/>
              </a:defRPr>
            </a:lvl3pPr>
            <a:lvl4pPr marL="1371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Segoe Pro" charset="0"/>
                <a:ea typeface="+mn-ea"/>
                <a:cs typeface="+mn-cs"/>
              </a:defRPr>
            </a:lvl4pPr>
            <a:lvl5pPr marL="18288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Segoe Pro" charset="0"/>
                <a:ea typeface="+mn-ea"/>
                <a:cs typeface="+mn-cs"/>
              </a:defRPr>
            </a:lvl5pPr>
            <a:lvl6pPr marL="22860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467"/>
              <a:t>1.1 Understanding Containers</a:t>
            </a:r>
          </a:p>
        </p:txBody>
      </p:sp>
      <p:sp>
        <p:nvSpPr>
          <p:cNvPr id="28" name="Subtitle 2">
            <a:extLst>
              <a:ext uri="{FF2B5EF4-FFF2-40B4-BE49-F238E27FC236}">
                <a16:creationId xmlns:a16="http://schemas.microsoft.com/office/drawing/2014/main" id="{CF813062-DB89-FC4C-9952-E517FA6F03F8}"/>
              </a:ext>
            </a:extLst>
          </p:cNvPr>
          <p:cNvSpPr txBox="1">
            <a:spLocks/>
          </p:cNvSpPr>
          <p:nvPr userDrawn="1"/>
        </p:nvSpPr>
        <p:spPr>
          <a:xfrm>
            <a:off x="5284043" y="2692531"/>
            <a:ext cx="6633860" cy="1208911"/>
          </a:xfrm>
          <a:prstGeom prst="rect">
            <a:avLst/>
          </a:prstGeom>
        </p:spPr>
        <p:txBody>
          <a:bodyPr vert="horz" lIns="121920" tIns="60960" rIns="121920" bIns="60960" rtlCol="0">
            <a:noAutofit/>
          </a:bodyPr>
          <a:lstStyle>
            <a:lvl1pPr marL="685800" indent="-630936" algn="l" defTabSz="457200" rtl="0" eaLnBrk="1" latinLnBrk="0" hangingPunct="1">
              <a:spcBef>
                <a:spcPct val="20000"/>
              </a:spcBef>
              <a:buFont typeface="Arial"/>
              <a:buNone/>
              <a:tabLst>
                <a:tab pos="574675" algn="l"/>
              </a:tabLst>
              <a:defRPr sz="2800" b="0" kern="1200" baseline="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467"/>
              <a:t>1.2 Containers in Corporate </a:t>
            </a:r>
          </a:p>
          <a:p>
            <a:r>
              <a:rPr lang="en-US" sz="3467"/>
              <a:t>       Environments</a:t>
            </a:r>
          </a:p>
        </p:txBody>
      </p:sp>
      <p:sp>
        <p:nvSpPr>
          <p:cNvPr id="29" name="Subtitle 2">
            <a:extLst>
              <a:ext uri="{FF2B5EF4-FFF2-40B4-BE49-F238E27FC236}">
                <a16:creationId xmlns:a16="http://schemas.microsoft.com/office/drawing/2014/main" id="{B3CC864C-E6B4-3D40-BB65-4CFF8F31A588}"/>
              </a:ext>
            </a:extLst>
          </p:cNvPr>
          <p:cNvSpPr txBox="1">
            <a:spLocks/>
          </p:cNvSpPr>
          <p:nvPr userDrawn="1"/>
        </p:nvSpPr>
        <p:spPr>
          <a:xfrm>
            <a:off x="5284042" y="4197977"/>
            <a:ext cx="6633860" cy="576423"/>
          </a:xfrm>
          <a:prstGeom prst="rect">
            <a:avLst/>
          </a:prstGeom>
        </p:spPr>
        <p:txBody>
          <a:bodyPr vert="horz" lIns="121920" tIns="60960" rIns="121920" bIns="60960" rtlCol="0">
            <a:noAutofit/>
          </a:bodyPr>
          <a:lstStyle>
            <a:lvl1pPr marL="685800" indent="-630936" algn="l" defTabSz="457200" rtl="0" eaLnBrk="1" latinLnBrk="0" hangingPunct="1">
              <a:spcBef>
                <a:spcPct val="20000"/>
              </a:spcBef>
              <a:buFont typeface="Arial"/>
              <a:buNone/>
              <a:tabLst>
                <a:tab pos="574675" algn="l"/>
              </a:tabLst>
              <a:defRPr sz="2800" b="0" kern="1200" baseline="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467"/>
              <a:t>1.3 The Rise of Kubernetes</a:t>
            </a:r>
          </a:p>
        </p:txBody>
      </p:sp>
      <p:sp>
        <p:nvSpPr>
          <p:cNvPr id="30" name="Subtitle 2">
            <a:extLst>
              <a:ext uri="{FF2B5EF4-FFF2-40B4-BE49-F238E27FC236}">
                <a16:creationId xmlns:a16="http://schemas.microsoft.com/office/drawing/2014/main" id="{D6E222FC-2D0D-AC48-9ADE-1071DC9A37EF}"/>
              </a:ext>
            </a:extLst>
          </p:cNvPr>
          <p:cNvSpPr txBox="1">
            <a:spLocks/>
          </p:cNvSpPr>
          <p:nvPr userDrawn="1"/>
        </p:nvSpPr>
        <p:spPr>
          <a:xfrm>
            <a:off x="5284042" y="5070934"/>
            <a:ext cx="6633860" cy="576423"/>
          </a:xfrm>
          <a:prstGeom prst="rect">
            <a:avLst/>
          </a:prstGeom>
        </p:spPr>
        <p:txBody>
          <a:bodyPr vert="horz" lIns="121920" tIns="60960" rIns="121920" bIns="60960" rtlCol="0">
            <a:noAutofit/>
          </a:bodyPr>
          <a:lstStyle>
            <a:lvl1pPr marL="685800" indent="-630936" algn="l" defTabSz="457200" rtl="0" eaLnBrk="1" latinLnBrk="0" hangingPunct="1">
              <a:spcBef>
                <a:spcPct val="20000"/>
              </a:spcBef>
              <a:buFont typeface="Arial"/>
              <a:buNone/>
              <a:tabLst>
                <a:tab pos="574675" algn="l"/>
              </a:tabLst>
              <a:defRPr sz="2800" b="0" kern="1200" baseline="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467"/>
              <a:t>1.4 The Kubernetes Ecosystem</a:t>
            </a:r>
          </a:p>
        </p:txBody>
      </p:sp>
    </p:spTree>
    <p:extLst>
      <p:ext uri="{BB962C8B-B14F-4D97-AF65-F5344CB8AC3E}">
        <p14:creationId xmlns:p14="http://schemas.microsoft.com/office/powerpoint/2010/main" val="76496324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Dual-Feed Slide &amp; Video Headsho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8DEDB86-0706-4847-A037-5877BF17D6D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Oval 5">
            <a:extLst>
              <a:ext uri="{FF2B5EF4-FFF2-40B4-BE49-F238E27FC236}">
                <a16:creationId xmlns:a16="http://schemas.microsoft.com/office/drawing/2014/main" id="{9CC519E6-A1F1-6747-A3F6-20B949715D94}"/>
              </a:ext>
            </a:extLst>
          </p:cNvPr>
          <p:cNvSpPr/>
          <p:nvPr userDrawn="1"/>
        </p:nvSpPr>
        <p:spPr>
          <a:xfrm>
            <a:off x="1761640" y="201229"/>
            <a:ext cx="2867696" cy="2491303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17605FD-9760-4542-AA9A-73939422455B}"/>
              </a:ext>
            </a:extLst>
          </p:cNvPr>
          <p:cNvSpPr/>
          <p:nvPr userDrawn="1"/>
        </p:nvSpPr>
        <p:spPr>
          <a:xfrm>
            <a:off x="1" y="0"/>
            <a:ext cx="3523281" cy="3569864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9C83BD3-B120-F546-94C9-3421EA0D53AB}"/>
              </a:ext>
            </a:extLst>
          </p:cNvPr>
          <p:cNvSpPr/>
          <p:nvPr userDrawn="1"/>
        </p:nvSpPr>
        <p:spPr>
          <a:xfrm>
            <a:off x="14150" y="1488820"/>
            <a:ext cx="4986287" cy="4620363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FB1211D7-AC77-0040-827B-FD76A25CC725}"/>
              </a:ext>
            </a:extLst>
          </p:cNvPr>
          <p:cNvSpPr txBox="1">
            <a:spLocks/>
          </p:cNvSpPr>
          <p:nvPr userDrawn="1"/>
        </p:nvSpPr>
        <p:spPr>
          <a:xfrm>
            <a:off x="5010769" y="126294"/>
            <a:ext cx="7340255" cy="877980"/>
          </a:xfrm>
          <a:prstGeom prst="rect">
            <a:avLst/>
          </a:prstGeom>
        </p:spPr>
        <p:txBody>
          <a:bodyPr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600" b="0" kern="1200" baseline="0">
                <a:solidFill>
                  <a:schemeClr val="tx1"/>
                </a:solidFill>
                <a:latin typeface="Segoe Pro" charset="0"/>
                <a:ea typeface="+mj-ea"/>
                <a:cs typeface="+mj-cs"/>
              </a:defRPr>
            </a:lvl1pPr>
          </a:lstStyle>
          <a:p>
            <a:r>
              <a:rPr lang="en-US" sz="3467" b="1">
                <a:solidFill>
                  <a:schemeClr val="bg1"/>
                </a:solidFill>
              </a:rPr>
              <a:t>Lesson 1: Understanding Kubernetes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E87FE959-2BAA-6442-9ACB-CB119AAA646D}"/>
              </a:ext>
            </a:extLst>
          </p:cNvPr>
          <p:cNvSpPr txBox="1">
            <a:spLocks/>
          </p:cNvSpPr>
          <p:nvPr userDrawn="1"/>
        </p:nvSpPr>
        <p:spPr>
          <a:xfrm>
            <a:off x="5284045" y="1761932"/>
            <a:ext cx="6633860" cy="634064"/>
          </a:xfrm>
          <a:prstGeom prst="rect">
            <a:avLst/>
          </a:prstGeom>
        </p:spPr>
        <p:txBody>
          <a:bodyPr vert="horz" lIns="121920" tIns="60960" rIns="121920" bIns="60960" rtlCol="0">
            <a:noAutofit/>
          </a:bodyPr>
          <a:lstStyle>
            <a:lvl1pPr marL="685800" indent="-630936" algn="l" defTabSz="457200" rtl="0" eaLnBrk="1" latinLnBrk="0" hangingPunct="1">
              <a:spcBef>
                <a:spcPct val="20000"/>
              </a:spcBef>
              <a:buFont typeface="Arial"/>
              <a:buNone/>
              <a:tabLst>
                <a:tab pos="574675" algn="l"/>
              </a:tabLst>
              <a:defRPr sz="2800" b="0" kern="1200" baseline="0">
                <a:solidFill>
                  <a:srgbClr val="000000"/>
                </a:solidFill>
                <a:latin typeface="Segoe Pro" charset="0"/>
                <a:ea typeface="+mn-ea"/>
                <a:cs typeface="+mn-cs"/>
              </a:defRPr>
            </a:lvl1pPr>
            <a:lvl2pPr marL="457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Segoe Pro" charset="0"/>
                <a:ea typeface="+mn-ea"/>
                <a:cs typeface="+mn-cs"/>
              </a:defRPr>
            </a:lvl2pPr>
            <a:lvl3pPr marL="914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Segoe Pro" charset="0"/>
                <a:ea typeface="+mn-ea"/>
                <a:cs typeface="+mn-cs"/>
              </a:defRPr>
            </a:lvl3pPr>
            <a:lvl4pPr marL="1371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Segoe Pro" charset="0"/>
                <a:ea typeface="+mn-ea"/>
                <a:cs typeface="+mn-cs"/>
              </a:defRPr>
            </a:lvl4pPr>
            <a:lvl5pPr marL="18288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Segoe Pro" charset="0"/>
                <a:ea typeface="+mn-ea"/>
                <a:cs typeface="+mn-cs"/>
              </a:defRPr>
            </a:lvl5pPr>
            <a:lvl6pPr marL="22860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467"/>
              <a:t>1.1 Understanding Containers</a:t>
            </a:r>
          </a:p>
        </p:txBody>
      </p:sp>
      <p:sp>
        <p:nvSpPr>
          <p:cNvPr id="11" name="Subtitle 2">
            <a:extLst>
              <a:ext uri="{FF2B5EF4-FFF2-40B4-BE49-F238E27FC236}">
                <a16:creationId xmlns:a16="http://schemas.microsoft.com/office/drawing/2014/main" id="{E6CC7EA0-7EF0-0944-B1AC-0F3988B8C99C}"/>
              </a:ext>
            </a:extLst>
          </p:cNvPr>
          <p:cNvSpPr txBox="1">
            <a:spLocks/>
          </p:cNvSpPr>
          <p:nvPr userDrawn="1"/>
        </p:nvSpPr>
        <p:spPr>
          <a:xfrm>
            <a:off x="5284043" y="2692531"/>
            <a:ext cx="6633860" cy="1208911"/>
          </a:xfrm>
          <a:prstGeom prst="rect">
            <a:avLst/>
          </a:prstGeom>
        </p:spPr>
        <p:txBody>
          <a:bodyPr vert="horz" lIns="121920" tIns="60960" rIns="121920" bIns="60960" rtlCol="0">
            <a:noAutofit/>
          </a:bodyPr>
          <a:lstStyle>
            <a:lvl1pPr marL="685800" indent="-630936" algn="l" defTabSz="457200" rtl="0" eaLnBrk="1" latinLnBrk="0" hangingPunct="1">
              <a:spcBef>
                <a:spcPct val="20000"/>
              </a:spcBef>
              <a:buFont typeface="Arial"/>
              <a:buNone/>
              <a:tabLst>
                <a:tab pos="574675" algn="l"/>
              </a:tabLst>
              <a:defRPr sz="2800" b="0" kern="1200" baseline="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467"/>
              <a:t>1.2 Containers in Corporate </a:t>
            </a:r>
          </a:p>
          <a:p>
            <a:r>
              <a:rPr lang="en-US" sz="3467"/>
              <a:t>       Environments</a:t>
            </a:r>
          </a:p>
        </p:txBody>
      </p:sp>
      <p:sp>
        <p:nvSpPr>
          <p:cNvPr id="12" name="Subtitle 2">
            <a:extLst>
              <a:ext uri="{FF2B5EF4-FFF2-40B4-BE49-F238E27FC236}">
                <a16:creationId xmlns:a16="http://schemas.microsoft.com/office/drawing/2014/main" id="{9CD342B2-D10F-6D48-A74A-EF1E126A51B7}"/>
              </a:ext>
            </a:extLst>
          </p:cNvPr>
          <p:cNvSpPr txBox="1">
            <a:spLocks/>
          </p:cNvSpPr>
          <p:nvPr userDrawn="1"/>
        </p:nvSpPr>
        <p:spPr>
          <a:xfrm>
            <a:off x="5284042" y="4197977"/>
            <a:ext cx="6633860" cy="576423"/>
          </a:xfrm>
          <a:prstGeom prst="rect">
            <a:avLst/>
          </a:prstGeom>
        </p:spPr>
        <p:txBody>
          <a:bodyPr vert="horz" lIns="121920" tIns="60960" rIns="121920" bIns="60960" rtlCol="0">
            <a:noAutofit/>
          </a:bodyPr>
          <a:lstStyle>
            <a:lvl1pPr marL="685800" indent="-630936" algn="l" defTabSz="457200" rtl="0" eaLnBrk="1" latinLnBrk="0" hangingPunct="1">
              <a:spcBef>
                <a:spcPct val="20000"/>
              </a:spcBef>
              <a:buFont typeface="Arial"/>
              <a:buNone/>
              <a:tabLst>
                <a:tab pos="574675" algn="l"/>
              </a:tabLst>
              <a:defRPr sz="2800" b="0" kern="1200" baseline="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467"/>
              <a:t>1.3 The Rise of Kubernetes</a:t>
            </a:r>
          </a:p>
        </p:txBody>
      </p:sp>
      <p:sp>
        <p:nvSpPr>
          <p:cNvPr id="13" name="Subtitle 2">
            <a:extLst>
              <a:ext uri="{FF2B5EF4-FFF2-40B4-BE49-F238E27FC236}">
                <a16:creationId xmlns:a16="http://schemas.microsoft.com/office/drawing/2014/main" id="{53244D6A-E26C-2D4A-A946-D595B1B11FE3}"/>
              </a:ext>
            </a:extLst>
          </p:cNvPr>
          <p:cNvSpPr txBox="1">
            <a:spLocks/>
          </p:cNvSpPr>
          <p:nvPr userDrawn="1"/>
        </p:nvSpPr>
        <p:spPr>
          <a:xfrm>
            <a:off x="5284042" y="5070934"/>
            <a:ext cx="6633860" cy="576423"/>
          </a:xfrm>
          <a:prstGeom prst="rect">
            <a:avLst/>
          </a:prstGeom>
        </p:spPr>
        <p:txBody>
          <a:bodyPr vert="horz" lIns="121920" tIns="60960" rIns="121920" bIns="60960" rtlCol="0">
            <a:noAutofit/>
          </a:bodyPr>
          <a:lstStyle>
            <a:lvl1pPr marL="685800" indent="-630936" algn="l" defTabSz="457200" rtl="0" eaLnBrk="1" latinLnBrk="0" hangingPunct="1">
              <a:spcBef>
                <a:spcPct val="20000"/>
              </a:spcBef>
              <a:buFont typeface="Arial"/>
              <a:buNone/>
              <a:tabLst>
                <a:tab pos="574675" algn="l"/>
              </a:tabLst>
              <a:defRPr sz="2800" b="0" kern="1200" baseline="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467"/>
              <a:t>1.4 The Kubernetes Ecosystem</a:t>
            </a:r>
          </a:p>
        </p:txBody>
      </p:sp>
      <p:pic>
        <p:nvPicPr>
          <p:cNvPr id="14" name="Picture 13" descr="A person standing in front of a window posing for the camera&#10;&#10;Description automatically generated">
            <a:extLst>
              <a:ext uri="{FF2B5EF4-FFF2-40B4-BE49-F238E27FC236}">
                <a16:creationId xmlns:a16="http://schemas.microsoft.com/office/drawing/2014/main" id="{E752B01A-0237-D746-881B-4BE22A5F831A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404449" y="2031444"/>
            <a:ext cx="4595988" cy="2795112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93937184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8DEDB86-0706-4847-A037-5877BF17D6D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5115776" y="2130426"/>
            <a:ext cx="6633859" cy="1470025"/>
          </a:xfrm>
          <a:prstGeom prst="rect">
            <a:avLst/>
          </a:prstGeom>
        </p:spPr>
        <p:txBody>
          <a:bodyPr>
            <a:noAutofit/>
          </a:bodyPr>
          <a:lstStyle>
            <a:lvl1pPr algn="l">
              <a:defRPr sz="4800" b="0" baseline="0">
                <a:solidFill>
                  <a:schemeClr val="tx1"/>
                </a:solidFill>
                <a:latin typeface="Segoe Pro" charset="0"/>
              </a:defRPr>
            </a:lvl1pPr>
          </a:lstStyle>
          <a:p>
            <a:r>
              <a:rPr lang="en-US"/>
              <a:t>Lesson #: Lesson Name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5115775" y="3718051"/>
            <a:ext cx="6633860" cy="1752600"/>
          </a:xfrm>
        </p:spPr>
        <p:txBody>
          <a:bodyPr>
            <a:normAutofit/>
          </a:bodyPr>
          <a:lstStyle>
            <a:lvl1pPr marL="914377" indent="-841227" algn="l">
              <a:buNone/>
              <a:tabLst>
                <a:tab pos="766214" algn="l"/>
              </a:tabLst>
              <a:defRPr sz="3733" b="0" baseline="0">
                <a:solidFill>
                  <a:srgbClr val="000000"/>
                </a:solidFill>
              </a:defRPr>
            </a:lvl1pPr>
            <a:lvl2pPr marL="60958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91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7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833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92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75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70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66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#.# 	Learning objective or      Sub-lesson Title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163F234-EB9D-6E5E-B61A-F1696C98AF13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09006" y="6322424"/>
            <a:ext cx="1201783" cy="37540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9DC5631-3450-D07D-AE49-6F758CC4E012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304354" y="1271313"/>
            <a:ext cx="1028572" cy="232913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D18FFDD-FEE0-99C6-E431-B3F22AD370F2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039823" y="1635867"/>
            <a:ext cx="1597456" cy="1564533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3A603345-DB86-E0A1-9A38-3987ECAE07C0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1079737" y="1404141"/>
            <a:ext cx="2535176" cy="20502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073058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482B15B7-206B-CE49-A9F2-AB6BBB6FC9E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18161" y="-76199"/>
            <a:ext cx="10064239" cy="747403"/>
          </a:xfrm>
          <a:prstGeom prst="rect">
            <a:avLst/>
          </a:prstGeom>
        </p:spPr>
        <p:txBody>
          <a:bodyPr>
            <a:noAutofit/>
          </a:bodyPr>
          <a:lstStyle>
            <a:lvl1pPr algn="l">
              <a:defRPr sz="4800">
                <a:solidFill>
                  <a:srgbClr val="FFFFFF"/>
                </a:solidFill>
                <a:latin typeface="Segoe Pro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529839" y="1086362"/>
            <a:ext cx="9119616" cy="4729361"/>
          </a:xfrm>
        </p:spPr>
        <p:txBody>
          <a:bodyPr>
            <a:noAutofit/>
          </a:bodyPr>
          <a:lstStyle>
            <a:lvl1pPr>
              <a:defRPr sz="2933"/>
            </a:lvl1pPr>
            <a:lvl2pPr>
              <a:defRPr sz="2667"/>
            </a:lvl2pPr>
            <a:lvl3pPr>
              <a:defRPr sz="24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91CD57F-32CF-0029-590E-9AD84A615580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09006" y="6322424"/>
            <a:ext cx="1201783" cy="3754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03260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4699F60F-EF2B-8F45-B026-E22011617D5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24000" y="0"/>
            <a:ext cx="10070592" cy="743712"/>
          </a:xfrm>
          <a:prstGeom prst="rect">
            <a:avLst/>
          </a:prstGeom>
        </p:spPr>
        <p:txBody>
          <a:bodyPr>
            <a:noAutofit/>
          </a:bodyPr>
          <a:lstStyle>
            <a:lvl1pPr algn="l">
              <a:defRPr sz="4800">
                <a:solidFill>
                  <a:srgbClr val="FFFFFF"/>
                </a:solidFill>
                <a:latin typeface="Segoe Pro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261520"/>
            <a:ext cx="5384800" cy="4525963"/>
          </a:xfrm>
        </p:spPr>
        <p:txBody>
          <a:bodyPr/>
          <a:lstStyle>
            <a:lvl1pPr>
              <a:defRPr sz="2933"/>
            </a:lvl1pPr>
            <a:lvl2pPr>
              <a:defRPr sz="2667"/>
            </a:lvl2pPr>
            <a:lvl3pPr>
              <a:defRPr sz="2400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09792" y="1261808"/>
            <a:ext cx="5384800" cy="4525963"/>
          </a:xfrm>
        </p:spPr>
        <p:txBody>
          <a:bodyPr/>
          <a:lstStyle>
            <a:lvl1pPr>
              <a:defRPr sz="2933"/>
            </a:lvl1pPr>
            <a:lvl2pPr>
              <a:defRPr sz="2667"/>
            </a:lvl2pPr>
            <a:lvl3pPr>
              <a:defRPr sz="2400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93B0BC9-51E5-FD56-3CC4-18BD3946775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09006" y="6322424"/>
            <a:ext cx="1201783" cy="3754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936390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Images or Char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1BE815FF-ED97-854C-9CA1-F2EAACC17B9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24000" y="-76199"/>
            <a:ext cx="10075917" cy="743712"/>
          </a:xfrm>
          <a:prstGeom prst="rect">
            <a:avLst/>
          </a:prstGeom>
        </p:spPr>
        <p:txBody>
          <a:bodyPr>
            <a:noAutofit/>
          </a:bodyPr>
          <a:lstStyle>
            <a:lvl1pPr algn="l">
              <a:defRPr sz="4800">
                <a:solidFill>
                  <a:srgbClr val="FFFFFF"/>
                </a:solidFill>
                <a:latin typeface="Segoe Pro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2"/>
          <p:cNvSpPr>
            <a:spLocks noGrp="1"/>
          </p:cNvSpPr>
          <p:nvPr>
            <p:ph idx="1"/>
          </p:nvPr>
        </p:nvSpPr>
        <p:spPr>
          <a:xfrm>
            <a:off x="1529839" y="1086362"/>
            <a:ext cx="10052560" cy="4729361"/>
          </a:xfrm>
        </p:spPr>
        <p:txBody>
          <a:bodyPr>
            <a:noAutofit/>
          </a:bodyPr>
          <a:lstStyle>
            <a:lvl1pPr>
              <a:defRPr sz="2933"/>
            </a:lvl1pPr>
            <a:lvl2pPr>
              <a:defRPr sz="2667"/>
            </a:lvl2pPr>
            <a:lvl3pPr>
              <a:defRPr sz="24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1A2F564-A9E0-D4A6-DA22-A87AA4D1320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09006" y="6322424"/>
            <a:ext cx="1201783" cy="3754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501082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Content_No Gray Backgro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7C646D90-D9DC-774A-9902-DD7E84D4021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-1"/>
            <a:ext cx="12192000" cy="6858000"/>
          </a:xfrm>
          <a:prstGeom prst="rect">
            <a:avLst/>
          </a:prstGeom>
        </p:spPr>
      </p:pic>
      <p:sp>
        <p:nvSpPr>
          <p:cNvPr id="7" name="Title 1"/>
          <p:cNvSpPr>
            <a:spLocks noGrp="1"/>
          </p:cNvSpPr>
          <p:nvPr>
            <p:ph type="title"/>
          </p:nvPr>
        </p:nvSpPr>
        <p:spPr>
          <a:xfrm>
            <a:off x="1518161" y="-76199"/>
            <a:ext cx="10064239" cy="747403"/>
          </a:xfrm>
          <a:prstGeom prst="rect">
            <a:avLst/>
          </a:prstGeom>
        </p:spPr>
        <p:txBody>
          <a:bodyPr>
            <a:noAutofit/>
          </a:bodyPr>
          <a:lstStyle>
            <a:lvl1pPr algn="l">
              <a:defRPr sz="4800">
                <a:solidFill>
                  <a:srgbClr val="FFFFFF"/>
                </a:solidFill>
                <a:latin typeface="Segoe Pro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9" name="Content Placeholder 2"/>
          <p:cNvSpPr>
            <a:spLocks noGrp="1"/>
          </p:cNvSpPr>
          <p:nvPr>
            <p:ph idx="1"/>
          </p:nvPr>
        </p:nvSpPr>
        <p:spPr>
          <a:xfrm>
            <a:off x="1529839" y="1086362"/>
            <a:ext cx="10052560" cy="4729361"/>
          </a:xfrm>
        </p:spPr>
        <p:txBody>
          <a:bodyPr>
            <a:noAutofit/>
          </a:bodyPr>
          <a:lstStyle>
            <a:lvl1pPr>
              <a:defRPr sz="2933"/>
            </a:lvl1pPr>
            <a:lvl2pPr>
              <a:defRPr sz="2667"/>
            </a:lvl2pPr>
            <a:lvl3pPr>
              <a:defRPr sz="24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E0DD9FC-78CB-CC48-03AD-07414DDC510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82880" y="6268720"/>
            <a:ext cx="1188721" cy="430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674034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Content_No Bottom B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D6CEA3E-C82D-A746-AACF-52839FCFD37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-1"/>
            <a:ext cx="12192000" cy="6858000"/>
          </a:xfrm>
          <a:prstGeom prst="rect">
            <a:avLst/>
          </a:prstGeom>
        </p:spPr>
      </p:pic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1518161" y="-84666"/>
            <a:ext cx="10064239" cy="747403"/>
          </a:xfrm>
          <a:prstGeom prst="rect">
            <a:avLst/>
          </a:prstGeom>
        </p:spPr>
        <p:txBody>
          <a:bodyPr>
            <a:noAutofit/>
          </a:bodyPr>
          <a:lstStyle>
            <a:lvl1pPr algn="l">
              <a:defRPr sz="4800">
                <a:solidFill>
                  <a:srgbClr val="FFFFFF"/>
                </a:solidFill>
                <a:latin typeface="Segoe Pro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529839" y="1086362"/>
            <a:ext cx="10052560" cy="4729361"/>
          </a:xfrm>
        </p:spPr>
        <p:txBody>
          <a:bodyPr>
            <a:noAutofit/>
          </a:bodyPr>
          <a:lstStyle>
            <a:lvl1pPr>
              <a:defRPr sz="2933"/>
            </a:lvl1pPr>
            <a:lvl2pPr>
              <a:defRPr sz="2667"/>
            </a:lvl2pPr>
            <a:lvl3pPr>
              <a:defRPr sz="24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81BFFD2-2A5F-1053-0E42-A89EDB7FA52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82880" y="6268720"/>
            <a:ext cx="1188721" cy="430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5801985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_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2A2358E-A3D5-0E4B-A122-5E5714444FF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5786482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Content Left | Title/Image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16"/>
          <p:cNvSpPr>
            <a:spLocks noGrp="1"/>
          </p:cNvSpPr>
          <p:nvPr>
            <p:ph type="body" sz="quarter" idx="12" hasCustomPrompt="1"/>
          </p:nvPr>
        </p:nvSpPr>
        <p:spPr>
          <a:xfrm>
            <a:off x="631374" y="469054"/>
            <a:ext cx="3745556" cy="5919895"/>
          </a:xfrm>
          <a:prstGeom prst="rect">
            <a:avLst/>
          </a:prstGeom>
        </p:spPr>
        <p:txBody>
          <a:bodyPr anchor="ctr">
            <a:noAutofit/>
          </a:bodyPr>
          <a:lstStyle>
            <a:lvl1pPr algn="r">
              <a:defRPr sz="2267" b="0" i="0">
                <a:solidFill>
                  <a:schemeClr val="accent1"/>
                </a:solidFill>
                <a:latin typeface="+mn-lt"/>
                <a:ea typeface="PS TT Commons DemiBold" charset="0"/>
                <a:cs typeface="PS TT Commons DemiBold" charset="0"/>
              </a:defRPr>
            </a:lvl1pPr>
            <a:lvl2pPr marL="781318" indent="-385230" algn="r">
              <a:buFont typeface="Myriad Pro" panose="020B0503030403020204" pitchFamily="34" charset="0"/>
              <a:buChar char=" "/>
              <a:defRPr sz="2267" b="0" i="0">
                <a:solidFill>
                  <a:schemeClr val="accent1"/>
                </a:solidFill>
                <a:latin typeface="PS TT Commons" charset="0"/>
                <a:ea typeface="PS TT Commons" charset="0"/>
                <a:cs typeface="PS TT Commons" charset="0"/>
              </a:defRPr>
            </a:lvl2pPr>
            <a:lvl3pPr marL="1177403" indent="-382521" algn="r">
              <a:buFont typeface="Myriad Pro" panose="020B0503030403020204" pitchFamily="34" charset="0"/>
              <a:buChar char=" "/>
              <a:defRPr sz="2267" b="0" i="0">
                <a:solidFill>
                  <a:schemeClr val="accent1"/>
                </a:solidFill>
                <a:latin typeface="PS TT Commons" charset="0"/>
                <a:ea typeface="PS TT Commons" charset="0"/>
                <a:cs typeface="PS TT Commons" charset="0"/>
              </a:defRPr>
            </a:lvl3pPr>
            <a:lvl4pPr marL="1462262" indent="-284857" algn="r">
              <a:buFont typeface="Myriad Pro" panose="020B0503030403020204" pitchFamily="34" charset="0"/>
              <a:buChar char=" "/>
              <a:defRPr sz="2267" b="0" i="0">
                <a:solidFill>
                  <a:schemeClr val="accent1"/>
                </a:solidFill>
                <a:latin typeface="PS TT Commons" charset="0"/>
                <a:ea typeface="PS TT Commons" charset="0"/>
                <a:cs typeface="PS TT Commons" charset="0"/>
              </a:defRPr>
            </a:lvl4pPr>
            <a:lvl5pPr marL="1462259" indent="0" algn="r">
              <a:buFont typeface="Myriad Pro" panose="020B0503030403020204" pitchFamily="34" charset="0"/>
              <a:buNone/>
              <a:defRPr sz="2267" b="0" i="0">
                <a:solidFill>
                  <a:schemeClr val="accent1"/>
                </a:solidFill>
                <a:latin typeface="PS TT Commons" charset="0"/>
                <a:ea typeface="PS TT Commons" charset="0"/>
                <a:cs typeface="PS TT Commons" charset="0"/>
              </a:defRPr>
            </a:lvl5pPr>
          </a:lstStyle>
          <a:p>
            <a:pPr lvl="0"/>
            <a:r>
              <a:rPr lang="en-US" dirty="0"/>
              <a:t>Click to add short text 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8" name="Straight Connector 7"/>
          <p:cNvCxnSpPr/>
          <p:nvPr/>
        </p:nvCxnSpPr>
        <p:spPr>
          <a:xfrm>
            <a:off x="4714917" y="469054"/>
            <a:ext cx="0" cy="5919895"/>
          </a:xfrm>
          <a:prstGeom prst="line">
            <a:avLst/>
          </a:prstGeom>
          <a:ln w="50800">
            <a:solidFill>
              <a:schemeClr val="accent1"/>
            </a:solidFill>
            <a:headEnd type="non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Content Placeholder 2"/>
          <p:cNvSpPr>
            <a:spLocks noGrp="1"/>
          </p:cNvSpPr>
          <p:nvPr>
            <p:ph sz="quarter" idx="14" hasCustomPrompt="1"/>
          </p:nvPr>
        </p:nvSpPr>
        <p:spPr>
          <a:xfrm>
            <a:off x="5052910" y="998318"/>
            <a:ext cx="6570132" cy="4861367"/>
          </a:xfrm>
          <a:prstGeom prst="rect">
            <a:avLst/>
          </a:prstGeom>
        </p:spPr>
        <p:txBody>
          <a:bodyPr anchor="ctr">
            <a:noAutofit/>
          </a:bodyPr>
          <a:lstStyle>
            <a:lvl1pPr>
              <a:lnSpc>
                <a:spcPct val="100000"/>
              </a:lnSpc>
              <a:defRPr sz="3600" b="0" i="0">
                <a:latin typeface="+mj-lt"/>
                <a:ea typeface="PS TT Commons Light" charset="0"/>
                <a:cs typeface="PS TT Commons Light" charset="0"/>
              </a:defRPr>
            </a:lvl1pPr>
          </a:lstStyle>
          <a:p>
            <a:pPr lvl="0"/>
            <a:r>
              <a:rPr lang="en-US" dirty="0"/>
              <a:t>Click to Add Title or </a:t>
            </a:r>
            <a:r>
              <a:rPr lang="en-US"/>
              <a:t>Click </a:t>
            </a:r>
            <a:br>
              <a:rPr lang="en-US"/>
            </a:br>
            <a:r>
              <a:rPr lang="en-US"/>
              <a:t>Icon </a:t>
            </a:r>
            <a:r>
              <a:rPr lang="en-US" dirty="0"/>
              <a:t>to Add Graphic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" y="-474034"/>
            <a:ext cx="4776604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 defTabSz="1219140"/>
            <a:r>
              <a:rPr lang="en-US" sz="1600" b="1" i="0">
                <a:solidFill>
                  <a:srgbClr val="404040"/>
                </a:solidFill>
                <a:latin typeface="PS TT Commons DemiBold" charset="0"/>
                <a:ea typeface="PS TT Commons DemiBold" charset="0"/>
                <a:cs typeface="PS TT Commons DemiBold" charset="0"/>
              </a:rPr>
              <a:t>This slidelist is </a:t>
            </a:r>
            <a:r>
              <a:rPr lang="en-US" sz="1600" b="1" i="0">
                <a:solidFill>
                  <a:srgbClr val="F05A28"/>
                </a:solidFill>
                <a:latin typeface="PS TT Commons DemiBold" charset="0"/>
                <a:ea typeface="PS TT Commons DemiBold" charset="0"/>
                <a:cs typeface="PS TT Commons DemiBold" charset="0"/>
              </a:rPr>
              <a:t>preset </a:t>
            </a:r>
            <a:r>
              <a:rPr lang="en-US" sz="1600" b="1" i="0">
                <a:solidFill>
                  <a:srgbClr val="404040"/>
                </a:solidFill>
                <a:latin typeface="PS TT Commons DemiBold" charset="0"/>
                <a:ea typeface="PS TT Commons DemiBold" charset="0"/>
                <a:cs typeface="PS TT Commons DemiBold" charset="0"/>
              </a:rPr>
              <a:t>with</a:t>
            </a:r>
            <a:r>
              <a:rPr lang="en-US" sz="1600" b="1" i="0" baseline="0">
                <a:solidFill>
                  <a:srgbClr val="404040"/>
                </a:solidFill>
                <a:latin typeface="PS TT Commons DemiBold" charset="0"/>
                <a:ea typeface="PS TT Commons DemiBold" charset="0"/>
                <a:cs typeface="PS TT Commons DemiBold" charset="0"/>
              </a:rPr>
              <a:t> </a:t>
            </a:r>
            <a:r>
              <a:rPr lang="en-US" sz="1600" b="1" i="0">
                <a:solidFill>
                  <a:srgbClr val="F05A28"/>
                </a:solidFill>
                <a:latin typeface="PS TT Commons DemiBold" charset="0"/>
                <a:ea typeface="PS TT Commons DemiBold" charset="0"/>
                <a:cs typeface="PS TT Commons DemiBold" charset="0"/>
              </a:rPr>
              <a:t>animations</a:t>
            </a:r>
            <a:endParaRPr lang="en-US" sz="1600" b="1" i="0" dirty="0">
              <a:solidFill>
                <a:srgbClr val="F05A28"/>
              </a:solidFill>
              <a:latin typeface="PS TT Commons DemiBold" charset="0"/>
              <a:ea typeface="PS TT Commons DemiBold" charset="0"/>
              <a:cs typeface="PS TT Commons DemiBold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316953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uiExpand="1" build="p">
        <p:tmplLst>
          <p:tmpl lvl="1">
            <p:tnLst>
              <p:par>
                <p:cTn presetID="1" presetClass="entr" presetSubtype="0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7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  <p:subTnLst>
                    <p:animClr clrSpc="rgb" dir="cw">
                      <p:cBhvr override="childStyle">
                        <p:cTn dur="1" fill="hold" display="0" masterRel="nextClick" afterEffect="1"/>
                        <p:tgtEl>
                          <p:spTgt spid="7"/>
                        </p:tgtEl>
                        <p:attrNameLst>
                          <p:attrName>ppt_c</p:attrName>
                        </p:attrNameLst>
                      </p:cBhvr>
                      <p:to>
                        <a:schemeClr val="tx2"/>
                      </p:to>
                    </p:animClr>
                  </p:subTnLst>
                </p:cTn>
              </p:par>
            </p:tnLst>
          </p:tmpl>
          <p:tmpl lvl="2">
            <p:tnLst>
              <p:par>
                <p:cTn presetID="1" presetClass="entr" presetSubtype="0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7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  <p:subTnLst>
                    <p:animClr clrSpc="rgb" dir="cw">
                      <p:cBhvr override="childStyle">
                        <p:cTn dur="1" fill="hold" display="0" masterRel="nextClick" afterEffect="1"/>
                        <p:tgtEl>
                          <p:spTgt spid="7"/>
                        </p:tgtEl>
                        <p:attrNameLst>
                          <p:attrName>ppt_c</p:attrName>
                        </p:attrNameLst>
                      </p:cBhvr>
                      <p:to>
                        <a:schemeClr val="tx2"/>
                      </p:to>
                    </p:animClr>
                  </p:subTnLst>
                </p:cTn>
              </p:par>
            </p:tnLst>
          </p:tmpl>
          <p:tmpl lvl="3">
            <p:tnLst>
              <p:par>
                <p:cTn presetID="1" presetClass="entr" presetSubtype="0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7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  <p:subTnLst>
                    <p:animClr clrSpc="rgb" dir="cw">
                      <p:cBhvr override="childStyle">
                        <p:cTn dur="1" fill="hold" display="0" masterRel="nextClick" afterEffect="1"/>
                        <p:tgtEl>
                          <p:spTgt spid="7"/>
                        </p:tgtEl>
                        <p:attrNameLst>
                          <p:attrName>ppt_c</p:attrName>
                        </p:attrNameLst>
                      </p:cBhvr>
                      <p:to>
                        <a:schemeClr val="tx2"/>
                      </p:to>
                    </p:animClr>
                  </p:subTnLst>
                </p:cTn>
              </p:par>
            </p:tnLst>
          </p:tmpl>
          <p:tmpl lvl="4">
            <p:tnLst>
              <p:par>
                <p:cTn presetID="1" presetClass="entr" presetSubtype="0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7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  <p:subTnLst>
                    <p:animClr clrSpc="rgb" dir="cw">
                      <p:cBhvr override="childStyle">
                        <p:cTn dur="1" fill="hold" display="0" masterRel="nextClick" afterEffect="1"/>
                        <p:tgtEl>
                          <p:spTgt spid="7"/>
                        </p:tgtEl>
                        <p:attrNameLst>
                          <p:attrName>ppt_c</p:attrName>
                        </p:attrNameLst>
                      </p:cBhvr>
                      <p:to>
                        <a:schemeClr val="tx2"/>
                      </p:to>
                    </p:animClr>
                  </p:subTnLst>
                </p:cTn>
              </p:par>
            </p:tnLst>
          </p:tmpl>
          <p:tmpl lvl="5">
            <p:tnLst>
              <p:par>
                <p:cTn presetID="1" presetClass="entr" presetSubtype="0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7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  <p:subTnLst>
                    <p:animClr clrSpc="rgb" dir="cw">
                      <p:cBhvr override="childStyle">
                        <p:cTn dur="1" fill="hold" display="0" masterRel="nextClick" afterEffect="1"/>
                        <p:tgtEl>
                          <p:spTgt spid="7"/>
                        </p:tgtEl>
                        <p:attrNameLst>
                          <p:attrName>ppt_c</p:attrName>
                        </p:attrNameLst>
                      </p:cBhvr>
                      <p:to>
                        <a:schemeClr val="tx2"/>
                      </p:to>
                    </p:animClr>
                  </p:subTnLst>
                </p:cTn>
              </p:par>
            </p:tnLst>
          </p:tmpl>
        </p:tmplLst>
      </p:bldP>
    </p:bldLst>
  </p:timing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BBC152-5D1F-47B5-8951-616F8DA0C12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>
                <a:latin typeface="+mj-lt"/>
              </a:defRPr>
            </a:lvl1pPr>
          </a:lstStyle>
          <a:p>
            <a:r>
              <a:rPr lang="en-US"/>
              <a:t>Add Slide Title in Title Case</a:t>
            </a:r>
          </a:p>
        </p:txBody>
      </p:sp>
    </p:spTree>
    <p:extLst>
      <p:ext uri="{BB962C8B-B14F-4D97-AF65-F5344CB8AC3E}">
        <p14:creationId xmlns:p14="http://schemas.microsoft.com/office/powerpoint/2010/main" val="184710845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ext Chunking: Six Item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Add Title in Title Case</a:t>
            </a:r>
          </a:p>
        </p:txBody>
      </p:sp>
      <p:sp>
        <p:nvSpPr>
          <p:cNvPr id="3" name="Content Placeholder 10"/>
          <p:cNvSpPr>
            <a:spLocks noGrp="1"/>
          </p:cNvSpPr>
          <p:nvPr>
            <p:ph sz="quarter" idx="11" hasCustomPrompt="1"/>
          </p:nvPr>
        </p:nvSpPr>
        <p:spPr>
          <a:xfrm>
            <a:off x="4432846" y="2021018"/>
            <a:ext cx="3326313" cy="1790357"/>
          </a:xfrm>
          <a:prstGeom prst="rect">
            <a:avLst/>
          </a:prstGeom>
          <a:solidFill>
            <a:schemeClr val="bg2"/>
          </a:solidFill>
        </p:spPr>
        <p:txBody>
          <a:bodyPr lIns="274320" tIns="274320" rIns="274320" bIns="274320" anchor="ctr">
            <a:noAutofit/>
          </a:bodyPr>
          <a:lstStyle>
            <a:lvl1pPr marL="0" indent="0" algn="ctr">
              <a:buNone/>
              <a:defRPr sz="2400" b="0" i="0">
                <a:latin typeface="+mn-lt"/>
                <a:ea typeface="PS TT Commons Medium" charset="0"/>
                <a:cs typeface="PS TT Commons Medium" charset="0"/>
              </a:defRPr>
            </a:lvl1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4" name="Content Placeholder 10"/>
          <p:cNvSpPr>
            <a:spLocks noGrp="1"/>
          </p:cNvSpPr>
          <p:nvPr>
            <p:ph sz="quarter" idx="10" hasCustomPrompt="1"/>
          </p:nvPr>
        </p:nvSpPr>
        <p:spPr>
          <a:xfrm>
            <a:off x="838202" y="2021018"/>
            <a:ext cx="3326313" cy="1790357"/>
          </a:xfrm>
          <a:prstGeom prst="rect">
            <a:avLst/>
          </a:prstGeom>
          <a:solidFill>
            <a:schemeClr val="bg2"/>
          </a:solidFill>
        </p:spPr>
        <p:txBody>
          <a:bodyPr lIns="274320" tIns="274320" rIns="274320" bIns="274320" anchor="ctr">
            <a:noAutofit/>
          </a:bodyPr>
          <a:lstStyle>
            <a:lvl1pPr marL="0" indent="0" algn="ctr">
              <a:buNone/>
              <a:defRPr sz="2400" b="0" i="0">
                <a:latin typeface="+mn-lt"/>
                <a:ea typeface="PS TT Commons Medium" charset="0"/>
                <a:cs typeface="PS TT Commons Medium" charset="0"/>
              </a:defRPr>
            </a:lvl1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5" name="Content Placeholder 10"/>
          <p:cNvSpPr>
            <a:spLocks noGrp="1"/>
          </p:cNvSpPr>
          <p:nvPr>
            <p:ph sz="quarter" idx="12" hasCustomPrompt="1"/>
          </p:nvPr>
        </p:nvSpPr>
        <p:spPr>
          <a:xfrm>
            <a:off x="8027489" y="2021018"/>
            <a:ext cx="3326313" cy="1790357"/>
          </a:xfrm>
          <a:prstGeom prst="rect">
            <a:avLst/>
          </a:prstGeom>
          <a:solidFill>
            <a:schemeClr val="bg2"/>
          </a:solidFill>
        </p:spPr>
        <p:txBody>
          <a:bodyPr lIns="274320" tIns="274320" rIns="274320" bIns="274320" anchor="ctr">
            <a:noAutofit/>
          </a:bodyPr>
          <a:lstStyle>
            <a:lvl1pPr marL="0" indent="0" algn="ctr">
              <a:buNone/>
              <a:defRPr sz="2400" b="0" i="0">
                <a:latin typeface="+mn-lt"/>
                <a:ea typeface="PS TT Commons Medium" charset="0"/>
                <a:cs typeface="PS TT Commons Medium" charset="0"/>
              </a:defRPr>
            </a:lvl1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6" name="Content Placeholder 10"/>
          <p:cNvSpPr>
            <a:spLocks noGrp="1"/>
          </p:cNvSpPr>
          <p:nvPr>
            <p:ph sz="quarter" idx="13" hasCustomPrompt="1"/>
          </p:nvPr>
        </p:nvSpPr>
        <p:spPr>
          <a:xfrm>
            <a:off x="4432846" y="4113430"/>
            <a:ext cx="3326313" cy="1790357"/>
          </a:xfrm>
          <a:prstGeom prst="rect">
            <a:avLst/>
          </a:prstGeom>
          <a:solidFill>
            <a:schemeClr val="bg2"/>
          </a:solidFill>
        </p:spPr>
        <p:txBody>
          <a:bodyPr lIns="274320" tIns="274320" rIns="274320" bIns="274320" anchor="ctr">
            <a:noAutofit/>
          </a:bodyPr>
          <a:lstStyle>
            <a:lvl1pPr marL="0" indent="0" algn="ctr">
              <a:buNone/>
              <a:defRPr sz="2400" b="0" i="0">
                <a:latin typeface="+mn-lt"/>
                <a:ea typeface="PS TT Commons Medium" charset="0"/>
                <a:cs typeface="PS TT Commons Medium" charset="0"/>
              </a:defRPr>
            </a:lvl1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7" name="Content Placeholder 10"/>
          <p:cNvSpPr>
            <a:spLocks noGrp="1"/>
          </p:cNvSpPr>
          <p:nvPr>
            <p:ph sz="quarter" idx="14" hasCustomPrompt="1"/>
          </p:nvPr>
        </p:nvSpPr>
        <p:spPr>
          <a:xfrm>
            <a:off x="838202" y="4113430"/>
            <a:ext cx="3326313" cy="1790357"/>
          </a:xfrm>
          <a:prstGeom prst="rect">
            <a:avLst/>
          </a:prstGeom>
          <a:solidFill>
            <a:schemeClr val="bg2"/>
          </a:solidFill>
        </p:spPr>
        <p:txBody>
          <a:bodyPr lIns="274320" tIns="274320" rIns="274320" bIns="274320" anchor="ctr">
            <a:noAutofit/>
          </a:bodyPr>
          <a:lstStyle>
            <a:lvl1pPr marL="0" indent="0" algn="ctr">
              <a:buNone/>
              <a:defRPr sz="2400" b="0" i="0">
                <a:latin typeface="+mn-lt"/>
                <a:ea typeface="PS TT Commons Medium" charset="0"/>
                <a:cs typeface="PS TT Commons Medium" charset="0"/>
              </a:defRPr>
            </a:lvl1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8" name="Content Placeholder 10"/>
          <p:cNvSpPr>
            <a:spLocks noGrp="1"/>
          </p:cNvSpPr>
          <p:nvPr>
            <p:ph sz="quarter" idx="15" hasCustomPrompt="1"/>
          </p:nvPr>
        </p:nvSpPr>
        <p:spPr>
          <a:xfrm>
            <a:off x="8027489" y="4113430"/>
            <a:ext cx="3326313" cy="1790357"/>
          </a:xfrm>
          <a:prstGeom prst="rect">
            <a:avLst/>
          </a:prstGeom>
          <a:solidFill>
            <a:schemeClr val="bg2"/>
          </a:solidFill>
        </p:spPr>
        <p:txBody>
          <a:bodyPr lIns="274320" tIns="274320" rIns="274320" bIns="274320" anchor="ctr">
            <a:noAutofit/>
          </a:bodyPr>
          <a:lstStyle>
            <a:lvl1pPr marL="0" indent="0" algn="ctr">
              <a:buNone/>
              <a:defRPr sz="2400" b="0" i="0">
                <a:latin typeface="+mn-lt"/>
                <a:ea typeface="PS TT Commons Medium" charset="0"/>
                <a:cs typeface="PS TT Commons Medium" charset="0"/>
              </a:defRPr>
            </a:lvl1pPr>
          </a:lstStyle>
          <a:p>
            <a:pPr lvl="0"/>
            <a:r>
              <a:rPr lang="en-US" dirty="0"/>
              <a:t>Click to add text</a:t>
            </a:r>
          </a:p>
        </p:txBody>
      </p:sp>
    </p:spTree>
    <p:extLst>
      <p:ext uri="{BB962C8B-B14F-4D97-AF65-F5344CB8AC3E}">
        <p14:creationId xmlns:p14="http://schemas.microsoft.com/office/powerpoint/2010/main" val="1467627933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56368087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urse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" name="Straight Connector 10"/>
          <p:cNvCxnSpPr/>
          <p:nvPr userDrawn="1"/>
        </p:nvCxnSpPr>
        <p:spPr>
          <a:xfrm>
            <a:off x="728547" y="3026367"/>
            <a:ext cx="10710672" cy="0"/>
          </a:xfrm>
          <a:prstGeom prst="line">
            <a:avLst/>
          </a:prstGeom>
          <a:noFill/>
          <a:ln w="57150" cap="flat" cmpd="sng" algn="ctr">
            <a:gradFill>
              <a:gsLst>
                <a:gs pos="0">
                  <a:srgbClr val="F05A28"/>
                </a:gs>
                <a:gs pos="100000">
                  <a:srgbClr val="EC0D7D"/>
                </a:gs>
              </a:gsLst>
              <a:lin ang="4800000" scaled="0"/>
            </a:gradFill>
            <a:prstDash val="solid"/>
            <a:headEnd type="none"/>
            <a:tailEnd type="none"/>
          </a:ln>
          <a:effectLst/>
        </p:spPr>
      </p:cxnSp>
      <p:sp>
        <p:nvSpPr>
          <p:cNvPr id="12" name="Text Placeholder 4"/>
          <p:cNvSpPr>
            <a:spLocks noGrp="1"/>
          </p:cNvSpPr>
          <p:nvPr>
            <p:ph type="body" sz="quarter" idx="10" hasCustomPrompt="1"/>
          </p:nvPr>
        </p:nvSpPr>
        <p:spPr>
          <a:xfrm>
            <a:off x="930758" y="532285"/>
            <a:ext cx="10265067" cy="2344695"/>
          </a:xfrm>
          <a:prstGeom prst="rect">
            <a:avLst/>
          </a:prstGeom>
        </p:spPr>
        <p:txBody>
          <a:bodyPr lIns="91440" rIns="91440" anchor="b">
            <a:noAutofit/>
          </a:bodyPr>
          <a:lstStyle>
            <a:lvl1pPr marL="0" indent="0">
              <a:buNone/>
              <a:defRPr sz="4534" spc="0" baseline="0">
                <a:latin typeface="+mj-lt"/>
              </a:defRPr>
            </a:lvl1pPr>
          </a:lstStyle>
          <a:p>
            <a:pPr lvl="0"/>
            <a:r>
              <a:rPr lang="en-US"/>
              <a:t>Title of Course in Title Case</a:t>
            </a:r>
          </a:p>
        </p:txBody>
      </p:sp>
      <p:sp>
        <p:nvSpPr>
          <p:cNvPr id="13" name="Text Placeholder 6"/>
          <p:cNvSpPr>
            <a:spLocks noGrp="1"/>
          </p:cNvSpPr>
          <p:nvPr>
            <p:ph type="body" sz="quarter" idx="11" hasCustomPrompt="1"/>
          </p:nvPr>
        </p:nvSpPr>
        <p:spPr>
          <a:xfrm>
            <a:off x="975362" y="3185951"/>
            <a:ext cx="10220463" cy="549791"/>
          </a:xfrm>
          <a:prstGeom prst="rect">
            <a:avLst/>
          </a:prstGeom>
        </p:spPr>
        <p:txBody>
          <a:bodyPr lIns="91440" anchor="t">
            <a:noAutofit/>
          </a:bodyPr>
          <a:lstStyle>
            <a:lvl1pPr marL="0" indent="0">
              <a:buNone/>
              <a:defRPr sz="3000" spc="0" baseline="0">
                <a:latin typeface="+mj-lt"/>
              </a:defRPr>
            </a:lvl1pPr>
          </a:lstStyle>
          <a:p>
            <a:pPr lvl="0"/>
            <a:r>
              <a:rPr lang="en-US"/>
              <a:t>Module Two Title in Title Case</a:t>
            </a:r>
          </a:p>
        </p:txBody>
      </p:sp>
      <p:sp>
        <p:nvSpPr>
          <p:cNvPr id="14" name="Text Placeholder 16"/>
          <p:cNvSpPr>
            <a:spLocks noGrp="1"/>
          </p:cNvSpPr>
          <p:nvPr>
            <p:ph type="body" sz="quarter" idx="12" hasCustomPrompt="1"/>
          </p:nvPr>
        </p:nvSpPr>
        <p:spPr>
          <a:xfrm>
            <a:off x="3129281" y="4609736"/>
            <a:ext cx="6386426" cy="405987"/>
          </a:xfrm>
          <a:prstGeom prst="rect">
            <a:avLst/>
          </a:prstGeom>
        </p:spPr>
        <p:txBody>
          <a:bodyPr lIns="91440" tIns="45720" rIns="91440" anchor="t">
            <a:noAutofit/>
          </a:bodyPr>
          <a:lstStyle>
            <a:lvl1pPr marL="0" indent="0">
              <a:buNone/>
              <a:defRPr sz="2400" b="0" i="0" spc="0">
                <a:solidFill>
                  <a:schemeClr val="accent1"/>
                </a:solidFill>
                <a:latin typeface="+mn-lt"/>
                <a:ea typeface="PS TT Commons Light" charset="0"/>
                <a:cs typeface="PS TT Commons Light" charset="0"/>
              </a:defRPr>
            </a:lvl1pPr>
          </a:lstStyle>
          <a:p>
            <a:pPr lvl="0"/>
            <a:r>
              <a:rPr lang="en-US"/>
              <a:t>Author Name</a:t>
            </a:r>
          </a:p>
        </p:txBody>
      </p:sp>
      <p:sp>
        <p:nvSpPr>
          <p:cNvPr id="15" name="Text Placeholder 18"/>
          <p:cNvSpPr>
            <a:spLocks noGrp="1"/>
          </p:cNvSpPr>
          <p:nvPr>
            <p:ph type="body" sz="quarter" idx="13" hasCustomPrompt="1"/>
          </p:nvPr>
        </p:nvSpPr>
        <p:spPr>
          <a:xfrm>
            <a:off x="3129281" y="5015723"/>
            <a:ext cx="6386425" cy="455809"/>
          </a:xfrm>
          <a:prstGeom prst="rect">
            <a:avLst/>
          </a:prstGeom>
        </p:spPr>
        <p:txBody>
          <a:bodyPr lIns="91440" tIns="45720" anchor="t">
            <a:noAutofit/>
          </a:bodyPr>
          <a:lstStyle>
            <a:lvl1pPr marL="0" indent="0">
              <a:buNone/>
              <a:defRPr sz="2133" b="0" i="0" spc="0" baseline="0">
                <a:latin typeface="PS TT Commons" charset="0"/>
                <a:ea typeface="PS TT Commons" charset="0"/>
                <a:cs typeface="PS TT Commons" charset="0"/>
              </a:defRPr>
            </a:lvl1pPr>
          </a:lstStyle>
          <a:p>
            <a:pPr lvl="0"/>
            <a:r>
              <a:rPr lang="en-US"/>
              <a:t>Author Title in Title Case</a:t>
            </a:r>
          </a:p>
        </p:txBody>
      </p:sp>
      <p:sp>
        <p:nvSpPr>
          <p:cNvPr id="16" name="Text Placeholder 20"/>
          <p:cNvSpPr>
            <a:spLocks noGrp="1"/>
          </p:cNvSpPr>
          <p:nvPr>
            <p:ph type="body" sz="quarter" idx="14" hasCustomPrompt="1"/>
          </p:nvPr>
        </p:nvSpPr>
        <p:spPr>
          <a:xfrm>
            <a:off x="3128433" y="5665953"/>
            <a:ext cx="6387273" cy="550191"/>
          </a:xfrm>
          <a:prstGeom prst="rect">
            <a:avLst/>
          </a:prstGeom>
        </p:spPr>
        <p:txBody>
          <a:bodyPr lIns="91440" anchor="ctr">
            <a:noAutofit/>
          </a:bodyPr>
          <a:lstStyle>
            <a:lvl1pPr marL="0" indent="0">
              <a:buNone/>
              <a:defRPr sz="2133" b="0" i="0" spc="0" baseline="0">
                <a:latin typeface="PS TT Commons" charset="0"/>
                <a:ea typeface="PS TT Commons" charset="0"/>
                <a:cs typeface="PS TT Commons" charset="0"/>
              </a:defRPr>
            </a:lvl1pPr>
          </a:lstStyle>
          <a:p>
            <a:pPr lvl="0"/>
            <a:r>
              <a:rPr lang="en-US"/>
              <a:t>@authortwitter    www.authorsite.com</a:t>
            </a:r>
          </a:p>
        </p:txBody>
      </p:sp>
      <p:sp>
        <p:nvSpPr>
          <p:cNvPr id="18" name="Picture Placeholder 22"/>
          <p:cNvSpPr>
            <a:spLocks noGrp="1"/>
          </p:cNvSpPr>
          <p:nvPr>
            <p:ph type="pic" sz="quarter" idx="15" hasCustomPrompt="1"/>
          </p:nvPr>
        </p:nvSpPr>
        <p:spPr>
          <a:xfrm>
            <a:off x="975362" y="4326385"/>
            <a:ext cx="1889760" cy="1889760"/>
          </a:xfrm>
          <a:prstGeom prst="ellipse">
            <a:avLst/>
          </a:prstGeom>
          <a:solidFill>
            <a:schemeClr val="bg1">
              <a:lumMod val="95000"/>
            </a:schemeClr>
          </a:solidFill>
          <a:ln w="3175">
            <a:noFill/>
          </a:ln>
        </p:spPr>
        <p:txBody>
          <a:bodyPr anchor="ctr">
            <a:normAutofit/>
          </a:bodyPr>
          <a:lstStyle>
            <a:lvl1pPr algn="ctr">
              <a:defRPr sz="1467" b="0" i="0">
                <a:latin typeface="PS TT Commons" charset="0"/>
                <a:ea typeface="PS TT Commons" charset="0"/>
                <a:cs typeface="PS TT Commons" charset="0"/>
              </a:defRPr>
            </a:lvl1pPr>
          </a:lstStyle>
          <a:p>
            <a:r>
              <a:rPr lang="en-US"/>
              <a:t>Click to insert photo</a:t>
            </a:r>
          </a:p>
        </p:txBody>
      </p:sp>
      <p:sp>
        <p:nvSpPr>
          <p:cNvPr id="3" name="TextBox 2"/>
          <p:cNvSpPr txBox="1"/>
          <p:nvPr userDrawn="1"/>
        </p:nvSpPr>
        <p:spPr>
          <a:xfrm>
            <a:off x="7997952" y="-804672"/>
            <a:ext cx="609600" cy="609600"/>
          </a:xfrm>
          <a:prstGeom prst="rect">
            <a:avLst/>
          </a:prstGeom>
        </p:spPr>
        <p:txBody>
          <a:bodyPr vert="horz" wrap="none" lIns="0" tIns="21980" rIns="43959" bIns="21980" rtlCol="0" anchor="b" anchorCtr="0">
            <a:noAutofit/>
          </a:bodyPr>
          <a:lstStyle/>
          <a:p>
            <a:pPr marL="0" marR="0" indent="0" algn="l" defTabSz="293016" rtl="0" eaLnBrk="1" fontAlgn="auto" latinLnBrk="0" hangingPunct="1">
              <a:lnSpc>
                <a:spcPct val="85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2350" b="0" i="0" u="none" strike="noStrike" kern="1200" cap="none" spc="0" normalizeH="0" baseline="0" noProof="0" dirty="0">
              <a:ln>
                <a:noFill/>
              </a:ln>
              <a:solidFill>
                <a:srgbClr val="E5E5E5">
                  <a:lumMod val="10000"/>
                </a:srgbClr>
              </a:solidFill>
              <a:effectLst/>
              <a:uLnTx/>
              <a:uFillTx/>
              <a:latin typeface="PS TT Commons" charset="0"/>
              <a:ea typeface="PS TT Commons" charset="0"/>
              <a:cs typeface="PS TT Commons" charset="0"/>
            </a:endParaRPr>
          </a:p>
        </p:txBody>
      </p:sp>
      <p:grpSp>
        <p:nvGrpSpPr>
          <p:cNvPr id="6" name="Group 5"/>
          <p:cNvGrpSpPr/>
          <p:nvPr userDrawn="1"/>
        </p:nvGrpSpPr>
        <p:grpSpPr>
          <a:xfrm>
            <a:off x="0" y="-1048513"/>
            <a:ext cx="7412736" cy="871728"/>
            <a:chOff x="0" y="-1572769"/>
            <a:chExt cx="11119104" cy="1307592"/>
          </a:xfrm>
        </p:grpSpPr>
        <p:sp>
          <p:nvSpPr>
            <p:cNvPr id="2" name="Rectangle 1"/>
            <p:cNvSpPr/>
            <p:nvPr userDrawn="1"/>
          </p:nvSpPr>
          <p:spPr>
            <a:xfrm>
              <a:off x="3803904" y="-1572769"/>
              <a:ext cx="7315200" cy="130371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>
                <a:solidFill>
                  <a:schemeClr val="bg1"/>
                </a:solidFill>
              </a:endParaRPr>
            </a:p>
          </p:txBody>
        </p:sp>
        <p:pic>
          <p:nvPicPr>
            <p:cNvPr id="9" name="Picture 8"/>
            <p:cNvPicPr>
              <a:picLocks noChangeAspect="1"/>
            </p:cNvPicPr>
            <p:nvPr userDrawn="1"/>
          </p:nvPicPr>
          <p:blipFill>
            <a:blip r:embed="rId2"/>
            <a:stretch>
              <a:fillRect/>
            </a:stretch>
          </p:blipFill>
          <p:spPr>
            <a:xfrm>
              <a:off x="3984003" y="-1299965"/>
              <a:ext cx="6870700" cy="787400"/>
            </a:xfrm>
            <a:prstGeom prst="rect">
              <a:avLst/>
            </a:prstGeom>
          </p:spPr>
        </p:pic>
        <p:sp>
          <p:nvSpPr>
            <p:cNvPr id="4" name="Rectangle 3"/>
            <p:cNvSpPr/>
            <p:nvPr userDrawn="1"/>
          </p:nvSpPr>
          <p:spPr>
            <a:xfrm>
              <a:off x="0" y="-1572769"/>
              <a:ext cx="3792754" cy="1307592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sp>
          <p:nvSpPr>
            <p:cNvPr id="5" name="TextBox 4"/>
            <p:cNvSpPr txBox="1"/>
            <p:nvPr userDrawn="1"/>
          </p:nvSpPr>
          <p:spPr>
            <a:xfrm>
              <a:off x="210315" y="-1226305"/>
              <a:ext cx="3207442" cy="640080"/>
            </a:xfrm>
            <a:prstGeom prst="rect">
              <a:avLst/>
            </a:prstGeom>
          </p:spPr>
          <p:txBody>
            <a:bodyPr vert="horz" wrap="none" lIns="0" tIns="32970" rIns="65939" bIns="32970" rtlCol="0" anchor="ctr" anchorCtr="0">
              <a:noAutofit/>
            </a:bodyPr>
            <a:lstStyle/>
            <a:p>
              <a:pPr marL="0" marR="0" indent="0" algn="r" defTabSz="293016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ea typeface="PS TT Commons" charset="0"/>
                  <a:cs typeface="PS TT Commons" charset="0"/>
                </a:rPr>
                <a:t>Font check</a:t>
              </a:r>
            </a:p>
            <a:p>
              <a:pPr marL="0" marR="0" indent="0" algn="r" defTabSz="293016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PS TT Commons" charset="0"/>
                  <a:ea typeface="PS TT Commons" charset="0"/>
                  <a:cs typeface="PS TT Commons" charset="0"/>
                </a:rPr>
                <a:t>Do they match?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024436496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1007706" y="570867"/>
            <a:ext cx="10472605" cy="2808060"/>
          </a:xfrm>
        </p:spPr>
        <p:txBody>
          <a:bodyPr anchor="b"/>
          <a:lstStyle>
            <a:lvl1pPr algn="r">
              <a:defRPr sz="4000">
                <a:latin typeface="+mj-lt"/>
              </a:defRPr>
            </a:lvl1pPr>
          </a:lstStyle>
          <a:p>
            <a:r>
              <a:rPr lang="en-US"/>
              <a:t> Add Section Header in Title Case</a:t>
            </a:r>
          </a:p>
        </p:txBody>
      </p:sp>
      <p:cxnSp>
        <p:nvCxnSpPr>
          <p:cNvPr id="4" name="Straight Connector 3"/>
          <p:cNvCxnSpPr/>
          <p:nvPr/>
        </p:nvCxnSpPr>
        <p:spPr>
          <a:xfrm>
            <a:off x="609600" y="3606231"/>
            <a:ext cx="10972800" cy="0"/>
          </a:xfrm>
          <a:prstGeom prst="line">
            <a:avLst/>
          </a:prstGeom>
          <a:noFill/>
          <a:ln w="57150" cap="flat" cmpd="sng" algn="ctr">
            <a:gradFill>
              <a:gsLst>
                <a:gs pos="0">
                  <a:srgbClr val="F05A28"/>
                </a:gs>
                <a:gs pos="100000">
                  <a:srgbClr val="EC0D7D"/>
                </a:gs>
              </a:gsLst>
              <a:lin ang="4800000" scaled="0"/>
            </a:gradFill>
            <a:prstDash val="solid"/>
            <a:headEnd type="none"/>
            <a:tailEnd type="none"/>
          </a:ln>
          <a:effectLst/>
        </p:spPr>
      </p:cxnSp>
      <p:grpSp>
        <p:nvGrpSpPr>
          <p:cNvPr id="5" name="Group 4"/>
          <p:cNvGrpSpPr/>
          <p:nvPr userDrawn="1"/>
        </p:nvGrpSpPr>
        <p:grpSpPr>
          <a:xfrm>
            <a:off x="0" y="-1048513"/>
            <a:ext cx="7412736" cy="871728"/>
            <a:chOff x="0" y="-1572769"/>
            <a:chExt cx="11119104" cy="1307592"/>
          </a:xfrm>
        </p:grpSpPr>
        <p:sp>
          <p:nvSpPr>
            <p:cNvPr id="6" name="Rectangle 5"/>
            <p:cNvSpPr/>
            <p:nvPr userDrawn="1"/>
          </p:nvSpPr>
          <p:spPr>
            <a:xfrm>
              <a:off x="3803904" y="-1572769"/>
              <a:ext cx="7315200" cy="130371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>
                <a:solidFill>
                  <a:schemeClr val="bg1"/>
                </a:solidFill>
              </a:endParaRPr>
            </a:p>
          </p:txBody>
        </p:sp>
        <p:pic>
          <p:nvPicPr>
            <p:cNvPr id="7" name="Picture 6"/>
            <p:cNvPicPr>
              <a:picLocks noChangeAspect="1"/>
            </p:cNvPicPr>
            <p:nvPr userDrawn="1"/>
          </p:nvPicPr>
          <p:blipFill>
            <a:blip r:embed="rId2"/>
            <a:stretch>
              <a:fillRect/>
            </a:stretch>
          </p:blipFill>
          <p:spPr>
            <a:xfrm>
              <a:off x="3984003" y="-1299965"/>
              <a:ext cx="6870700" cy="787400"/>
            </a:xfrm>
            <a:prstGeom prst="rect">
              <a:avLst/>
            </a:prstGeom>
          </p:spPr>
        </p:pic>
        <p:sp>
          <p:nvSpPr>
            <p:cNvPr id="8" name="Rectangle 7"/>
            <p:cNvSpPr/>
            <p:nvPr userDrawn="1"/>
          </p:nvSpPr>
          <p:spPr>
            <a:xfrm>
              <a:off x="0" y="-1572769"/>
              <a:ext cx="3792754" cy="1307592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sp>
          <p:nvSpPr>
            <p:cNvPr id="9" name="TextBox 8"/>
            <p:cNvSpPr txBox="1"/>
            <p:nvPr userDrawn="1"/>
          </p:nvSpPr>
          <p:spPr>
            <a:xfrm>
              <a:off x="210315" y="-1226305"/>
              <a:ext cx="3207442" cy="640080"/>
            </a:xfrm>
            <a:prstGeom prst="rect">
              <a:avLst/>
            </a:prstGeom>
          </p:spPr>
          <p:txBody>
            <a:bodyPr vert="horz" wrap="none" lIns="0" tIns="32970" rIns="65939" bIns="32970" rtlCol="0" anchor="ctr" anchorCtr="0">
              <a:noAutofit/>
            </a:bodyPr>
            <a:lstStyle/>
            <a:p>
              <a:pPr marL="0" marR="0" indent="0" algn="r" defTabSz="293016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ea typeface="PS TT Commons" charset="0"/>
                  <a:cs typeface="PS TT Commons" charset="0"/>
                </a:rPr>
                <a:t>Font check</a:t>
              </a:r>
            </a:p>
            <a:p>
              <a:pPr marL="0" marR="0" indent="0" algn="r" defTabSz="293016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PS TT Commons" charset="0"/>
                  <a:ea typeface="PS TT Commons" charset="0"/>
                  <a:cs typeface="PS TT Commons" charset="0"/>
                </a:rPr>
                <a:t>Do they match?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803080243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Up N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4"/>
          <p:cNvSpPr>
            <a:spLocks noGrp="1"/>
          </p:cNvSpPr>
          <p:nvPr>
            <p:ph type="body" sz="quarter" idx="10" hasCustomPrompt="1"/>
          </p:nvPr>
        </p:nvSpPr>
        <p:spPr>
          <a:xfrm>
            <a:off x="711698" y="474134"/>
            <a:ext cx="10036527" cy="3115733"/>
          </a:xfrm>
          <a:prstGeom prst="rect">
            <a:avLst/>
          </a:prstGeom>
        </p:spPr>
        <p:txBody>
          <a:bodyPr lIns="91440" anchor="b">
            <a:noAutofit/>
          </a:bodyPr>
          <a:lstStyle>
            <a:lvl1pPr marL="0" indent="0">
              <a:lnSpc>
                <a:spcPct val="90000"/>
              </a:lnSpc>
              <a:spcBef>
                <a:spcPts val="1000"/>
              </a:spcBef>
              <a:buNone/>
              <a:defRPr sz="4000" spc="0" baseline="0">
                <a:latin typeface="+mj-lt"/>
              </a:defRPr>
            </a:lvl1pPr>
          </a:lstStyle>
          <a:p>
            <a:pPr lvl="0"/>
            <a:r>
              <a:rPr lang="en-US"/>
              <a:t>Up Next:</a:t>
            </a:r>
          </a:p>
          <a:p>
            <a:pPr lvl="0"/>
            <a:r>
              <a:rPr lang="en-US"/>
              <a:t>Title of Upcoming Module</a:t>
            </a:r>
          </a:p>
        </p:txBody>
      </p:sp>
      <p:cxnSp>
        <p:nvCxnSpPr>
          <p:cNvPr id="5" name="Straight Connector 4"/>
          <p:cNvCxnSpPr/>
          <p:nvPr/>
        </p:nvCxnSpPr>
        <p:spPr>
          <a:xfrm>
            <a:off x="609600" y="3767961"/>
            <a:ext cx="10972800" cy="0"/>
          </a:xfrm>
          <a:prstGeom prst="line">
            <a:avLst/>
          </a:prstGeom>
          <a:noFill/>
          <a:ln w="57150" cap="flat" cmpd="sng" algn="ctr">
            <a:gradFill>
              <a:gsLst>
                <a:gs pos="0">
                  <a:srgbClr val="F05A28"/>
                </a:gs>
                <a:gs pos="100000">
                  <a:srgbClr val="EC0D7D"/>
                </a:gs>
              </a:gsLst>
              <a:lin ang="4800000" scaled="0"/>
            </a:gradFill>
            <a:prstDash val="solid"/>
            <a:headEnd type="none"/>
            <a:tailEnd type="none"/>
          </a:ln>
          <a:effectLst/>
        </p:spPr>
      </p:cxnSp>
      <p:grpSp>
        <p:nvGrpSpPr>
          <p:cNvPr id="6" name="Group 5"/>
          <p:cNvGrpSpPr/>
          <p:nvPr userDrawn="1"/>
        </p:nvGrpSpPr>
        <p:grpSpPr>
          <a:xfrm>
            <a:off x="0" y="-1048513"/>
            <a:ext cx="7412736" cy="871728"/>
            <a:chOff x="0" y="-1572769"/>
            <a:chExt cx="11119104" cy="1307592"/>
          </a:xfrm>
        </p:grpSpPr>
        <p:sp>
          <p:nvSpPr>
            <p:cNvPr id="7" name="Rectangle 6"/>
            <p:cNvSpPr/>
            <p:nvPr userDrawn="1"/>
          </p:nvSpPr>
          <p:spPr>
            <a:xfrm>
              <a:off x="3803904" y="-1572769"/>
              <a:ext cx="7315200" cy="130371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>
                <a:solidFill>
                  <a:schemeClr val="bg1"/>
                </a:solidFill>
              </a:endParaRPr>
            </a:p>
          </p:txBody>
        </p:sp>
        <p:pic>
          <p:nvPicPr>
            <p:cNvPr id="8" name="Picture 7"/>
            <p:cNvPicPr>
              <a:picLocks noChangeAspect="1"/>
            </p:cNvPicPr>
            <p:nvPr userDrawn="1"/>
          </p:nvPicPr>
          <p:blipFill>
            <a:blip r:embed="rId2"/>
            <a:stretch>
              <a:fillRect/>
            </a:stretch>
          </p:blipFill>
          <p:spPr>
            <a:xfrm>
              <a:off x="3984003" y="-1299965"/>
              <a:ext cx="6870700" cy="787400"/>
            </a:xfrm>
            <a:prstGeom prst="rect">
              <a:avLst/>
            </a:prstGeom>
          </p:spPr>
        </p:pic>
        <p:sp>
          <p:nvSpPr>
            <p:cNvPr id="9" name="Rectangle 8"/>
            <p:cNvSpPr/>
            <p:nvPr userDrawn="1"/>
          </p:nvSpPr>
          <p:spPr>
            <a:xfrm>
              <a:off x="0" y="-1572769"/>
              <a:ext cx="3792754" cy="1307592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sp>
          <p:nvSpPr>
            <p:cNvPr id="10" name="TextBox 9"/>
            <p:cNvSpPr txBox="1"/>
            <p:nvPr userDrawn="1"/>
          </p:nvSpPr>
          <p:spPr>
            <a:xfrm>
              <a:off x="210315" y="-1226305"/>
              <a:ext cx="3207442" cy="640080"/>
            </a:xfrm>
            <a:prstGeom prst="rect">
              <a:avLst/>
            </a:prstGeom>
          </p:spPr>
          <p:txBody>
            <a:bodyPr vert="horz" wrap="none" lIns="0" tIns="32970" rIns="65939" bIns="32970" rtlCol="0" anchor="ctr" anchorCtr="0">
              <a:noAutofit/>
            </a:bodyPr>
            <a:lstStyle/>
            <a:p>
              <a:pPr marL="0" marR="0" indent="0" algn="r" defTabSz="293016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ea typeface="PS TT Commons" charset="0"/>
                  <a:cs typeface="PS TT Commons" charset="0"/>
                </a:rPr>
                <a:t>Font check</a:t>
              </a:r>
            </a:p>
            <a:p>
              <a:pPr marL="0" marR="0" indent="0" algn="r" defTabSz="293016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PS TT Commons" charset="0"/>
                  <a:ea typeface="PS TT Commons" charset="0"/>
                  <a:cs typeface="PS TT Commons" charset="0"/>
                </a:rPr>
                <a:t>Do they match?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733851560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odule Overview/Summa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 userDrawn="1"/>
        </p:nvSpPr>
        <p:spPr>
          <a:xfrm>
            <a:off x="1" y="1"/>
            <a:ext cx="4635499" cy="6858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2700" dirty="0" err="1">
              <a:solidFill>
                <a:schemeClr val="bg1"/>
              </a:solidFill>
              <a:latin typeface="Gotham Medium" panose="02000604030000020004" pitchFamily="50" charset="0"/>
            </a:endParaRPr>
          </a:p>
        </p:txBody>
      </p:sp>
      <p:pic>
        <p:nvPicPr>
          <p:cNvPr id="11" name="Picture 10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4635500" cy="6858000"/>
          </a:xfrm>
          <a:prstGeom prst="rect">
            <a:avLst/>
          </a:prstGeom>
        </p:spPr>
      </p:pic>
      <p:pic>
        <p:nvPicPr>
          <p:cNvPr id="12" name="Picture 11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"/>
            <a:ext cx="4635500" cy="6858000"/>
          </a:xfrm>
          <a:prstGeom prst="rect">
            <a:avLst/>
          </a:prstGeom>
        </p:spPr>
      </p:pic>
      <p:sp>
        <p:nvSpPr>
          <p:cNvPr id="10" name="Text Placeholder 9"/>
          <p:cNvSpPr>
            <a:spLocks noGrp="1"/>
          </p:cNvSpPr>
          <p:nvPr>
            <p:ph type="body" sz="quarter" idx="13" hasCustomPrompt="1"/>
          </p:nvPr>
        </p:nvSpPr>
        <p:spPr>
          <a:xfrm>
            <a:off x="743783" y="1825870"/>
            <a:ext cx="3147933" cy="670243"/>
          </a:xfrm>
          <a:prstGeom prst="rect">
            <a:avLst/>
          </a:prstGeom>
        </p:spPr>
        <p:txBody>
          <a:bodyPr anchor="b" anchorCtr="0">
            <a:noAutofit/>
          </a:bodyPr>
          <a:lstStyle>
            <a:lvl1pPr marL="0" indent="0" algn="ctr">
              <a:buNone/>
              <a:defRPr sz="3200" baseline="0">
                <a:solidFill>
                  <a:schemeClr val="bg1"/>
                </a:solidFill>
                <a:latin typeface="+mj-lt"/>
              </a:defRPr>
            </a:lvl1pPr>
            <a:lvl2pPr marL="297088" indent="0" algn="ctr">
              <a:buNone/>
              <a:defRPr sz="3600">
                <a:latin typeface="+mj-lt"/>
              </a:defRPr>
            </a:lvl2pPr>
            <a:lvl3pPr marL="596206" indent="0" algn="ctr">
              <a:buNone/>
              <a:defRPr sz="3600">
                <a:latin typeface="+mj-lt"/>
              </a:defRPr>
            </a:lvl3pPr>
            <a:lvl4pPr marL="882694" indent="0" algn="ctr">
              <a:buNone/>
              <a:defRPr sz="3600">
                <a:latin typeface="+mj-lt"/>
              </a:defRPr>
            </a:lvl4pPr>
            <a:lvl5pPr marL="1097017" indent="0" algn="ctr">
              <a:buNone/>
              <a:defRPr sz="3600">
                <a:latin typeface="+mj-lt"/>
              </a:defRPr>
            </a:lvl5pPr>
          </a:lstStyle>
          <a:p>
            <a:pPr lvl="0"/>
            <a:r>
              <a:rPr lang="en-US" dirty="0"/>
              <a:t>Slide Title</a:t>
            </a:r>
          </a:p>
        </p:txBody>
      </p:sp>
      <p:sp>
        <p:nvSpPr>
          <p:cNvPr id="8" name="Rectangle 7"/>
          <p:cNvSpPr/>
          <p:nvPr userDrawn="1"/>
        </p:nvSpPr>
        <p:spPr>
          <a:xfrm>
            <a:off x="4640266" y="-462745"/>
            <a:ext cx="4776604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 defTabSz="1219232"/>
            <a:r>
              <a:rPr lang="en-US" sz="1600" b="1" i="0" dirty="0">
                <a:solidFill>
                  <a:srgbClr val="404040"/>
                </a:solidFill>
                <a:latin typeface="PS TT Commons DemiBold" charset="0"/>
                <a:ea typeface="PS TT Commons DemiBold" charset="0"/>
                <a:cs typeface="PS TT Commons DemiBold" charset="0"/>
              </a:rPr>
              <a:t>This bullet list </a:t>
            </a:r>
            <a:r>
              <a:rPr lang="en-US" sz="1600" b="1" i="0">
                <a:solidFill>
                  <a:srgbClr val="404040"/>
                </a:solidFill>
                <a:latin typeface="PS TT Commons DemiBold" charset="0"/>
                <a:ea typeface="PS TT Commons DemiBold" charset="0"/>
                <a:cs typeface="PS TT Commons DemiBold" charset="0"/>
              </a:rPr>
              <a:t>is </a:t>
            </a:r>
            <a:r>
              <a:rPr lang="en-US" sz="1600" b="1" i="0">
                <a:solidFill>
                  <a:srgbClr val="F05A28"/>
                </a:solidFill>
                <a:latin typeface="PS TT Commons DemiBold" charset="0"/>
                <a:ea typeface="PS TT Commons DemiBold" charset="0"/>
                <a:cs typeface="PS TT Commons DemiBold" charset="0"/>
              </a:rPr>
              <a:t>preset </a:t>
            </a:r>
            <a:r>
              <a:rPr lang="en-US" sz="1600" b="1" i="0">
                <a:solidFill>
                  <a:srgbClr val="404040"/>
                </a:solidFill>
                <a:latin typeface="PS TT Commons DemiBold" charset="0"/>
                <a:ea typeface="PS TT Commons DemiBold" charset="0"/>
                <a:cs typeface="PS TT Commons DemiBold" charset="0"/>
              </a:rPr>
              <a:t>with</a:t>
            </a:r>
            <a:r>
              <a:rPr lang="en-US" sz="1600" b="1" i="0" baseline="0">
                <a:solidFill>
                  <a:srgbClr val="404040"/>
                </a:solidFill>
                <a:latin typeface="PS TT Commons DemiBold" charset="0"/>
                <a:ea typeface="PS TT Commons DemiBold" charset="0"/>
                <a:cs typeface="PS TT Commons DemiBold" charset="0"/>
              </a:rPr>
              <a:t> </a:t>
            </a:r>
            <a:r>
              <a:rPr lang="en-US" sz="1600" b="1" i="0">
                <a:solidFill>
                  <a:srgbClr val="F05A28"/>
                </a:solidFill>
                <a:latin typeface="PS TT Commons DemiBold" charset="0"/>
                <a:ea typeface="PS TT Commons DemiBold" charset="0"/>
                <a:cs typeface="PS TT Commons DemiBold" charset="0"/>
              </a:rPr>
              <a:t>animations</a:t>
            </a:r>
            <a:endParaRPr lang="en-US" sz="1600" b="1" i="0" dirty="0">
              <a:solidFill>
                <a:srgbClr val="F05A28"/>
              </a:solidFill>
              <a:latin typeface="PS TT Commons DemiBold" charset="0"/>
              <a:ea typeface="PS TT Commons DemiBold" charset="0"/>
              <a:cs typeface="PS TT Commons DemiBold" charset="0"/>
            </a:endParaRP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4" hasCustomPrompt="1"/>
          </p:nvPr>
        </p:nvSpPr>
        <p:spPr>
          <a:xfrm>
            <a:off x="5181600" y="542544"/>
            <a:ext cx="6461760" cy="5779008"/>
          </a:xfrm>
        </p:spPr>
        <p:txBody>
          <a:bodyPr anchor="ctr"/>
          <a:lstStyle>
            <a:lvl1pPr>
              <a:spcBef>
                <a:spcPts val="1800"/>
              </a:spcBef>
              <a:defRPr sz="2400">
                <a:solidFill>
                  <a:schemeClr val="accent1"/>
                </a:solidFill>
                <a:latin typeface="+mn-lt"/>
              </a:defRPr>
            </a:lvl1pPr>
            <a:lvl2pPr>
              <a:defRPr sz="2400" b="0" i="0">
                <a:solidFill>
                  <a:schemeClr val="accent1"/>
                </a:solidFill>
                <a:latin typeface="PS TT Commons" charset="0"/>
                <a:ea typeface="PS TT Commons" charset="0"/>
                <a:cs typeface="PS TT Commons" charset="0"/>
              </a:defRPr>
            </a:lvl2pPr>
            <a:lvl3pPr>
              <a:defRPr sz="2400" b="0" i="0">
                <a:solidFill>
                  <a:schemeClr val="accent1"/>
                </a:solidFill>
                <a:latin typeface="PS TT Commons" charset="0"/>
                <a:ea typeface="PS TT Commons" charset="0"/>
                <a:cs typeface="PS TT Commons" charset="0"/>
              </a:defRPr>
            </a:lvl3pPr>
            <a:lvl4pPr>
              <a:defRPr sz="2400" b="0" i="0">
                <a:solidFill>
                  <a:schemeClr val="accent1"/>
                </a:solidFill>
                <a:latin typeface="PS TT Commons" charset="0"/>
                <a:ea typeface="PS TT Commons" charset="0"/>
                <a:cs typeface="PS TT Commons" charset="0"/>
              </a:defRPr>
            </a:lvl4pPr>
          </a:lstStyle>
          <a:p>
            <a:pPr lvl="0"/>
            <a:r>
              <a:rPr lang="en-US"/>
              <a:t>Click to add text</a:t>
            </a:r>
          </a:p>
          <a:p>
            <a:pPr lvl="0"/>
            <a:r>
              <a:rPr lang="en-US"/>
              <a:t>Click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41811452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xit" presetSubtype="0" fill="hold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000"/>
                            </p:stCondLst>
                            <p:childTnLst>
                              <p:par>
                                <p:cTn id="1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1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1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1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1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1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5">
        <p:tmplLst>
          <p:tmpl lvl="1">
            <p:tnLst>
              <p:par>
                <p:cTn presetID="1" presetClass="entr" presetSubtype="0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3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  <p:subTnLst>
                    <p:animClr clrSpc="rgb" dir="cw">
                      <p:cBhvr override="childStyle">
                        <p:cTn dur="1" fill="hold" display="0" masterRel="nextClick" afterEffect="1"/>
                        <p:tgtEl>
                          <p:spTgt spid="3"/>
                        </p:tgtEl>
                        <p:attrNameLst>
                          <p:attrName>ppt_c</p:attrName>
                        </p:attrNameLst>
                      </p:cBhvr>
                      <p:to>
                        <a:schemeClr val="tx1"/>
                      </p:to>
                    </p:animClr>
                  </p:subTnLst>
                </p:cTn>
              </p:par>
            </p:tnLst>
          </p:tmpl>
          <p:tmpl lvl="2">
            <p:tnLst>
              <p:par>
                <p:cTn presetID="1" presetClass="entr" presetSubtype="0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3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  <p:subTnLst>
                    <p:animClr clrSpc="rgb" dir="cw">
                      <p:cBhvr override="childStyle">
                        <p:cTn dur="1" fill="hold" display="0" masterRel="nextClick" afterEffect="1"/>
                        <p:tgtEl>
                          <p:spTgt spid="3"/>
                        </p:tgtEl>
                        <p:attrNameLst>
                          <p:attrName>ppt_c</p:attrName>
                        </p:attrNameLst>
                      </p:cBhvr>
                      <p:to>
                        <a:schemeClr val="tx1"/>
                      </p:to>
                    </p:animClr>
                  </p:subTnLst>
                </p:cTn>
              </p:par>
            </p:tnLst>
          </p:tmpl>
          <p:tmpl lvl="3">
            <p:tnLst>
              <p:par>
                <p:cTn presetID="1" presetClass="entr" presetSubtype="0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3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  <p:subTnLst>
                    <p:animClr clrSpc="rgb" dir="cw">
                      <p:cBhvr override="childStyle">
                        <p:cTn dur="1" fill="hold" display="0" masterRel="nextClick" afterEffect="1"/>
                        <p:tgtEl>
                          <p:spTgt spid="3"/>
                        </p:tgtEl>
                        <p:attrNameLst>
                          <p:attrName>ppt_c</p:attrName>
                        </p:attrNameLst>
                      </p:cBhvr>
                      <p:to>
                        <a:schemeClr val="tx1"/>
                      </p:to>
                    </p:animClr>
                  </p:subTnLst>
                </p:cTn>
              </p:par>
            </p:tnLst>
          </p:tmpl>
          <p:tmpl lvl="4">
            <p:tnLst>
              <p:par>
                <p:cTn presetID="1" presetClass="entr" presetSubtype="0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3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  <p:subTnLst>
                    <p:animClr clrSpc="rgb" dir="cw">
                      <p:cBhvr override="childStyle">
                        <p:cTn dur="1" fill="hold" display="0" masterRel="nextClick" afterEffect="1"/>
                        <p:tgtEl>
                          <p:spTgt spid="3"/>
                        </p:tgtEl>
                        <p:attrNameLst>
                          <p:attrName>ppt_c</p:attrName>
                        </p:attrNameLst>
                      </p:cBhvr>
                      <p:to>
                        <a:schemeClr val="tx1"/>
                      </p:to>
                    </p:animClr>
                  </p:subTnLst>
                </p:cTn>
              </p:par>
            </p:tnLst>
          </p:tmpl>
          <p:tmpl lvl="5">
            <p:tnLst>
              <p:par>
                <p:cTn presetID="1" presetClass="entr" presetSubtype="0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3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  <p:subTnLst>
                    <p:animClr clrSpc="rgb" dir="cw">
                      <p:cBhvr override="childStyle">
                        <p:cTn dur="1" fill="hold" display="0" masterRel="nextClick" afterEffect="1"/>
                        <p:tgtEl>
                          <p:spTgt spid="3"/>
                        </p:tgtEl>
                        <p:attrNameLst>
                          <p:attrName>ppt_c</p:attrName>
                        </p:attrNameLst>
                      </p:cBhvr>
                      <p:to>
                        <a:schemeClr val="tx1"/>
                      </p:to>
                    </p:animClr>
                  </p:subTnLst>
                </p:cTn>
              </p:par>
            </p:tnLst>
          </p:tmpl>
        </p:tmplLst>
      </p:bldP>
    </p:bldLst>
  </p:timing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264">
          <p15:clr>
            <a:srgbClr val="FBAE4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m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 userDrawn="1"/>
        </p:nvSpPr>
        <p:spPr>
          <a:xfrm>
            <a:off x="0" y="0"/>
            <a:ext cx="4635500" cy="685800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2700" dirty="0" err="1">
              <a:solidFill>
                <a:schemeClr val="bg1"/>
              </a:solidFill>
              <a:latin typeface="Gotham Medium" panose="02000604030000020004" pitchFamily="50" charset="0"/>
            </a:endParaRPr>
          </a:p>
        </p:txBody>
      </p:sp>
      <p:pic>
        <p:nvPicPr>
          <p:cNvPr id="8" name="Picture 7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4635500" cy="6858000"/>
          </a:xfrm>
          <a:prstGeom prst="rect">
            <a:avLst/>
          </a:prstGeom>
        </p:spPr>
      </p:pic>
      <p:pic>
        <p:nvPicPr>
          <p:cNvPr id="11" name="Picture 10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4635500" cy="6858000"/>
          </a:xfrm>
          <a:prstGeom prst="rect">
            <a:avLst/>
          </a:prstGeom>
        </p:spPr>
      </p:pic>
      <p:sp>
        <p:nvSpPr>
          <p:cNvPr id="10" name="TextBox 9"/>
          <p:cNvSpPr txBox="1"/>
          <p:nvPr userDrawn="1"/>
        </p:nvSpPr>
        <p:spPr>
          <a:xfrm>
            <a:off x="1" y="2054618"/>
            <a:ext cx="4629149" cy="446276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>
              <a:lnSpc>
                <a:spcPts val="3000"/>
              </a:lnSpc>
            </a:pPr>
            <a:r>
              <a:rPr lang="en-US" sz="3600" b="0" i="0" dirty="0">
                <a:solidFill>
                  <a:schemeClr val="bg1"/>
                </a:solidFill>
                <a:latin typeface="+mj-lt"/>
                <a:ea typeface="Gotham Light" charset="0"/>
                <a:cs typeface="Gotham Light" charset="0"/>
              </a:rPr>
              <a:t>Demo</a:t>
            </a:r>
          </a:p>
        </p:txBody>
      </p:sp>
      <p:sp>
        <p:nvSpPr>
          <p:cNvPr id="9" name="Rectangle 8"/>
          <p:cNvSpPr/>
          <p:nvPr userDrawn="1"/>
        </p:nvSpPr>
        <p:spPr>
          <a:xfrm>
            <a:off x="4640266" y="-462745"/>
            <a:ext cx="4776604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 defTabSz="1219232"/>
            <a:r>
              <a:rPr lang="en-US" sz="1600" b="1" i="0" dirty="0">
                <a:solidFill>
                  <a:srgbClr val="404040"/>
                </a:solidFill>
                <a:latin typeface="PS TT Commons DemiBold" charset="0"/>
                <a:ea typeface="PS TT Commons DemiBold" charset="0"/>
                <a:cs typeface="PS TT Commons DemiBold" charset="0"/>
              </a:rPr>
              <a:t>This bullet list </a:t>
            </a:r>
            <a:r>
              <a:rPr lang="en-US" sz="1600" b="1" i="0">
                <a:solidFill>
                  <a:srgbClr val="404040"/>
                </a:solidFill>
                <a:latin typeface="PS TT Commons DemiBold" charset="0"/>
                <a:ea typeface="PS TT Commons DemiBold" charset="0"/>
                <a:cs typeface="PS TT Commons DemiBold" charset="0"/>
              </a:rPr>
              <a:t>is </a:t>
            </a:r>
            <a:r>
              <a:rPr lang="en-US" sz="1600" b="1" i="0">
                <a:solidFill>
                  <a:schemeClr val="accent2"/>
                </a:solidFill>
                <a:latin typeface="PS TT Commons DemiBold" charset="0"/>
                <a:ea typeface="PS TT Commons DemiBold" charset="0"/>
                <a:cs typeface="PS TT Commons DemiBold" charset="0"/>
              </a:rPr>
              <a:t>preset</a:t>
            </a:r>
            <a:r>
              <a:rPr lang="en-US" sz="1600" b="1" i="0">
                <a:solidFill>
                  <a:schemeClr val="accent1"/>
                </a:solidFill>
                <a:latin typeface="PS TT Commons DemiBold" charset="0"/>
                <a:ea typeface="PS TT Commons DemiBold" charset="0"/>
                <a:cs typeface="PS TT Commons DemiBold" charset="0"/>
              </a:rPr>
              <a:t> </a:t>
            </a:r>
            <a:r>
              <a:rPr lang="en-US" sz="1600" b="1" i="0">
                <a:solidFill>
                  <a:srgbClr val="404040"/>
                </a:solidFill>
                <a:latin typeface="PS TT Commons DemiBold" charset="0"/>
                <a:ea typeface="PS TT Commons DemiBold" charset="0"/>
                <a:cs typeface="PS TT Commons DemiBold" charset="0"/>
              </a:rPr>
              <a:t>with</a:t>
            </a:r>
            <a:r>
              <a:rPr lang="en-US" sz="1600" b="1" i="0" baseline="0">
                <a:solidFill>
                  <a:srgbClr val="404040"/>
                </a:solidFill>
                <a:latin typeface="PS TT Commons DemiBold" charset="0"/>
                <a:ea typeface="PS TT Commons DemiBold" charset="0"/>
                <a:cs typeface="PS TT Commons DemiBold" charset="0"/>
              </a:rPr>
              <a:t> </a:t>
            </a:r>
            <a:r>
              <a:rPr lang="en-US" sz="1600" b="1" i="0">
                <a:solidFill>
                  <a:schemeClr val="accent2"/>
                </a:solidFill>
                <a:latin typeface="PS TT Commons DemiBold" charset="0"/>
                <a:ea typeface="PS TT Commons DemiBold" charset="0"/>
                <a:cs typeface="PS TT Commons DemiBold" charset="0"/>
              </a:rPr>
              <a:t>animations</a:t>
            </a:r>
            <a:endParaRPr lang="en-US" sz="1600" b="1" i="0" dirty="0">
              <a:solidFill>
                <a:schemeClr val="accent2"/>
              </a:solidFill>
              <a:latin typeface="PS TT Commons DemiBold" charset="0"/>
              <a:ea typeface="PS TT Commons DemiBold" charset="0"/>
              <a:cs typeface="PS TT Commons DemiBold" charset="0"/>
            </a:endParaRPr>
          </a:p>
        </p:txBody>
      </p:sp>
      <p:sp>
        <p:nvSpPr>
          <p:cNvPr id="15" name="Text Placeholder 2"/>
          <p:cNvSpPr>
            <a:spLocks noGrp="1"/>
          </p:cNvSpPr>
          <p:nvPr>
            <p:ph type="body" sz="quarter" idx="14" hasCustomPrompt="1"/>
          </p:nvPr>
        </p:nvSpPr>
        <p:spPr>
          <a:xfrm>
            <a:off x="5181600" y="542544"/>
            <a:ext cx="6461760" cy="5779008"/>
          </a:xfrm>
        </p:spPr>
        <p:txBody>
          <a:bodyPr anchor="ctr"/>
          <a:lstStyle>
            <a:lvl1pPr>
              <a:defRPr sz="2400">
                <a:solidFill>
                  <a:schemeClr val="accent2"/>
                </a:solidFill>
              </a:defRPr>
            </a:lvl1pPr>
            <a:lvl2pPr>
              <a:defRPr sz="2400" b="0" i="0">
                <a:solidFill>
                  <a:schemeClr val="accent2"/>
                </a:solidFill>
                <a:latin typeface="PS TT Commons" charset="0"/>
                <a:ea typeface="PS TT Commons" charset="0"/>
                <a:cs typeface="PS TT Commons" charset="0"/>
              </a:defRPr>
            </a:lvl2pPr>
            <a:lvl3pPr>
              <a:defRPr sz="2400" b="0" i="0">
                <a:solidFill>
                  <a:schemeClr val="accent2"/>
                </a:solidFill>
                <a:latin typeface="PS TT Commons" charset="0"/>
                <a:ea typeface="PS TT Commons" charset="0"/>
                <a:cs typeface="PS TT Commons" charset="0"/>
              </a:defRPr>
            </a:lvl3pPr>
            <a:lvl4pPr>
              <a:defRPr sz="2400" b="0" i="0">
                <a:solidFill>
                  <a:schemeClr val="accent2"/>
                </a:solidFill>
                <a:latin typeface="PS TT Commons" charset="0"/>
                <a:ea typeface="PS TT Commons" charset="0"/>
                <a:cs typeface="PS TT Commons" charset="0"/>
              </a:defRPr>
            </a:lvl4pPr>
          </a:lstStyle>
          <a:p>
            <a:pPr lvl="0"/>
            <a:r>
              <a:rPr lang="en-US"/>
              <a:t>Click to add text</a:t>
            </a:r>
          </a:p>
          <a:p>
            <a:pPr lvl="0"/>
            <a:r>
              <a:rPr lang="en-US"/>
              <a:t>Click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" name="TextBox 1"/>
          <p:cNvSpPr txBox="1"/>
          <p:nvPr userDrawn="1"/>
        </p:nvSpPr>
        <p:spPr>
          <a:xfrm>
            <a:off x="8205216" y="4389120"/>
            <a:ext cx="609600" cy="609600"/>
          </a:xfrm>
          <a:prstGeom prst="rect">
            <a:avLst/>
          </a:prstGeom>
        </p:spPr>
        <p:txBody>
          <a:bodyPr vert="horz" wrap="none" lIns="0" tIns="21980" rIns="43959" bIns="21980" rtlCol="0" anchor="b" anchorCtr="0">
            <a:noAutofit/>
          </a:bodyPr>
          <a:lstStyle/>
          <a:p>
            <a:pPr marL="0" marR="0" indent="0" algn="l" defTabSz="293016" rtl="0" eaLnBrk="1" fontAlgn="auto" latinLnBrk="0" hangingPunct="1">
              <a:lnSpc>
                <a:spcPct val="85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2350" b="0" i="0" u="none" strike="noStrike" kern="1200" cap="none" spc="0" normalizeH="0" baseline="0" noProof="0" dirty="0">
              <a:ln>
                <a:noFill/>
              </a:ln>
              <a:solidFill>
                <a:srgbClr val="E5E5E5">
                  <a:lumMod val="10000"/>
                </a:srgbClr>
              </a:solidFill>
              <a:effectLst/>
              <a:uLnTx/>
              <a:uFillTx/>
              <a:latin typeface="PS TT Commons" charset="0"/>
              <a:ea typeface="PS TT Commons" charset="0"/>
              <a:cs typeface="PS TT Commons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6276853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264">
          <p15:clr>
            <a:srgbClr val="FBAE40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BBC152-5D1F-47B5-8951-616F8DA0C12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>
                <a:latin typeface="+mj-lt"/>
              </a:defRPr>
            </a:lvl1pPr>
          </a:lstStyle>
          <a:p>
            <a:r>
              <a:rPr lang="en-US"/>
              <a:t>Add Slide Title in Title Case</a:t>
            </a:r>
          </a:p>
        </p:txBody>
      </p:sp>
    </p:spTree>
    <p:extLst>
      <p:ext uri="{BB962C8B-B14F-4D97-AF65-F5344CB8AC3E}">
        <p14:creationId xmlns:p14="http://schemas.microsoft.com/office/powerpoint/2010/main" val="3287127841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opic or Category with Large Icon-1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type="body" sz="quarter" idx="10" hasCustomPrompt="1"/>
          </p:nvPr>
        </p:nvSpPr>
        <p:spPr>
          <a:xfrm>
            <a:off x="5863167" y="2241005"/>
            <a:ext cx="4886609" cy="1230328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>
              <a:spcBef>
                <a:spcPts val="0"/>
              </a:spcBef>
              <a:buNone/>
              <a:defRPr sz="400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Topic or Title Introduction</a:t>
            </a:r>
          </a:p>
        </p:txBody>
      </p:sp>
      <p:sp>
        <p:nvSpPr>
          <p:cNvPr id="8" name="Picture Placeholder 7"/>
          <p:cNvSpPr>
            <a:spLocks noGrp="1"/>
          </p:cNvSpPr>
          <p:nvPr>
            <p:ph type="pic" sz="quarter" idx="12" hasCustomPrompt="1"/>
          </p:nvPr>
        </p:nvSpPr>
        <p:spPr>
          <a:xfrm>
            <a:off x="546101" y="560919"/>
            <a:ext cx="4783667" cy="5736167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3067" baseline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Insert Icon Only</a:t>
            </a:r>
          </a:p>
        </p:txBody>
      </p:sp>
      <p:sp>
        <p:nvSpPr>
          <p:cNvPr id="5" name="Text Placeholder 7"/>
          <p:cNvSpPr>
            <a:spLocks noGrp="1"/>
          </p:cNvSpPr>
          <p:nvPr>
            <p:ph type="body" sz="quarter" idx="13" hasCustomPrompt="1"/>
          </p:nvPr>
        </p:nvSpPr>
        <p:spPr>
          <a:xfrm>
            <a:off x="5863167" y="3733339"/>
            <a:ext cx="4886609" cy="1733551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133" b="0" i="0" baseline="0">
                <a:solidFill>
                  <a:schemeClr val="bg1"/>
                </a:solidFill>
                <a:latin typeface="PS TT Commons" charset="0"/>
                <a:ea typeface="PS TT Commons" charset="0"/>
                <a:cs typeface="PS TT Commons" charset="0"/>
              </a:defRPr>
            </a:lvl1pPr>
          </a:lstStyle>
          <a:p>
            <a:pPr lvl="0"/>
            <a:r>
              <a:rPr lang="en-US"/>
              <a:t>Add a short bit of description text in this area. This should be a quick intro slide to an idea without a lot of text. Stick to a few sentences.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95482596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opic or Category with Large Icon-2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/>
          <p:cNvSpPr>
            <a:spLocks noGrp="1"/>
          </p:cNvSpPr>
          <p:nvPr>
            <p:ph type="pic" sz="quarter" idx="10" hasCustomPrompt="1"/>
          </p:nvPr>
        </p:nvSpPr>
        <p:spPr>
          <a:xfrm>
            <a:off x="2200367" y="462190"/>
            <a:ext cx="7791271" cy="3277961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3067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Insert Icon Only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1" hasCustomPrompt="1"/>
          </p:nvPr>
        </p:nvSpPr>
        <p:spPr>
          <a:xfrm>
            <a:off x="1108894" y="3994999"/>
            <a:ext cx="9974217" cy="742949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buNone/>
              <a:defRPr sz="4000" b="0" i="0">
                <a:solidFill>
                  <a:schemeClr val="bg1"/>
                </a:solidFill>
                <a:latin typeface="+mj-lt"/>
                <a:ea typeface="PS TT Commons" charset="0"/>
                <a:cs typeface="PS TT Commons" charset="0"/>
              </a:defRPr>
            </a:lvl1pPr>
          </a:lstStyle>
          <a:p>
            <a:pPr lvl="0"/>
            <a:r>
              <a:rPr lang="en-US"/>
              <a:t>Topic or Title Introduction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2" hasCustomPrompt="1"/>
          </p:nvPr>
        </p:nvSpPr>
        <p:spPr>
          <a:xfrm>
            <a:off x="3015080" y="4830236"/>
            <a:ext cx="6161845" cy="113877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133" b="0" i="0" baseline="0">
                <a:solidFill>
                  <a:schemeClr val="bg1"/>
                </a:solidFill>
                <a:latin typeface="PS TT Commons" charset="0"/>
                <a:ea typeface="PS TT Commons" charset="0"/>
                <a:cs typeface="PS TT Commons" charset="0"/>
              </a:defRPr>
            </a:lvl1pPr>
          </a:lstStyle>
          <a:p>
            <a:pPr lvl="0"/>
            <a:r>
              <a:rPr lang="en-US"/>
              <a:t>Add a short bit of description text in this area. This should be a quick intro slide to an idea without a lot of text. Stick to a few sentences.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220226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 Six Item List with Ic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lang="en-US">
                <a:effectLst/>
              </a:defRPr>
            </a:lvl1pPr>
          </a:lstStyle>
          <a:p>
            <a:r>
              <a:rPr lang="en-US">
                <a:solidFill>
                  <a:srgbClr val="1A1A1A"/>
                </a:solidFill>
                <a:effectLst/>
                <a:latin typeface="PS TT Commons Light" charset="0"/>
              </a:rPr>
              <a:t>Two Column Six Item List with Icons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 hasCustomPrompt="1"/>
          </p:nvPr>
        </p:nvSpPr>
        <p:spPr>
          <a:xfrm>
            <a:off x="2159000" y="1564247"/>
            <a:ext cx="3657600" cy="1341120"/>
          </a:xfrm>
          <a:prstGeom prst="rect">
            <a:avLst/>
          </a:prstGeom>
        </p:spPr>
        <p:txBody>
          <a:bodyPr lIns="0" anchor="ctr">
            <a:noAutofit/>
          </a:bodyPr>
          <a:lstStyle>
            <a:lvl1pPr>
              <a:defRPr sz="2267" b="0" i="0">
                <a:latin typeface="+mn-lt"/>
                <a:ea typeface="PS TT Commons Medium" charset="0"/>
                <a:cs typeface="PS TT Commons Medium" charset="0"/>
              </a:defRPr>
            </a:lvl1pPr>
          </a:lstStyle>
          <a:p>
            <a:pPr lvl="0"/>
            <a:r>
              <a:rPr lang="en-US"/>
              <a:t>Click to add text 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1" hasCustomPrompt="1"/>
          </p:nvPr>
        </p:nvSpPr>
        <p:spPr>
          <a:xfrm>
            <a:off x="2159000" y="3111195"/>
            <a:ext cx="3657600" cy="1341120"/>
          </a:xfrm>
          <a:prstGeom prst="rect">
            <a:avLst/>
          </a:prstGeom>
        </p:spPr>
        <p:txBody>
          <a:bodyPr lIns="0" anchor="ctr">
            <a:noAutofit/>
          </a:bodyPr>
          <a:lstStyle>
            <a:lvl1pPr>
              <a:defRPr sz="2267" b="0" i="0">
                <a:latin typeface="+mn-lt"/>
                <a:ea typeface="PS TT Commons Medium" charset="0"/>
                <a:cs typeface="PS TT Commons Medium" charset="0"/>
              </a:defRPr>
            </a:lvl1pPr>
          </a:lstStyle>
          <a:p>
            <a:pPr lvl="0"/>
            <a:r>
              <a:rPr lang="en-US"/>
              <a:t>Click to add text 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2" hasCustomPrompt="1"/>
          </p:nvPr>
        </p:nvSpPr>
        <p:spPr>
          <a:xfrm>
            <a:off x="2159000" y="4658143"/>
            <a:ext cx="3657600" cy="1341120"/>
          </a:xfrm>
          <a:prstGeom prst="rect">
            <a:avLst/>
          </a:prstGeom>
        </p:spPr>
        <p:txBody>
          <a:bodyPr lIns="0" anchor="ctr">
            <a:noAutofit/>
          </a:bodyPr>
          <a:lstStyle>
            <a:lvl1pPr>
              <a:defRPr sz="2267" b="0" i="0">
                <a:latin typeface="+mn-lt"/>
                <a:ea typeface="PS TT Commons Medium" charset="0"/>
                <a:cs typeface="PS TT Commons Medium" charset="0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 hasCustomPrompt="1"/>
          </p:nvPr>
        </p:nvSpPr>
        <p:spPr>
          <a:xfrm>
            <a:off x="7696200" y="1564247"/>
            <a:ext cx="3657600" cy="1341120"/>
          </a:xfrm>
          <a:prstGeom prst="rect">
            <a:avLst/>
          </a:prstGeom>
        </p:spPr>
        <p:txBody>
          <a:bodyPr lIns="0" anchor="ctr">
            <a:noAutofit/>
          </a:bodyPr>
          <a:lstStyle>
            <a:lvl1pPr>
              <a:defRPr sz="2267" b="0" i="0">
                <a:latin typeface="+mn-lt"/>
                <a:ea typeface="PS TT Commons Medium" charset="0"/>
                <a:cs typeface="PS TT Commons Medium" charset="0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12" name="Text Placeholder 11"/>
          <p:cNvSpPr>
            <a:spLocks noGrp="1"/>
          </p:cNvSpPr>
          <p:nvPr>
            <p:ph type="body" sz="quarter" idx="14" hasCustomPrompt="1"/>
          </p:nvPr>
        </p:nvSpPr>
        <p:spPr>
          <a:xfrm>
            <a:off x="7696200" y="3104093"/>
            <a:ext cx="3657600" cy="1341120"/>
          </a:xfrm>
          <a:prstGeom prst="rect">
            <a:avLst/>
          </a:prstGeom>
        </p:spPr>
        <p:txBody>
          <a:bodyPr lIns="0" anchor="ctr">
            <a:noAutofit/>
          </a:bodyPr>
          <a:lstStyle>
            <a:lvl1pPr>
              <a:defRPr sz="2267" b="0" i="0">
                <a:latin typeface="+mn-lt"/>
                <a:ea typeface="PS TT Commons Medium" charset="0"/>
                <a:cs typeface="PS TT Commons Medium" charset="0"/>
              </a:defRPr>
            </a:lvl1pPr>
          </a:lstStyle>
          <a:p>
            <a:pPr lvl="0"/>
            <a:r>
              <a:rPr lang="en-US"/>
              <a:t>Click to add text </a:t>
            </a:r>
          </a:p>
        </p:txBody>
      </p:sp>
      <p:sp>
        <p:nvSpPr>
          <p:cNvPr id="15" name="Text Placeholder 14"/>
          <p:cNvSpPr>
            <a:spLocks noGrp="1"/>
          </p:cNvSpPr>
          <p:nvPr>
            <p:ph type="body" sz="quarter" idx="15" hasCustomPrompt="1"/>
          </p:nvPr>
        </p:nvSpPr>
        <p:spPr>
          <a:xfrm>
            <a:off x="7696200" y="4658143"/>
            <a:ext cx="3657600" cy="1341120"/>
          </a:xfrm>
          <a:prstGeom prst="rect">
            <a:avLst/>
          </a:prstGeom>
        </p:spPr>
        <p:txBody>
          <a:bodyPr lIns="0" anchor="ctr">
            <a:noAutofit/>
          </a:bodyPr>
          <a:lstStyle>
            <a:lvl1pPr>
              <a:defRPr sz="2267" b="0" i="0">
                <a:latin typeface="+mn-lt"/>
                <a:ea typeface="PS TT Commons Medium" charset="0"/>
                <a:cs typeface="PS TT Commons Medium" charset="0"/>
              </a:defRPr>
            </a:lvl1pPr>
          </a:lstStyle>
          <a:p>
            <a:pPr lvl="0"/>
            <a:r>
              <a:rPr lang="en-US"/>
              <a:t>Click to add text </a:t>
            </a:r>
          </a:p>
        </p:txBody>
      </p:sp>
      <p:sp>
        <p:nvSpPr>
          <p:cNvPr id="17" name="Content Placeholder 16"/>
          <p:cNvSpPr>
            <a:spLocks noGrp="1"/>
          </p:cNvSpPr>
          <p:nvPr>
            <p:ph sz="quarter" idx="16" hasCustomPrompt="1"/>
          </p:nvPr>
        </p:nvSpPr>
        <p:spPr>
          <a:xfrm>
            <a:off x="838202" y="1690614"/>
            <a:ext cx="1093289" cy="1093289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1333" b="0" i="0">
                <a:latin typeface="PS TT Commons Book" charset="0"/>
                <a:ea typeface="PS TT Commons Book" charset="0"/>
                <a:cs typeface="PS TT Commons Book" charset="0"/>
              </a:defRPr>
            </a:lvl1pPr>
          </a:lstStyle>
          <a:p>
            <a:pPr lvl="0"/>
            <a:r>
              <a:rPr lang="en-US"/>
              <a:t>Click image icon</a:t>
            </a:r>
          </a:p>
        </p:txBody>
      </p:sp>
      <p:sp>
        <p:nvSpPr>
          <p:cNvPr id="18" name="Content Placeholder 16"/>
          <p:cNvSpPr>
            <a:spLocks noGrp="1"/>
          </p:cNvSpPr>
          <p:nvPr>
            <p:ph sz="quarter" idx="17" hasCustomPrompt="1"/>
          </p:nvPr>
        </p:nvSpPr>
        <p:spPr>
          <a:xfrm>
            <a:off x="838202" y="3235112"/>
            <a:ext cx="1093289" cy="1093289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1333" b="0" i="0" baseline="0">
                <a:latin typeface="PS TT Commons Book" charset="0"/>
                <a:ea typeface="PS TT Commons Book" charset="0"/>
                <a:cs typeface="PS TT Commons Book" charset="0"/>
              </a:defRPr>
            </a:lvl1pPr>
          </a:lstStyle>
          <a:p>
            <a:pPr lvl="0"/>
            <a:r>
              <a:rPr lang="en-US"/>
              <a:t>Click image icon</a:t>
            </a:r>
          </a:p>
        </p:txBody>
      </p:sp>
      <p:sp>
        <p:nvSpPr>
          <p:cNvPr id="23" name="Content Placeholder 16"/>
          <p:cNvSpPr>
            <a:spLocks noGrp="1"/>
          </p:cNvSpPr>
          <p:nvPr>
            <p:ph sz="quarter" idx="18" hasCustomPrompt="1"/>
          </p:nvPr>
        </p:nvSpPr>
        <p:spPr>
          <a:xfrm>
            <a:off x="838202" y="4782060"/>
            <a:ext cx="1093289" cy="1093289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1333" b="0" i="0">
                <a:latin typeface="PS TT Commons Book" charset="0"/>
                <a:ea typeface="PS TT Commons Book" charset="0"/>
                <a:cs typeface="PS TT Commons Book" charset="0"/>
              </a:defRPr>
            </a:lvl1pPr>
          </a:lstStyle>
          <a:p>
            <a:pPr lvl="0"/>
            <a:r>
              <a:rPr lang="en-US"/>
              <a:t>Click image icon</a:t>
            </a:r>
          </a:p>
        </p:txBody>
      </p:sp>
      <p:sp>
        <p:nvSpPr>
          <p:cNvPr id="24" name="Content Placeholder 16"/>
          <p:cNvSpPr>
            <a:spLocks noGrp="1"/>
          </p:cNvSpPr>
          <p:nvPr>
            <p:ph sz="quarter" idx="19" hasCustomPrompt="1"/>
          </p:nvPr>
        </p:nvSpPr>
        <p:spPr>
          <a:xfrm>
            <a:off x="6368387" y="1690614"/>
            <a:ext cx="1093289" cy="1093289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1333" b="0" i="0">
                <a:latin typeface="PS TT Commons Book" charset="0"/>
                <a:ea typeface="PS TT Commons Book" charset="0"/>
                <a:cs typeface="PS TT Commons Book" charset="0"/>
              </a:defRPr>
            </a:lvl1pPr>
          </a:lstStyle>
          <a:p>
            <a:pPr lvl="0"/>
            <a:r>
              <a:rPr lang="en-US"/>
              <a:t>Click image icon</a:t>
            </a:r>
          </a:p>
        </p:txBody>
      </p:sp>
      <p:sp>
        <p:nvSpPr>
          <p:cNvPr id="25" name="Content Placeholder 16"/>
          <p:cNvSpPr>
            <a:spLocks noGrp="1"/>
          </p:cNvSpPr>
          <p:nvPr>
            <p:ph sz="quarter" idx="20" hasCustomPrompt="1"/>
          </p:nvPr>
        </p:nvSpPr>
        <p:spPr>
          <a:xfrm>
            <a:off x="6368387" y="3235112"/>
            <a:ext cx="1093289" cy="1093289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1333" b="0" i="0" baseline="0">
                <a:latin typeface="PS TT Commons Book" charset="0"/>
                <a:ea typeface="PS TT Commons Book" charset="0"/>
                <a:cs typeface="PS TT Commons Book" charset="0"/>
              </a:defRPr>
            </a:lvl1pPr>
          </a:lstStyle>
          <a:p>
            <a:pPr lvl="0"/>
            <a:r>
              <a:rPr lang="en-US"/>
              <a:t>Click image icon</a:t>
            </a:r>
          </a:p>
        </p:txBody>
      </p:sp>
      <p:sp>
        <p:nvSpPr>
          <p:cNvPr id="26" name="Content Placeholder 16"/>
          <p:cNvSpPr>
            <a:spLocks noGrp="1"/>
          </p:cNvSpPr>
          <p:nvPr>
            <p:ph sz="quarter" idx="21" hasCustomPrompt="1"/>
          </p:nvPr>
        </p:nvSpPr>
        <p:spPr>
          <a:xfrm>
            <a:off x="6368387" y="4782060"/>
            <a:ext cx="1093289" cy="1093289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1333" b="0" i="0">
                <a:latin typeface="PS TT Commons Book" charset="0"/>
                <a:ea typeface="PS TT Commons Book" charset="0"/>
                <a:cs typeface="PS TT Commons Book" charset="0"/>
              </a:defRPr>
            </a:lvl1pPr>
          </a:lstStyle>
          <a:p>
            <a:pPr lvl="0"/>
            <a:r>
              <a:rPr lang="en-US"/>
              <a:t>Click image icon</a:t>
            </a:r>
          </a:p>
        </p:txBody>
      </p:sp>
    </p:spTree>
    <p:extLst>
      <p:ext uri="{BB962C8B-B14F-4D97-AF65-F5344CB8AC3E}">
        <p14:creationId xmlns:p14="http://schemas.microsoft.com/office/powerpoint/2010/main" val="1939720468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xt Left | Three Item Chunking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/>
            </a:lvl1pPr>
          </a:lstStyle>
          <a:p>
            <a:r>
              <a:rPr lang="en-US"/>
              <a:t>Click to Add Title in Title Case</a:t>
            </a:r>
          </a:p>
        </p:txBody>
      </p:sp>
      <p:sp>
        <p:nvSpPr>
          <p:cNvPr id="3" name="Text Placeholder 9"/>
          <p:cNvSpPr>
            <a:spLocks noGrp="1"/>
          </p:cNvSpPr>
          <p:nvPr>
            <p:ph type="body" sz="quarter" idx="13" hasCustomPrompt="1"/>
          </p:nvPr>
        </p:nvSpPr>
        <p:spPr>
          <a:xfrm>
            <a:off x="7199085" y="1715195"/>
            <a:ext cx="4154715" cy="1341120"/>
          </a:xfrm>
          <a:prstGeom prst="rect">
            <a:avLst/>
          </a:prstGeom>
        </p:spPr>
        <p:txBody>
          <a:bodyPr lIns="0" anchor="ctr">
            <a:noAutofit/>
          </a:bodyPr>
          <a:lstStyle>
            <a:lvl1pPr>
              <a:defRPr sz="2267" b="0" i="0" baseline="0">
                <a:latin typeface="+mn-lt"/>
                <a:ea typeface="PS TT Commons Medium" charset="0"/>
                <a:cs typeface="PS TT Commons Medium" charset="0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4" name="Text Placeholder 11"/>
          <p:cNvSpPr>
            <a:spLocks noGrp="1"/>
          </p:cNvSpPr>
          <p:nvPr>
            <p:ph type="body" sz="quarter" idx="14" hasCustomPrompt="1"/>
          </p:nvPr>
        </p:nvSpPr>
        <p:spPr>
          <a:xfrm>
            <a:off x="7199085" y="3255041"/>
            <a:ext cx="4154715" cy="1341120"/>
          </a:xfrm>
          <a:prstGeom prst="rect">
            <a:avLst/>
          </a:prstGeom>
        </p:spPr>
        <p:txBody>
          <a:bodyPr lIns="0" anchor="ctr">
            <a:noAutofit/>
          </a:bodyPr>
          <a:lstStyle>
            <a:lvl1pPr>
              <a:defRPr sz="2267" b="0" i="0">
                <a:latin typeface="+mn-lt"/>
                <a:ea typeface="PS TT Commons Medium" charset="0"/>
                <a:cs typeface="PS TT Commons Medium" charset="0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5" name="Text Placeholder 14"/>
          <p:cNvSpPr>
            <a:spLocks noGrp="1"/>
          </p:cNvSpPr>
          <p:nvPr>
            <p:ph type="body" sz="quarter" idx="15" hasCustomPrompt="1"/>
          </p:nvPr>
        </p:nvSpPr>
        <p:spPr>
          <a:xfrm>
            <a:off x="7199085" y="4809091"/>
            <a:ext cx="4154715" cy="1341120"/>
          </a:xfrm>
          <a:prstGeom prst="rect">
            <a:avLst/>
          </a:prstGeom>
        </p:spPr>
        <p:txBody>
          <a:bodyPr lIns="0" anchor="ctr">
            <a:noAutofit/>
          </a:bodyPr>
          <a:lstStyle>
            <a:lvl1pPr>
              <a:defRPr sz="2267" b="0" i="0">
                <a:latin typeface="+mn-lt"/>
                <a:ea typeface="PS TT Commons Medium" charset="0"/>
                <a:cs typeface="PS TT Commons Medium" charset="0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6" name="Content Placeholder 16"/>
          <p:cNvSpPr>
            <a:spLocks noGrp="1"/>
          </p:cNvSpPr>
          <p:nvPr>
            <p:ph sz="quarter" idx="19" hasCustomPrompt="1"/>
          </p:nvPr>
        </p:nvSpPr>
        <p:spPr>
          <a:xfrm>
            <a:off x="5852162" y="1841562"/>
            <a:ext cx="1093289" cy="1093289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1333" b="0" i="0">
                <a:latin typeface="PS TT Commons Book" charset="0"/>
                <a:ea typeface="PS TT Commons Book" charset="0"/>
                <a:cs typeface="PS TT Commons Book" charset="0"/>
              </a:defRPr>
            </a:lvl1pPr>
          </a:lstStyle>
          <a:p>
            <a:pPr lvl="0"/>
            <a:r>
              <a:rPr lang="en-US"/>
              <a:t>Click image icon</a:t>
            </a:r>
          </a:p>
        </p:txBody>
      </p:sp>
      <p:sp>
        <p:nvSpPr>
          <p:cNvPr id="7" name="Content Placeholder 16"/>
          <p:cNvSpPr>
            <a:spLocks noGrp="1"/>
          </p:cNvSpPr>
          <p:nvPr>
            <p:ph sz="quarter" idx="20" hasCustomPrompt="1"/>
          </p:nvPr>
        </p:nvSpPr>
        <p:spPr>
          <a:xfrm>
            <a:off x="5852162" y="3386059"/>
            <a:ext cx="1093289" cy="1093289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1333" b="0" i="0" baseline="0">
                <a:latin typeface="PS TT Commons Book" charset="0"/>
                <a:ea typeface="PS TT Commons Book" charset="0"/>
                <a:cs typeface="PS TT Commons Book" charset="0"/>
              </a:defRPr>
            </a:lvl1pPr>
          </a:lstStyle>
          <a:p>
            <a:pPr lvl="0"/>
            <a:r>
              <a:rPr lang="en-US"/>
              <a:t>Click image icon</a:t>
            </a:r>
          </a:p>
        </p:txBody>
      </p:sp>
      <p:sp>
        <p:nvSpPr>
          <p:cNvPr id="8" name="Content Placeholder 16"/>
          <p:cNvSpPr>
            <a:spLocks noGrp="1"/>
          </p:cNvSpPr>
          <p:nvPr>
            <p:ph sz="quarter" idx="21" hasCustomPrompt="1"/>
          </p:nvPr>
        </p:nvSpPr>
        <p:spPr>
          <a:xfrm>
            <a:off x="5852162" y="4933008"/>
            <a:ext cx="1093289" cy="1093289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1333" b="0" i="0">
                <a:latin typeface="PS TT Commons Book" charset="0"/>
                <a:ea typeface="PS TT Commons Book" charset="0"/>
                <a:cs typeface="PS TT Commons Book" charset="0"/>
              </a:defRPr>
            </a:lvl1pPr>
          </a:lstStyle>
          <a:p>
            <a:pPr lvl="0"/>
            <a:r>
              <a:rPr lang="en-US"/>
              <a:t>Click image icon</a:t>
            </a:r>
          </a:p>
        </p:txBody>
      </p:sp>
      <p:sp>
        <p:nvSpPr>
          <p:cNvPr id="11" name="Text Placeholder 7"/>
          <p:cNvSpPr>
            <a:spLocks noGrp="1"/>
          </p:cNvSpPr>
          <p:nvPr>
            <p:ph type="body" sz="quarter" idx="10" hasCustomPrompt="1"/>
          </p:nvPr>
        </p:nvSpPr>
        <p:spPr>
          <a:xfrm>
            <a:off x="838200" y="1564249"/>
            <a:ext cx="4491445" cy="4728425"/>
          </a:xfrm>
          <a:prstGeom prst="rect">
            <a:avLst/>
          </a:prstGeom>
        </p:spPr>
        <p:txBody>
          <a:bodyPr lIns="0" anchor="ctr">
            <a:noAutofit/>
          </a:bodyPr>
          <a:lstStyle>
            <a:lvl1pPr algn="l">
              <a:defRPr sz="2267" b="0" i="0" baseline="0">
                <a:solidFill>
                  <a:schemeClr val="accent1"/>
                </a:solidFill>
                <a:latin typeface="+mn-lt"/>
                <a:ea typeface="PS TT Commons DemiBold" charset="0"/>
                <a:cs typeface="PS TT Commons DemiBold" charset="0"/>
              </a:defRPr>
            </a:lvl1pPr>
            <a:lvl2pPr algn="l">
              <a:buSzPct val="100000"/>
              <a:defRPr sz="2267" b="0" i="0">
                <a:solidFill>
                  <a:schemeClr val="accent1"/>
                </a:solidFill>
                <a:latin typeface="PS TT Commons" charset="0"/>
                <a:ea typeface="PS TT Commons" charset="0"/>
                <a:cs typeface="PS TT Commons" charset="0"/>
              </a:defRPr>
            </a:lvl2pPr>
            <a:lvl3pPr algn="l">
              <a:defRPr sz="2267" b="0" i="0">
                <a:solidFill>
                  <a:schemeClr val="accent1"/>
                </a:solidFill>
                <a:latin typeface="PS TT Commons" charset="0"/>
                <a:ea typeface="PS TT Commons" charset="0"/>
                <a:cs typeface="PS TT Commons" charset="0"/>
              </a:defRPr>
            </a:lvl3pPr>
            <a:lvl4pPr algn="l">
              <a:defRPr sz="2267" b="0" i="0">
                <a:solidFill>
                  <a:schemeClr val="accent1"/>
                </a:solidFill>
                <a:latin typeface="PS TT Commons" charset="0"/>
                <a:ea typeface="PS TT Commons" charset="0"/>
                <a:cs typeface="PS TT Commons" charset="0"/>
              </a:defRPr>
            </a:lvl4pPr>
            <a:lvl5pPr algn="l">
              <a:defRPr sz="2267" b="0" i="0">
                <a:solidFill>
                  <a:schemeClr val="accent1"/>
                </a:solidFill>
                <a:latin typeface="PS TT Commons" charset="0"/>
                <a:ea typeface="PS TT Commons" charset="0"/>
                <a:cs typeface="PS TT Commons" charset="0"/>
              </a:defRPr>
            </a:lvl5pPr>
          </a:lstStyle>
          <a:p>
            <a:pPr lvl="0"/>
            <a:r>
              <a:rPr lang="en-US"/>
              <a:t>Click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9" name="TextBox 8"/>
          <p:cNvSpPr txBox="1"/>
          <p:nvPr userDrawn="1"/>
        </p:nvSpPr>
        <p:spPr>
          <a:xfrm>
            <a:off x="3706368" y="4767072"/>
            <a:ext cx="609600" cy="609600"/>
          </a:xfrm>
          <a:prstGeom prst="rect">
            <a:avLst/>
          </a:prstGeom>
        </p:spPr>
        <p:txBody>
          <a:bodyPr vert="horz" wrap="none" lIns="0" tIns="21980" rIns="43959" bIns="21980" rtlCol="0" anchor="b" anchorCtr="0">
            <a:noAutofit/>
          </a:bodyPr>
          <a:lstStyle/>
          <a:p>
            <a:pPr marL="0" marR="0" indent="0" algn="l" defTabSz="293016" rtl="0" eaLnBrk="1" fontAlgn="auto" latinLnBrk="0" hangingPunct="1">
              <a:lnSpc>
                <a:spcPct val="85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2350" b="0" i="0" u="none" strike="noStrike" kern="1200" cap="none" spc="0" normalizeH="0" baseline="0" noProof="0" dirty="0">
              <a:ln>
                <a:noFill/>
              </a:ln>
              <a:solidFill>
                <a:srgbClr val="E5E5E5">
                  <a:lumMod val="10000"/>
                </a:srgbClr>
              </a:solidFill>
              <a:effectLst/>
              <a:uLnTx/>
              <a:uFillTx/>
              <a:latin typeface="PS TT Commons" charset="0"/>
              <a:ea typeface="PS TT Commons" charset="0"/>
              <a:cs typeface="PS TT Commons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65076067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xt Right | Three Item Chunk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Add Title in Title Case</a:t>
            </a:r>
          </a:p>
        </p:txBody>
      </p:sp>
      <p:sp>
        <p:nvSpPr>
          <p:cNvPr id="3" name="Text Placeholder 9"/>
          <p:cNvSpPr>
            <a:spLocks noGrp="1"/>
          </p:cNvSpPr>
          <p:nvPr>
            <p:ph type="body" sz="quarter" idx="13" hasCustomPrompt="1"/>
          </p:nvPr>
        </p:nvSpPr>
        <p:spPr>
          <a:xfrm>
            <a:off x="2185126" y="1718052"/>
            <a:ext cx="4212772" cy="1341120"/>
          </a:xfrm>
          <a:prstGeom prst="rect">
            <a:avLst/>
          </a:prstGeom>
        </p:spPr>
        <p:txBody>
          <a:bodyPr lIns="0" anchor="ctr">
            <a:noAutofit/>
          </a:bodyPr>
          <a:lstStyle>
            <a:lvl1pPr>
              <a:defRPr sz="2267" b="0" i="0">
                <a:latin typeface="+mn-lt"/>
                <a:ea typeface="PS TT Commons Medium" charset="0"/>
                <a:cs typeface="PS TT Commons Medium" charset="0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4" name="Text Placeholder 11"/>
          <p:cNvSpPr>
            <a:spLocks noGrp="1"/>
          </p:cNvSpPr>
          <p:nvPr>
            <p:ph type="body" sz="quarter" idx="14" hasCustomPrompt="1"/>
          </p:nvPr>
        </p:nvSpPr>
        <p:spPr>
          <a:xfrm>
            <a:off x="2185126" y="3257899"/>
            <a:ext cx="4212772" cy="1341120"/>
          </a:xfrm>
          <a:prstGeom prst="rect">
            <a:avLst/>
          </a:prstGeom>
        </p:spPr>
        <p:txBody>
          <a:bodyPr lIns="0" anchor="ctr">
            <a:noAutofit/>
          </a:bodyPr>
          <a:lstStyle>
            <a:lvl1pPr>
              <a:defRPr sz="2267" b="0" i="0" baseline="0">
                <a:latin typeface="+mn-lt"/>
                <a:ea typeface="PS TT Commons Medium" charset="0"/>
                <a:cs typeface="PS TT Commons Medium" charset="0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5" name="Text Placeholder 14"/>
          <p:cNvSpPr>
            <a:spLocks noGrp="1"/>
          </p:cNvSpPr>
          <p:nvPr>
            <p:ph type="body" sz="quarter" idx="15" hasCustomPrompt="1"/>
          </p:nvPr>
        </p:nvSpPr>
        <p:spPr>
          <a:xfrm>
            <a:off x="2185126" y="4811948"/>
            <a:ext cx="4212772" cy="1341120"/>
          </a:xfrm>
          <a:prstGeom prst="rect">
            <a:avLst/>
          </a:prstGeom>
        </p:spPr>
        <p:txBody>
          <a:bodyPr lIns="0" anchor="ctr">
            <a:noAutofit/>
          </a:bodyPr>
          <a:lstStyle>
            <a:lvl1pPr>
              <a:defRPr sz="2267" b="0" i="0">
                <a:latin typeface="+mn-lt"/>
                <a:ea typeface="PS TT Commons Medium" charset="0"/>
                <a:cs typeface="PS TT Commons Medium" charset="0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6" name="Content Placeholder 16"/>
          <p:cNvSpPr>
            <a:spLocks noGrp="1"/>
          </p:cNvSpPr>
          <p:nvPr>
            <p:ph sz="quarter" idx="19" hasCustomPrompt="1"/>
          </p:nvPr>
        </p:nvSpPr>
        <p:spPr>
          <a:xfrm>
            <a:off x="838202" y="1844420"/>
            <a:ext cx="1093289" cy="1093289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1333" b="0" i="0">
                <a:latin typeface="PS TT Commons Book" charset="0"/>
                <a:ea typeface="PS TT Commons Book" charset="0"/>
                <a:cs typeface="PS TT Commons Book" charset="0"/>
              </a:defRPr>
            </a:lvl1pPr>
          </a:lstStyle>
          <a:p>
            <a:pPr lvl="0"/>
            <a:r>
              <a:rPr lang="en-US"/>
              <a:t>Click image icon</a:t>
            </a:r>
          </a:p>
        </p:txBody>
      </p:sp>
      <p:sp>
        <p:nvSpPr>
          <p:cNvPr id="7" name="Content Placeholder 16"/>
          <p:cNvSpPr>
            <a:spLocks noGrp="1"/>
          </p:cNvSpPr>
          <p:nvPr>
            <p:ph sz="quarter" idx="20" hasCustomPrompt="1"/>
          </p:nvPr>
        </p:nvSpPr>
        <p:spPr>
          <a:xfrm>
            <a:off x="838202" y="3388917"/>
            <a:ext cx="1093289" cy="1093289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1333" b="0" i="0" baseline="0">
                <a:latin typeface="PS TT Commons Book" charset="0"/>
                <a:ea typeface="PS TT Commons Book" charset="0"/>
                <a:cs typeface="PS TT Commons Book" charset="0"/>
              </a:defRPr>
            </a:lvl1pPr>
          </a:lstStyle>
          <a:p>
            <a:pPr lvl="0"/>
            <a:r>
              <a:rPr lang="en-US"/>
              <a:t>Click image icon</a:t>
            </a:r>
          </a:p>
        </p:txBody>
      </p:sp>
      <p:sp>
        <p:nvSpPr>
          <p:cNvPr id="8" name="Content Placeholder 16"/>
          <p:cNvSpPr>
            <a:spLocks noGrp="1"/>
          </p:cNvSpPr>
          <p:nvPr>
            <p:ph sz="quarter" idx="21" hasCustomPrompt="1"/>
          </p:nvPr>
        </p:nvSpPr>
        <p:spPr>
          <a:xfrm>
            <a:off x="838202" y="4935865"/>
            <a:ext cx="1093289" cy="1093289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1333" b="0" i="0">
                <a:latin typeface="PS TT Commons Book" charset="0"/>
                <a:ea typeface="PS TT Commons Book" charset="0"/>
                <a:cs typeface="PS TT Commons Book" charset="0"/>
              </a:defRPr>
            </a:lvl1pPr>
          </a:lstStyle>
          <a:p>
            <a:pPr lvl="0"/>
            <a:r>
              <a:rPr lang="en-US"/>
              <a:t>Click image icon</a:t>
            </a:r>
          </a:p>
        </p:txBody>
      </p:sp>
      <p:sp>
        <p:nvSpPr>
          <p:cNvPr id="9" name="Text Placeholder 7"/>
          <p:cNvSpPr>
            <a:spLocks noGrp="1"/>
          </p:cNvSpPr>
          <p:nvPr>
            <p:ph type="body" sz="quarter" idx="10" hasCustomPrompt="1"/>
          </p:nvPr>
        </p:nvSpPr>
        <p:spPr>
          <a:xfrm>
            <a:off x="6862356" y="1564249"/>
            <a:ext cx="4491445" cy="4728425"/>
          </a:xfrm>
          <a:prstGeom prst="rect">
            <a:avLst/>
          </a:prstGeom>
        </p:spPr>
        <p:txBody>
          <a:bodyPr lIns="0" anchor="ctr">
            <a:noAutofit/>
          </a:bodyPr>
          <a:lstStyle>
            <a:lvl1pPr algn="l">
              <a:defRPr sz="2267" b="0" i="0" baseline="0">
                <a:solidFill>
                  <a:schemeClr val="accent1"/>
                </a:solidFill>
                <a:latin typeface="+mn-lt"/>
                <a:ea typeface="PS TT Commons DemiBold" charset="0"/>
                <a:cs typeface="PS TT Commons DemiBold" charset="0"/>
              </a:defRPr>
            </a:lvl1pPr>
            <a:lvl2pPr algn="l">
              <a:buSzPct val="100000"/>
              <a:defRPr sz="2267" b="0" i="0">
                <a:solidFill>
                  <a:schemeClr val="accent1"/>
                </a:solidFill>
                <a:latin typeface="PS TT Commons" charset="0"/>
                <a:ea typeface="PS TT Commons" charset="0"/>
                <a:cs typeface="PS TT Commons" charset="0"/>
              </a:defRPr>
            </a:lvl2pPr>
            <a:lvl3pPr algn="l">
              <a:defRPr sz="2267" b="0" i="0">
                <a:solidFill>
                  <a:schemeClr val="accent1"/>
                </a:solidFill>
                <a:latin typeface="PS TT Commons" charset="0"/>
                <a:ea typeface="PS TT Commons" charset="0"/>
                <a:cs typeface="PS TT Commons" charset="0"/>
              </a:defRPr>
            </a:lvl3pPr>
            <a:lvl4pPr algn="l">
              <a:defRPr sz="2267" b="0" i="0">
                <a:solidFill>
                  <a:schemeClr val="accent1"/>
                </a:solidFill>
                <a:latin typeface="PS TT Commons" charset="0"/>
                <a:ea typeface="PS TT Commons" charset="0"/>
                <a:cs typeface="PS TT Commons" charset="0"/>
              </a:defRPr>
            </a:lvl4pPr>
            <a:lvl5pPr algn="l">
              <a:defRPr sz="2267" b="0" i="0">
                <a:solidFill>
                  <a:schemeClr val="accent1"/>
                </a:solidFill>
                <a:latin typeface="PS TT Commons" charset="0"/>
                <a:ea typeface="PS TT Commons" charset="0"/>
                <a:cs typeface="PS TT Commons" charset="0"/>
              </a:defRPr>
            </a:lvl5pPr>
          </a:lstStyle>
          <a:p>
            <a:pPr lvl="0"/>
            <a:r>
              <a:rPr lang="en-US"/>
              <a:t>Click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92110250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scription Text and Three Item Ic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Description Text and Three Item Icons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quarter" idx="24" hasCustomPrompt="1"/>
          </p:nvPr>
        </p:nvSpPr>
        <p:spPr>
          <a:xfrm>
            <a:off x="838200" y="4850283"/>
            <a:ext cx="3190965" cy="340028"/>
          </a:xfrm>
          <a:prstGeom prst="rect">
            <a:avLst/>
          </a:prstGeom>
        </p:spPr>
        <p:txBody>
          <a:bodyPr lIns="0" anchor="ctr">
            <a:noAutofit/>
          </a:bodyPr>
          <a:lstStyle>
            <a:lvl1pPr algn="ctr">
              <a:defRPr sz="2267" b="0" i="0">
                <a:solidFill>
                  <a:schemeClr val="accent1"/>
                </a:solidFill>
                <a:latin typeface="+mn-lt"/>
                <a:ea typeface="PS TT Commons Medium" charset="0"/>
                <a:cs typeface="PS TT Commons Medium" charset="0"/>
              </a:defRPr>
            </a:lvl1pPr>
          </a:lstStyle>
          <a:p>
            <a:pPr lvl="0"/>
            <a:r>
              <a:rPr lang="en-US"/>
              <a:t>Add text here</a:t>
            </a:r>
          </a:p>
        </p:txBody>
      </p:sp>
      <p:sp>
        <p:nvSpPr>
          <p:cNvPr id="13" name="Content Placeholder 16"/>
          <p:cNvSpPr>
            <a:spLocks noGrp="1"/>
          </p:cNvSpPr>
          <p:nvPr>
            <p:ph sz="quarter" idx="25" hasCustomPrompt="1"/>
          </p:nvPr>
        </p:nvSpPr>
        <p:spPr>
          <a:xfrm>
            <a:off x="838200" y="2879637"/>
            <a:ext cx="3190965" cy="1704039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2000">
                <a:latin typeface="+mj-lt"/>
              </a:defRPr>
            </a:lvl1pPr>
          </a:lstStyle>
          <a:p>
            <a:pPr lvl="0"/>
            <a:r>
              <a:rPr lang="en-US"/>
              <a:t>Click image icon</a:t>
            </a:r>
          </a:p>
        </p:txBody>
      </p:sp>
      <p:sp>
        <p:nvSpPr>
          <p:cNvPr id="14" name="Text Placeholder 3"/>
          <p:cNvSpPr>
            <a:spLocks noGrp="1"/>
          </p:cNvSpPr>
          <p:nvPr>
            <p:ph type="body" sz="quarter" idx="26" hasCustomPrompt="1"/>
          </p:nvPr>
        </p:nvSpPr>
        <p:spPr>
          <a:xfrm>
            <a:off x="838200" y="5294359"/>
            <a:ext cx="3190965" cy="1057095"/>
          </a:xfrm>
          <a:prstGeom prst="rect">
            <a:avLst/>
          </a:prstGeom>
        </p:spPr>
        <p:txBody>
          <a:bodyPr lIns="0" anchor="t">
            <a:noAutofit/>
          </a:bodyPr>
          <a:lstStyle>
            <a:lvl1pPr algn="ctr">
              <a:defRPr sz="2000" b="0" i="0">
                <a:solidFill>
                  <a:schemeClr val="tx1"/>
                </a:solidFill>
                <a:latin typeface="+mn-lt"/>
                <a:ea typeface="PS TT Commons" charset="0"/>
                <a:cs typeface="PS TT Commons" charset="0"/>
              </a:defRPr>
            </a:lvl1pPr>
          </a:lstStyle>
          <a:p>
            <a:pPr lvl="0"/>
            <a:r>
              <a:rPr lang="en-US"/>
              <a:t>Add description text on these lines. Keep it short and simple. </a:t>
            </a:r>
          </a:p>
        </p:txBody>
      </p:sp>
      <p:sp>
        <p:nvSpPr>
          <p:cNvPr id="18" name="Text Placeholder 3"/>
          <p:cNvSpPr>
            <a:spLocks noGrp="1"/>
          </p:cNvSpPr>
          <p:nvPr>
            <p:ph type="body" sz="quarter" idx="27" hasCustomPrompt="1"/>
          </p:nvPr>
        </p:nvSpPr>
        <p:spPr>
          <a:xfrm>
            <a:off x="8162836" y="4850283"/>
            <a:ext cx="3190965" cy="340028"/>
          </a:xfrm>
          <a:prstGeom prst="rect">
            <a:avLst/>
          </a:prstGeom>
        </p:spPr>
        <p:txBody>
          <a:bodyPr lIns="0" anchor="ctr">
            <a:noAutofit/>
          </a:bodyPr>
          <a:lstStyle>
            <a:lvl1pPr algn="ctr">
              <a:defRPr sz="2267" b="0" i="0">
                <a:solidFill>
                  <a:schemeClr val="accent1"/>
                </a:solidFill>
                <a:latin typeface="+mn-lt"/>
                <a:ea typeface="PS TT Commons Medium" charset="0"/>
                <a:cs typeface="PS TT Commons Medium" charset="0"/>
              </a:defRPr>
            </a:lvl1pPr>
          </a:lstStyle>
          <a:p>
            <a:pPr lvl="0"/>
            <a:r>
              <a:rPr lang="en-US"/>
              <a:t>Add text here</a:t>
            </a:r>
          </a:p>
        </p:txBody>
      </p:sp>
      <p:sp>
        <p:nvSpPr>
          <p:cNvPr id="19" name="Content Placeholder 16"/>
          <p:cNvSpPr>
            <a:spLocks noGrp="1"/>
          </p:cNvSpPr>
          <p:nvPr>
            <p:ph sz="quarter" idx="28" hasCustomPrompt="1"/>
          </p:nvPr>
        </p:nvSpPr>
        <p:spPr>
          <a:xfrm>
            <a:off x="8162836" y="2879637"/>
            <a:ext cx="3190964" cy="1704039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2000">
                <a:latin typeface="+mj-lt"/>
              </a:defRPr>
            </a:lvl1pPr>
          </a:lstStyle>
          <a:p>
            <a:pPr lvl="0"/>
            <a:r>
              <a:rPr lang="en-US"/>
              <a:t>Click image icon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quarter" idx="29" hasCustomPrompt="1"/>
          </p:nvPr>
        </p:nvSpPr>
        <p:spPr>
          <a:xfrm>
            <a:off x="8162836" y="5294359"/>
            <a:ext cx="3190965" cy="1057095"/>
          </a:xfrm>
          <a:prstGeom prst="rect">
            <a:avLst/>
          </a:prstGeom>
        </p:spPr>
        <p:txBody>
          <a:bodyPr lIns="0" anchor="t">
            <a:noAutofit/>
          </a:bodyPr>
          <a:lstStyle>
            <a:lvl1pPr algn="ctr">
              <a:defRPr sz="2000" b="0" i="0">
                <a:solidFill>
                  <a:schemeClr val="tx1"/>
                </a:solidFill>
                <a:latin typeface="+mn-lt"/>
                <a:ea typeface="PS TT Commons" charset="0"/>
                <a:cs typeface="PS TT Commons" charset="0"/>
              </a:defRPr>
            </a:lvl1pPr>
          </a:lstStyle>
          <a:p>
            <a:pPr lvl="0"/>
            <a:r>
              <a:rPr lang="en-US"/>
              <a:t>Add description text on these lines. Keep it short and simple. </a:t>
            </a:r>
          </a:p>
        </p:txBody>
      </p:sp>
      <p:sp>
        <p:nvSpPr>
          <p:cNvPr id="21" name="Text Placeholder 3"/>
          <p:cNvSpPr>
            <a:spLocks noGrp="1"/>
          </p:cNvSpPr>
          <p:nvPr>
            <p:ph type="body" sz="quarter" idx="30" hasCustomPrompt="1"/>
          </p:nvPr>
        </p:nvSpPr>
        <p:spPr>
          <a:xfrm>
            <a:off x="4500519" y="4850283"/>
            <a:ext cx="3190965" cy="340028"/>
          </a:xfrm>
          <a:prstGeom prst="rect">
            <a:avLst/>
          </a:prstGeom>
        </p:spPr>
        <p:txBody>
          <a:bodyPr lIns="0" anchor="ctr">
            <a:noAutofit/>
          </a:bodyPr>
          <a:lstStyle>
            <a:lvl1pPr algn="ctr">
              <a:defRPr sz="2267" b="0" i="0">
                <a:solidFill>
                  <a:schemeClr val="accent1"/>
                </a:solidFill>
                <a:latin typeface="+mn-lt"/>
                <a:ea typeface="PS TT Commons Medium" charset="0"/>
                <a:cs typeface="PS TT Commons Medium" charset="0"/>
              </a:defRPr>
            </a:lvl1pPr>
          </a:lstStyle>
          <a:p>
            <a:pPr lvl="0"/>
            <a:r>
              <a:rPr lang="en-US"/>
              <a:t>Add text here</a:t>
            </a:r>
          </a:p>
        </p:txBody>
      </p:sp>
      <p:sp>
        <p:nvSpPr>
          <p:cNvPr id="22" name="Content Placeholder 16"/>
          <p:cNvSpPr>
            <a:spLocks noGrp="1"/>
          </p:cNvSpPr>
          <p:nvPr>
            <p:ph sz="quarter" idx="31" hasCustomPrompt="1"/>
          </p:nvPr>
        </p:nvSpPr>
        <p:spPr>
          <a:xfrm>
            <a:off x="4500519" y="2879637"/>
            <a:ext cx="3190965" cy="1704039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2000">
                <a:latin typeface="+mj-lt"/>
              </a:defRPr>
            </a:lvl1pPr>
          </a:lstStyle>
          <a:p>
            <a:pPr lvl="0"/>
            <a:r>
              <a:rPr lang="en-US"/>
              <a:t>Click image icon</a:t>
            </a:r>
          </a:p>
        </p:txBody>
      </p:sp>
      <p:sp>
        <p:nvSpPr>
          <p:cNvPr id="23" name="Text Placeholder 3"/>
          <p:cNvSpPr>
            <a:spLocks noGrp="1"/>
          </p:cNvSpPr>
          <p:nvPr>
            <p:ph type="body" sz="quarter" idx="32" hasCustomPrompt="1"/>
          </p:nvPr>
        </p:nvSpPr>
        <p:spPr>
          <a:xfrm>
            <a:off x="4500519" y="5294359"/>
            <a:ext cx="3190965" cy="1057095"/>
          </a:xfrm>
          <a:prstGeom prst="rect">
            <a:avLst/>
          </a:prstGeom>
        </p:spPr>
        <p:txBody>
          <a:bodyPr lIns="0" anchor="t">
            <a:noAutofit/>
          </a:bodyPr>
          <a:lstStyle>
            <a:lvl1pPr algn="ctr">
              <a:defRPr sz="2000" b="0" i="0">
                <a:solidFill>
                  <a:schemeClr val="tx1"/>
                </a:solidFill>
                <a:latin typeface="+mn-lt"/>
                <a:ea typeface="PS TT Commons" charset="0"/>
                <a:cs typeface="PS TT Commons" charset="0"/>
              </a:defRPr>
            </a:lvl1pPr>
          </a:lstStyle>
          <a:p>
            <a:pPr lvl="0"/>
            <a:r>
              <a:rPr lang="en-US"/>
              <a:t>Add description text on these lines. Keep it short and simple. </a:t>
            </a:r>
          </a:p>
        </p:txBody>
      </p:sp>
      <p:sp>
        <p:nvSpPr>
          <p:cNvPr id="25" name="Text Placeholder 24"/>
          <p:cNvSpPr>
            <a:spLocks noGrp="1"/>
          </p:cNvSpPr>
          <p:nvPr>
            <p:ph type="body" sz="quarter" idx="33" hasCustomPrompt="1"/>
          </p:nvPr>
        </p:nvSpPr>
        <p:spPr>
          <a:xfrm>
            <a:off x="838200" y="1381307"/>
            <a:ext cx="10515600" cy="1231720"/>
          </a:xfrm>
          <a:prstGeom prst="rect">
            <a:avLst/>
          </a:prstGeom>
        </p:spPr>
        <p:txBody>
          <a:bodyPr anchor="t">
            <a:noAutofit/>
          </a:bodyPr>
          <a:lstStyle>
            <a:lvl1pPr algn="ctr">
              <a:defRPr sz="2267" b="0" i="0">
                <a:latin typeface="+mn-lt"/>
                <a:ea typeface="PS TT Commons" charset="0"/>
                <a:cs typeface="PS TT Commons" charset="0"/>
              </a:defRPr>
            </a:lvl1pPr>
          </a:lstStyle>
          <a:p>
            <a:pPr lvl="0"/>
            <a:r>
              <a:rPr lang="en-US"/>
              <a:t>Add a short bit of description text in this area. Try keeping the text on a slide to a minimum. But sometimes we know descriptions are necessary.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59679217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con or Image Chunking: Two Item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/>
            </a:lvl1pPr>
          </a:lstStyle>
          <a:p>
            <a:r>
              <a:rPr lang="en-US"/>
              <a:t>Icon or Image Chunking: Two Items</a:t>
            </a:r>
          </a:p>
        </p:txBody>
      </p:sp>
      <p:sp>
        <p:nvSpPr>
          <p:cNvPr id="3" name="Content Placeholder 11"/>
          <p:cNvSpPr>
            <a:spLocks noGrp="1"/>
          </p:cNvSpPr>
          <p:nvPr>
            <p:ph sz="quarter" idx="12" hasCustomPrompt="1"/>
          </p:nvPr>
        </p:nvSpPr>
        <p:spPr>
          <a:xfrm>
            <a:off x="838200" y="1706881"/>
            <a:ext cx="5037184" cy="2542903"/>
          </a:xfrm>
          <a:prstGeom prst="rect">
            <a:avLst/>
          </a:prstGeom>
        </p:spPr>
        <p:txBody>
          <a:bodyPr lIns="182880" tIns="0" rIns="182880" bIns="0" anchor="ctr">
            <a:normAutofit/>
          </a:bodyPr>
          <a:lstStyle>
            <a:lvl1pPr marL="0" indent="0" algn="ctr">
              <a:buNone/>
              <a:defRPr sz="1867" b="0" i="0" baseline="0">
                <a:latin typeface="PS TT Commons Light" charset="0"/>
                <a:ea typeface="PS TT Commons Light" charset="0"/>
                <a:cs typeface="PS TT Commons Light" charset="0"/>
              </a:defRPr>
            </a:lvl1pPr>
            <a:lvl2pPr marL="396106" indent="0" algn="l">
              <a:buNone/>
              <a:defRPr sz="2933"/>
            </a:lvl2pPr>
            <a:lvl3pPr marL="794921" indent="0" algn="l">
              <a:buNone/>
              <a:defRPr sz="2933"/>
            </a:lvl3pPr>
            <a:lvl4pPr marL="1177464" indent="0" algn="l">
              <a:buNone/>
              <a:defRPr sz="2933"/>
            </a:lvl4pPr>
            <a:lvl5pPr marL="1462332" indent="0" algn="l">
              <a:buNone/>
              <a:defRPr sz="2933"/>
            </a:lvl5pPr>
          </a:lstStyle>
          <a:p>
            <a:pPr lvl="0"/>
            <a:r>
              <a:rPr lang="en-US"/>
              <a:t>To add image or icon, click the </a:t>
            </a:r>
            <a:br>
              <a:rPr lang="en-US"/>
            </a:br>
            <a:r>
              <a:rPr lang="en-US"/>
              <a:t>image icon or paste in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4" hasCustomPrompt="1"/>
          </p:nvPr>
        </p:nvSpPr>
        <p:spPr>
          <a:xfrm>
            <a:off x="838203" y="4506821"/>
            <a:ext cx="5037181" cy="1600793"/>
          </a:xfrm>
          <a:prstGeom prst="rect">
            <a:avLst/>
          </a:prstGeom>
        </p:spPr>
        <p:txBody>
          <a:bodyPr lIns="182880" tIns="0" rIns="182880" bIns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267" b="0" i="0">
                <a:latin typeface="+mn-lt"/>
                <a:ea typeface="PS TT Commons Medium" charset="0"/>
                <a:cs typeface="PS TT Commons Medium" charset="0"/>
              </a:defRPr>
            </a:lvl1pPr>
            <a:lvl2pPr>
              <a:defRPr/>
            </a:lvl2pPr>
          </a:lstStyle>
          <a:p>
            <a:pPr lvl="0"/>
            <a:r>
              <a:rPr lang="en-US" dirty="0"/>
              <a:t>Add text here</a:t>
            </a:r>
          </a:p>
        </p:txBody>
      </p:sp>
      <p:sp>
        <p:nvSpPr>
          <p:cNvPr id="7" name="Content Placeholder 11"/>
          <p:cNvSpPr>
            <a:spLocks noGrp="1"/>
          </p:cNvSpPr>
          <p:nvPr>
            <p:ph sz="quarter" idx="15" hasCustomPrompt="1"/>
          </p:nvPr>
        </p:nvSpPr>
        <p:spPr>
          <a:xfrm>
            <a:off x="6316620" y="1706881"/>
            <a:ext cx="5037180" cy="2542903"/>
          </a:xfrm>
          <a:prstGeom prst="rect">
            <a:avLst/>
          </a:prstGeom>
        </p:spPr>
        <p:txBody>
          <a:bodyPr lIns="182880" tIns="0" rIns="182880" bIns="0" anchor="ctr">
            <a:normAutofit/>
          </a:bodyPr>
          <a:lstStyle>
            <a:lvl1pPr marL="0" indent="0" algn="ctr">
              <a:buNone/>
              <a:defRPr sz="1867" b="0" i="0" baseline="0">
                <a:latin typeface="PS TT Commons Light" charset="0"/>
                <a:ea typeface="PS TT Commons Light" charset="0"/>
                <a:cs typeface="PS TT Commons Light" charset="0"/>
              </a:defRPr>
            </a:lvl1pPr>
            <a:lvl2pPr marL="396106" indent="0" algn="l">
              <a:buNone/>
              <a:defRPr sz="2933"/>
            </a:lvl2pPr>
            <a:lvl3pPr marL="794921" indent="0" algn="l">
              <a:buNone/>
              <a:defRPr sz="2933"/>
            </a:lvl3pPr>
            <a:lvl4pPr marL="1177464" indent="0" algn="l">
              <a:buNone/>
              <a:defRPr sz="2933"/>
            </a:lvl4pPr>
            <a:lvl5pPr marL="1462332" indent="0" algn="l">
              <a:buNone/>
              <a:defRPr sz="2933"/>
            </a:lvl5pPr>
          </a:lstStyle>
          <a:p>
            <a:pPr lvl="0"/>
            <a:r>
              <a:rPr lang="en-US"/>
              <a:t>To add image or icon, click the </a:t>
            </a:r>
            <a:br>
              <a:rPr lang="en-US"/>
            </a:br>
            <a:r>
              <a:rPr lang="en-US"/>
              <a:t>image icon or paste in</a:t>
            </a:r>
            <a:endParaRPr lang="en-US" dirty="0"/>
          </a:p>
        </p:txBody>
      </p:sp>
      <p:sp>
        <p:nvSpPr>
          <p:cNvPr id="9" name="Text Placeholder 3"/>
          <p:cNvSpPr>
            <a:spLocks noGrp="1"/>
          </p:cNvSpPr>
          <p:nvPr>
            <p:ph type="body" sz="quarter" idx="16" hasCustomPrompt="1"/>
          </p:nvPr>
        </p:nvSpPr>
        <p:spPr>
          <a:xfrm>
            <a:off x="6316620" y="4506821"/>
            <a:ext cx="5037181" cy="1600793"/>
          </a:xfrm>
          <a:prstGeom prst="rect">
            <a:avLst/>
          </a:prstGeom>
        </p:spPr>
        <p:txBody>
          <a:bodyPr lIns="182880" tIns="0" rIns="182880" bIns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267" b="0" i="0">
                <a:latin typeface="+mn-lt"/>
                <a:ea typeface="PS TT Commons Medium" charset="0"/>
                <a:cs typeface="PS TT Commons Medium" charset="0"/>
              </a:defRPr>
            </a:lvl1pPr>
            <a:lvl2pPr>
              <a:defRPr/>
            </a:lvl2pPr>
          </a:lstStyle>
          <a:p>
            <a:pPr lvl="0"/>
            <a:r>
              <a:rPr lang="en-US" dirty="0"/>
              <a:t>Add text here</a:t>
            </a:r>
          </a:p>
        </p:txBody>
      </p:sp>
    </p:spTree>
    <p:extLst>
      <p:ext uri="{BB962C8B-B14F-4D97-AF65-F5344CB8AC3E}">
        <p14:creationId xmlns:p14="http://schemas.microsoft.com/office/powerpoint/2010/main" val="136062743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rcle Image Chunking: Two Item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/>
            </a:lvl1pPr>
          </a:lstStyle>
          <a:p>
            <a:r>
              <a:rPr lang="en-US"/>
              <a:t>Circle Icon or Image Chunking: Two Items</a:t>
            </a:r>
          </a:p>
        </p:txBody>
      </p:sp>
      <p:sp>
        <p:nvSpPr>
          <p:cNvPr id="3" name="Content Placeholder 11"/>
          <p:cNvSpPr>
            <a:spLocks noGrp="1" noChangeAspect="1"/>
          </p:cNvSpPr>
          <p:nvPr>
            <p:ph sz="quarter" idx="12" hasCustomPrompt="1"/>
          </p:nvPr>
        </p:nvSpPr>
        <p:spPr>
          <a:xfrm>
            <a:off x="2120136" y="1725298"/>
            <a:ext cx="3291840" cy="3291840"/>
          </a:xfrm>
          <a:prstGeom prst="ellipse">
            <a:avLst/>
          </a:prstGeom>
        </p:spPr>
        <p:txBody>
          <a:bodyPr lIns="182880" tIns="0" rIns="182880" bIns="0" anchor="ctr">
            <a:normAutofit/>
          </a:bodyPr>
          <a:lstStyle>
            <a:lvl1pPr marL="0" indent="0" algn="ctr">
              <a:buNone/>
              <a:defRPr sz="1733" b="0" i="0" baseline="0">
                <a:latin typeface="PS TT Commons Light" charset="0"/>
                <a:ea typeface="PS TT Commons Light" charset="0"/>
                <a:cs typeface="PS TT Commons Light" charset="0"/>
              </a:defRPr>
            </a:lvl1pPr>
            <a:lvl2pPr marL="396106" indent="0" algn="l">
              <a:buNone/>
              <a:defRPr sz="2933"/>
            </a:lvl2pPr>
            <a:lvl3pPr marL="794921" indent="0" algn="l">
              <a:buNone/>
              <a:defRPr sz="2933"/>
            </a:lvl3pPr>
            <a:lvl4pPr marL="1177464" indent="0" algn="l">
              <a:buNone/>
              <a:defRPr sz="2933"/>
            </a:lvl4pPr>
            <a:lvl5pPr marL="1462332" indent="0" algn="l">
              <a:buNone/>
              <a:defRPr sz="2933"/>
            </a:lvl5pPr>
          </a:lstStyle>
          <a:p>
            <a:pPr lvl="0"/>
            <a:r>
              <a:rPr lang="en-US"/>
              <a:t>To add image or icon, click the </a:t>
            </a:r>
            <a:br>
              <a:rPr lang="en-US"/>
            </a:br>
            <a:r>
              <a:rPr lang="en-US"/>
              <a:t>image icon or</a:t>
            </a:r>
            <a:br>
              <a:rPr lang="en-US"/>
            </a:br>
            <a:r>
              <a:rPr lang="en-US"/>
              <a:t>paste in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4" hasCustomPrompt="1"/>
          </p:nvPr>
        </p:nvSpPr>
        <p:spPr>
          <a:xfrm>
            <a:off x="1706661" y="5278152"/>
            <a:ext cx="4118791" cy="904934"/>
          </a:xfrm>
          <a:prstGeom prst="rect">
            <a:avLst/>
          </a:prstGeom>
        </p:spPr>
        <p:txBody>
          <a:bodyPr lIns="182880" tIns="0" rIns="182880" bIns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267" b="0" i="0">
                <a:latin typeface="+mn-lt"/>
                <a:ea typeface="PS TT Commons Medium" charset="0"/>
                <a:cs typeface="PS TT Commons Medium" charset="0"/>
              </a:defRPr>
            </a:lvl1pPr>
            <a:lvl2pPr>
              <a:defRPr/>
            </a:lvl2pPr>
          </a:lstStyle>
          <a:p>
            <a:pPr lvl="0"/>
            <a:r>
              <a:rPr lang="en-US" dirty="0"/>
              <a:t>Add text here</a:t>
            </a:r>
          </a:p>
        </p:txBody>
      </p:sp>
      <p:sp>
        <p:nvSpPr>
          <p:cNvPr id="7" name="Content Placeholder 11"/>
          <p:cNvSpPr>
            <a:spLocks noGrp="1" noChangeAspect="1"/>
          </p:cNvSpPr>
          <p:nvPr>
            <p:ph sz="quarter" idx="15" hasCustomPrompt="1"/>
          </p:nvPr>
        </p:nvSpPr>
        <p:spPr>
          <a:xfrm>
            <a:off x="6790279" y="1725298"/>
            <a:ext cx="3294734" cy="3294734"/>
          </a:xfrm>
          <a:prstGeom prst="ellipse">
            <a:avLst/>
          </a:prstGeom>
        </p:spPr>
        <p:txBody>
          <a:bodyPr lIns="182880" tIns="0" rIns="182880" bIns="0" anchor="ctr">
            <a:normAutofit/>
          </a:bodyPr>
          <a:lstStyle>
            <a:lvl1pPr marL="0" indent="0" algn="ctr">
              <a:buNone/>
              <a:defRPr sz="1733" b="0" i="0" baseline="0">
                <a:latin typeface="PS TT Commons Light" charset="0"/>
                <a:ea typeface="PS TT Commons Light" charset="0"/>
                <a:cs typeface="PS TT Commons Light" charset="0"/>
              </a:defRPr>
            </a:lvl1pPr>
            <a:lvl2pPr marL="396106" indent="0" algn="l">
              <a:buNone/>
              <a:defRPr sz="2933"/>
            </a:lvl2pPr>
            <a:lvl3pPr marL="794921" indent="0" algn="l">
              <a:buNone/>
              <a:defRPr sz="2933"/>
            </a:lvl3pPr>
            <a:lvl4pPr marL="1177464" indent="0" algn="l">
              <a:buNone/>
              <a:defRPr sz="2933"/>
            </a:lvl4pPr>
            <a:lvl5pPr marL="1462332" indent="0" algn="l">
              <a:buNone/>
              <a:defRPr sz="2933"/>
            </a:lvl5pPr>
          </a:lstStyle>
          <a:p>
            <a:pPr lvl="0"/>
            <a:r>
              <a:rPr lang="en-US"/>
              <a:t>To add image or icon, click the </a:t>
            </a:r>
            <a:br>
              <a:rPr lang="en-US"/>
            </a:br>
            <a:r>
              <a:rPr lang="en-US"/>
              <a:t>image icon or </a:t>
            </a:r>
            <a:br>
              <a:rPr lang="en-US"/>
            </a:br>
            <a:r>
              <a:rPr lang="en-US"/>
              <a:t>paste in</a:t>
            </a:r>
            <a:endParaRPr lang="en-US" dirty="0"/>
          </a:p>
        </p:txBody>
      </p:sp>
      <p:sp>
        <p:nvSpPr>
          <p:cNvPr id="9" name="Text Placeholder 3"/>
          <p:cNvSpPr>
            <a:spLocks noGrp="1"/>
          </p:cNvSpPr>
          <p:nvPr>
            <p:ph type="body" sz="quarter" idx="16" hasCustomPrompt="1"/>
          </p:nvPr>
        </p:nvSpPr>
        <p:spPr>
          <a:xfrm>
            <a:off x="6378251" y="5278152"/>
            <a:ext cx="4118791" cy="904934"/>
          </a:xfrm>
          <a:prstGeom prst="rect">
            <a:avLst/>
          </a:prstGeom>
        </p:spPr>
        <p:txBody>
          <a:bodyPr lIns="182880" tIns="0" rIns="182880" bIns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267" b="0" i="0">
                <a:latin typeface="+mn-lt"/>
                <a:ea typeface="PS TT Commons Medium" charset="0"/>
                <a:cs typeface="PS TT Commons Medium" charset="0"/>
              </a:defRPr>
            </a:lvl1pPr>
            <a:lvl2pPr>
              <a:defRPr/>
            </a:lvl2pPr>
          </a:lstStyle>
          <a:p>
            <a:pPr lvl="0"/>
            <a:r>
              <a:rPr lang="en-US" dirty="0"/>
              <a:t>Add text here</a:t>
            </a:r>
          </a:p>
        </p:txBody>
      </p:sp>
    </p:spTree>
    <p:extLst>
      <p:ext uri="{BB962C8B-B14F-4D97-AF65-F5344CB8AC3E}">
        <p14:creationId xmlns:p14="http://schemas.microsoft.com/office/powerpoint/2010/main" val="2455940106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con or Image Chunking: Three Item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Icon or Image Chunking: Three Items</a:t>
            </a:r>
          </a:p>
        </p:txBody>
      </p:sp>
      <p:sp>
        <p:nvSpPr>
          <p:cNvPr id="3" name="Content Placeholder 11"/>
          <p:cNvSpPr>
            <a:spLocks noGrp="1"/>
          </p:cNvSpPr>
          <p:nvPr>
            <p:ph sz="quarter" idx="12" hasCustomPrompt="1"/>
          </p:nvPr>
        </p:nvSpPr>
        <p:spPr>
          <a:xfrm>
            <a:off x="838201" y="2020388"/>
            <a:ext cx="3318693" cy="2438400"/>
          </a:xfrm>
          <a:prstGeom prst="rect">
            <a:avLst/>
          </a:prstGeom>
        </p:spPr>
        <p:txBody>
          <a:bodyPr lIns="182880" tIns="0" rIns="182880" bIns="0" anchor="ctr">
            <a:normAutofit/>
          </a:bodyPr>
          <a:lstStyle>
            <a:lvl1pPr marL="0" indent="0" algn="ctr">
              <a:buNone/>
              <a:defRPr sz="1867" b="0" i="0" baseline="0">
                <a:latin typeface="PS TT Commons Light" charset="0"/>
                <a:ea typeface="PS TT Commons Light" charset="0"/>
                <a:cs typeface="PS TT Commons Light" charset="0"/>
              </a:defRPr>
            </a:lvl1pPr>
            <a:lvl2pPr marL="396106" indent="0" algn="l">
              <a:buNone/>
              <a:defRPr sz="2933"/>
            </a:lvl2pPr>
            <a:lvl3pPr marL="794921" indent="0" algn="l">
              <a:buNone/>
              <a:defRPr sz="2933"/>
            </a:lvl3pPr>
            <a:lvl4pPr marL="1177464" indent="0" algn="l">
              <a:buNone/>
              <a:defRPr sz="2933"/>
            </a:lvl4pPr>
            <a:lvl5pPr marL="1462332" indent="0" algn="l">
              <a:buNone/>
              <a:defRPr sz="2933"/>
            </a:lvl5pPr>
          </a:lstStyle>
          <a:p>
            <a:pPr lvl="0"/>
            <a:r>
              <a:rPr lang="en-US"/>
              <a:t>To add image or icon, click the image icon or paste in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4" hasCustomPrompt="1"/>
          </p:nvPr>
        </p:nvSpPr>
        <p:spPr>
          <a:xfrm>
            <a:off x="838202" y="4692603"/>
            <a:ext cx="3318692" cy="1655188"/>
          </a:xfrm>
          <a:prstGeom prst="rect">
            <a:avLst/>
          </a:prstGeom>
        </p:spPr>
        <p:txBody>
          <a:bodyPr lIns="182880" tIns="0" rIns="182880" bIns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267" b="0" i="0">
                <a:latin typeface="+mn-lt"/>
                <a:ea typeface="PS TT Commons Medium" charset="0"/>
                <a:cs typeface="PS TT Commons Medium" charset="0"/>
              </a:defRPr>
            </a:lvl1pPr>
            <a:lvl2pPr>
              <a:defRPr/>
            </a:lvl2pPr>
          </a:lstStyle>
          <a:p>
            <a:pPr lvl="0"/>
            <a:r>
              <a:rPr lang="en-US" dirty="0"/>
              <a:t>Add text here</a:t>
            </a:r>
          </a:p>
        </p:txBody>
      </p:sp>
      <p:sp>
        <p:nvSpPr>
          <p:cNvPr id="9" name="Content Placeholder 11"/>
          <p:cNvSpPr>
            <a:spLocks noGrp="1"/>
          </p:cNvSpPr>
          <p:nvPr>
            <p:ph sz="quarter" idx="15" hasCustomPrompt="1"/>
          </p:nvPr>
        </p:nvSpPr>
        <p:spPr>
          <a:xfrm>
            <a:off x="8035109" y="2020388"/>
            <a:ext cx="3318691" cy="2438400"/>
          </a:xfrm>
          <a:prstGeom prst="rect">
            <a:avLst/>
          </a:prstGeom>
        </p:spPr>
        <p:txBody>
          <a:bodyPr lIns="182880" tIns="0" rIns="182880" bIns="0" anchor="ctr">
            <a:normAutofit/>
          </a:bodyPr>
          <a:lstStyle>
            <a:lvl1pPr marL="0" indent="0" algn="ctr">
              <a:buNone/>
              <a:defRPr sz="1867" b="0" i="0" baseline="0">
                <a:latin typeface="PS TT Commons Light" charset="0"/>
                <a:ea typeface="PS TT Commons Light" charset="0"/>
                <a:cs typeface="PS TT Commons Light" charset="0"/>
              </a:defRPr>
            </a:lvl1pPr>
            <a:lvl2pPr marL="396106" indent="0" algn="l">
              <a:buNone/>
              <a:defRPr sz="2933"/>
            </a:lvl2pPr>
            <a:lvl3pPr marL="794921" indent="0" algn="l">
              <a:buNone/>
              <a:defRPr sz="2933"/>
            </a:lvl3pPr>
            <a:lvl4pPr marL="1177464" indent="0" algn="l">
              <a:buNone/>
              <a:defRPr sz="2933"/>
            </a:lvl4pPr>
            <a:lvl5pPr marL="1462332" indent="0" algn="l">
              <a:buNone/>
              <a:defRPr sz="2933"/>
            </a:lvl5pPr>
          </a:lstStyle>
          <a:p>
            <a:pPr lvl="0"/>
            <a:r>
              <a:rPr lang="en-US"/>
              <a:t>To add image or icon, click the image icon or paste in</a:t>
            </a:r>
            <a:endParaRPr lang="en-US" dirty="0"/>
          </a:p>
        </p:txBody>
      </p:sp>
      <p:sp>
        <p:nvSpPr>
          <p:cNvPr id="10" name="Text Placeholder 3"/>
          <p:cNvSpPr>
            <a:spLocks noGrp="1"/>
          </p:cNvSpPr>
          <p:nvPr>
            <p:ph type="body" sz="quarter" idx="16" hasCustomPrompt="1"/>
          </p:nvPr>
        </p:nvSpPr>
        <p:spPr>
          <a:xfrm>
            <a:off x="8035110" y="4692603"/>
            <a:ext cx="3318692" cy="1655188"/>
          </a:xfrm>
          <a:prstGeom prst="rect">
            <a:avLst/>
          </a:prstGeom>
        </p:spPr>
        <p:txBody>
          <a:bodyPr lIns="182880" tIns="0" rIns="182880" bIns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267" b="0" i="0">
                <a:latin typeface="+mn-lt"/>
                <a:ea typeface="PS TT Commons Medium" charset="0"/>
                <a:cs typeface="PS TT Commons Medium" charset="0"/>
              </a:defRPr>
            </a:lvl1pPr>
            <a:lvl2pPr>
              <a:defRPr/>
            </a:lvl2pPr>
          </a:lstStyle>
          <a:p>
            <a:pPr lvl="0"/>
            <a:r>
              <a:rPr lang="en-US" dirty="0"/>
              <a:t>Add text here</a:t>
            </a:r>
          </a:p>
        </p:txBody>
      </p:sp>
      <p:sp>
        <p:nvSpPr>
          <p:cNvPr id="11" name="Content Placeholder 11"/>
          <p:cNvSpPr>
            <a:spLocks noGrp="1"/>
          </p:cNvSpPr>
          <p:nvPr>
            <p:ph sz="quarter" idx="17" hasCustomPrompt="1"/>
          </p:nvPr>
        </p:nvSpPr>
        <p:spPr>
          <a:xfrm>
            <a:off x="4436655" y="2020388"/>
            <a:ext cx="3318692" cy="2438400"/>
          </a:xfrm>
          <a:prstGeom prst="rect">
            <a:avLst/>
          </a:prstGeom>
        </p:spPr>
        <p:txBody>
          <a:bodyPr lIns="182880" tIns="0" rIns="182880" bIns="0" anchor="ctr">
            <a:normAutofit/>
          </a:bodyPr>
          <a:lstStyle>
            <a:lvl1pPr marL="0" indent="0" algn="ctr">
              <a:buNone/>
              <a:defRPr sz="1867" b="0" i="0" baseline="0">
                <a:latin typeface="PS TT Commons Light" charset="0"/>
                <a:ea typeface="PS TT Commons Light" charset="0"/>
                <a:cs typeface="PS TT Commons Light" charset="0"/>
              </a:defRPr>
            </a:lvl1pPr>
            <a:lvl2pPr marL="396106" indent="0" algn="l">
              <a:buNone/>
              <a:defRPr sz="2933"/>
            </a:lvl2pPr>
            <a:lvl3pPr marL="794921" indent="0" algn="l">
              <a:buNone/>
              <a:defRPr sz="2933"/>
            </a:lvl3pPr>
            <a:lvl4pPr marL="1177464" indent="0" algn="l">
              <a:buNone/>
              <a:defRPr sz="2933"/>
            </a:lvl4pPr>
            <a:lvl5pPr marL="1462332" indent="0" algn="l">
              <a:buNone/>
              <a:defRPr sz="2933"/>
            </a:lvl5pPr>
          </a:lstStyle>
          <a:p>
            <a:pPr lvl="0"/>
            <a:r>
              <a:rPr lang="en-US"/>
              <a:t>To add image or icon, click the image icon or paste in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quarter" idx="18" hasCustomPrompt="1"/>
          </p:nvPr>
        </p:nvSpPr>
        <p:spPr>
          <a:xfrm>
            <a:off x="4436655" y="4692603"/>
            <a:ext cx="3318692" cy="1655188"/>
          </a:xfrm>
          <a:prstGeom prst="rect">
            <a:avLst/>
          </a:prstGeom>
        </p:spPr>
        <p:txBody>
          <a:bodyPr lIns="182880" tIns="0" rIns="182880" bIns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267" b="0" i="0">
                <a:latin typeface="+mn-lt"/>
                <a:ea typeface="PS TT Commons Medium" charset="0"/>
                <a:cs typeface="PS TT Commons Medium" charset="0"/>
              </a:defRPr>
            </a:lvl1pPr>
            <a:lvl2pPr>
              <a:defRPr/>
            </a:lvl2pPr>
          </a:lstStyle>
          <a:p>
            <a:pPr lvl="0"/>
            <a:r>
              <a:rPr lang="en-US" dirty="0"/>
              <a:t>Add text here</a:t>
            </a:r>
          </a:p>
        </p:txBody>
      </p:sp>
    </p:spTree>
    <p:extLst>
      <p:ext uri="{BB962C8B-B14F-4D97-AF65-F5344CB8AC3E}">
        <p14:creationId xmlns:p14="http://schemas.microsoft.com/office/powerpoint/2010/main" val="309307211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rcle Image Chunking: Three Item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Circle Icon or Image Chunking: Three Items</a:t>
            </a:r>
          </a:p>
        </p:txBody>
      </p:sp>
      <p:sp>
        <p:nvSpPr>
          <p:cNvPr id="3" name="Content Placeholder 11"/>
          <p:cNvSpPr>
            <a:spLocks noGrp="1"/>
          </p:cNvSpPr>
          <p:nvPr>
            <p:ph sz="quarter" idx="12" hasCustomPrompt="1"/>
          </p:nvPr>
        </p:nvSpPr>
        <p:spPr>
          <a:xfrm>
            <a:off x="1034508" y="1889759"/>
            <a:ext cx="2926080" cy="2926080"/>
          </a:xfrm>
          <a:prstGeom prst="ellipse">
            <a:avLst/>
          </a:prstGeom>
        </p:spPr>
        <p:txBody>
          <a:bodyPr lIns="182880" tIns="0" rIns="182880" bIns="0" anchor="ctr">
            <a:normAutofit/>
          </a:bodyPr>
          <a:lstStyle>
            <a:lvl1pPr marL="0" indent="0" algn="ctr">
              <a:buNone/>
              <a:defRPr sz="1867" b="0" i="0" baseline="0">
                <a:latin typeface="PS TT Commons Light" charset="0"/>
                <a:ea typeface="PS TT Commons Light" charset="0"/>
                <a:cs typeface="PS TT Commons Light" charset="0"/>
              </a:defRPr>
            </a:lvl1pPr>
            <a:lvl2pPr marL="396106" indent="0" algn="l">
              <a:buNone/>
              <a:defRPr sz="2933"/>
            </a:lvl2pPr>
            <a:lvl3pPr marL="794921" indent="0" algn="l">
              <a:buNone/>
              <a:defRPr sz="2933"/>
            </a:lvl3pPr>
            <a:lvl4pPr marL="1177464" indent="0" algn="l">
              <a:buNone/>
              <a:defRPr sz="2933"/>
            </a:lvl4pPr>
            <a:lvl5pPr marL="1462332" indent="0" algn="l">
              <a:buNone/>
              <a:defRPr sz="2933"/>
            </a:lvl5pPr>
          </a:lstStyle>
          <a:p>
            <a:pPr lvl="0"/>
            <a:r>
              <a:rPr lang="en-US"/>
              <a:t>To add image or icon, click the </a:t>
            </a:r>
            <a:br>
              <a:rPr lang="en-US"/>
            </a:br>
            <a:r>
              <a:rPr lang="en-US"/>
              <a:t>image icon or</a:t>
            </a:r>
            <a:br>
              <a:rPr lang="en-US"/>
            </a:br>
            <a:r>
              <a:rPr lang="en-US"/>
              <a:t>paste in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4" hasCustomPrompt="1"/>
          </p:nvPr>
        </p:nvSpPr>
        <p:spPr>
          <a:xfrm>
            <a:off x="838202" y="5065827"/>
            <a:ext cx="3318692" cy="1220673"/>
          </a:xfrm>
          <a:prstGeom prst="rect">
            <a:avLst/>
          </a:prstGeom>
        </p:spPr>
        <p:txBody>
          <a:bodyPr lIns="182880" tIns="0" rIns="182880" bIns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267" b="0" i="0">
                <a:latin typeface="+mn-lt"/>
                <a:ea typeface="PS TT Commons Medium" charset="0"/>
                <a:cs typeface="PS TT Commons Medium" charset="0"/>
              </a:defRPr>
            </a:lvl1pPr>
            <a:lvl2pPr>
              <a:defRPr/>
            </a:lvl2pPr>
          </a:lstStyle>
          <a:p>
            <a:pPr lvl="0"/>
            <a:r>
              <a:rPr lang="en-US" dirty="0"/>
              <a:t>Add text here</a:t>
            </a:r>
          </a:p>
        </p:txBody>
      </p:sp>
      <p:sp>
        <p:nvSpPr>
          <p:cNvPr id="9" name="Content Placeholder 11"/>
          <p:cNvSpPr>
            <a:spLocks noGrp="1"/>
          </p:cNvSpPr>
          <p:nvPr>
            <p:ph sz="quarter" idx="15" hasCustomPrompt="1"/>
          </p:nvPr>
        </p:nvSpPr>
        <p:spPr>
          <a:xfrm>
            <a:off x="8226844" y="1889759"/>
            <a:ext cx="2935224" cy="2935224"/>
          </a:xfrm>
          <a:prstGeom prst="ellipse">
            <a:avLst/>
          </a:prstGeom>
        </p:spPr>
        <p:txBody>
          <a:bodyPr lIns="182880" tIns="0" rIns="182880" bIns="0" anchor="ctr">
            <a:normAutofit/>
          </a:bodyPr>
          <a:lstStyle>
            <a:lvl1pPr marL="0" indent="0" algn="ctr">
              <a:buNone/>
              <a:defRPr sz="1867" b="0" i="0" baseline="0">
                <a:latin typeface="PS TT Commons Light" charset="0"/>
                <a:ea typeface="PS TT Commons Light" charset="0"/>
                <a:cs typeface="PS TT Commons Light" charset="0"/>
              </a:defRPr>
            </a:lvl1pPr>
            <a:lvl2pPr marL="396106" indent="0" algn="l">
              <a:buNone/>
              <a:defRPr sz="2933"/>
            </a:lvl2pPr>
            <a:lvl3pPr marL="794921" indent="0" algn="l">
              <a:buNone/>
              <a:defRPr sz="2933"/>
            </a:lvl3pPr>
            <a:lvl4pPr marL="1177464" indent="0" algn="l">
              <a:buNone/>
              <a:defRPr sz="2933"/>
            </a:lvl4pPr>
            <a:lvl5pPr marL="1462332" indent="0" algn="l">
              <a:buNone/>
              <a:defRPr sz="2933"/>
            </a:lvl5pPr>
          </a:lstStyle>
          <a:p>
            <a:pPr lvl="0"/>
            <a:r>
              <a:rPr lang="en-US"/>
              <a:t>To add image or icon, click the </a:t>
            </a:r>
            <a:br>
              <a:rPr lang="en-US"/>
            </a:br>
            <a:r>
              <a:rPr lang="en-US"/>
              <a:t>image icon or</a:t>
            </a:r>
            <a:br>
              <a:rPr lang="en-US"/>
            </a:br>
            <a:r>
              <a:rPr lang="en-US"/>
              <a:t>paste in</a:t>
            </a:r>
            <a:endParaRPr lang="en-US" dirty="0"/>
          </a:p>
        </p:txBody>
      </p:sp>
      <p:sp>
        <p:nvSpPr>
          <p:cNvPr id="10" name="Text Placeholder 3"/>
          <p:cNvSpPr>
            <a:spLocks noGrp="1"/>
          </p:cNvSpPr>
          <p:nvPr>
            <p:ph type="body" sz="quarter" idx="16" hasCustomPrompt="1"/>
          </p:nvPr>
        </p:nvSpPr>
        <p:spPr>
          <a:xfrm>
            <a:off x="8035110" y="5065827"/>
            <a:ext cx="3318692" cy="1220673"/>
          </a:xfrm>
          <a:prstGeom prst="rect">
            <a:avLst/>
          </a:prstGeom>
        </p:spPr>
        <p:txBody>
          <a:bodyPr lIns="182880" tIns="0" rIns="182880" bIns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267" b="0" i="0">
                <a:latin typeface="+mn-lt"/>
                <a:ea typeface="PS TT Commons Medium" charset="0"/>
                <a:cs typeface="PS TT Commons Medium" charset="0"/>
              </a:defRPr>
            </a:lvl1pPr>
            <a:lvl2pPr>
              <a:defRPr/>
            </a:lvl2pPr>
          </a:lstStyle>
          <a:p>
            <a:pPr lvl="0"/>
            <a:r>
              <a:rPr lang="en-US" dirty="0"/>
              <a:t>Add text here</a:t>
            </a:r>
          </a:p>
        </p:txBody>
      </p:sp>
      <p:sp>
        <p:nvSpPr>
          <p:cNvPr id="11" name="Content Placeholder 11"/>
          <p:cNvSpPr>
            <a:spLocks noGrp="1" noChangeAspect="1"/>
          </p:cNvSpPr>
          <p:nvPr>
            <p:ph sz="quarter" idx="17" hasCustomPrompt="1"/>
          </p:nvPr>
        </p:nvSpPr>
        <p:spPr>
          <a:xfrm>
            <a:off x="4628388" y="1889759"/>
            <a:ext cx="2935224" cy="2935224"/>
          </a:xfrm>
          <a:prstGeom prst="ellipse">
            <a:avLst/>
          </a:prstGeom>
        </p:spPr>
        <p:txBody>
          <a:bodyPr lIns="182880" tIns="0" rIns="182880" bIns="0" anchor="ctr">
            <a:normAutofit/>
          </a:bodyPr>
          <a:lstStyle>
            <a:lvl1pPr marL="0" indent="0" algn="ctr">
              <a:buNone/>
              <a:defRPr sz="1867" b="0" i="0" baseline="0">
                <a:latin typeface="PS TT Commons Light" charset="0"/>
                <a:ea typeface="PS TT Commons Light" charset="0"/>
                <a:cs typeface="PS TT Commons Light" charset="0"/>
              </a:defRPr>
            </a:lvl1pPr>
            <a:lvl2pPr marL="396106" indent="0" algn="l">
              <a:buNone/>
              <a:defRPr sz="2933"/>
            </a:lvl2pPr>
            <a:lvl3pPr marL="794921" indent="0" algn="l">
              <a:buNone/>
              <a:defRPr sz="2933"/>
            </a:lvl3pPr>
            <a:lvl4pPr marL="1177464" indent="0" algn="l">
              <a:buNone/>
              <a:defRPr sz="2933"/>
            </a:lvl4pPr>
            <a:lvl5pPr marL="1462332" indent="0" algn="l">
              <a:buNone/>
              <a:defRPr sz="2933"/>
            </a:lvl5pPr>
          </a:lstStyle>
          <a:p>
            <a:pPr lvl="0"/>
            <a:r>
              <a:rPr lang="en-US"/>
              <a:t>To add image or icon, click the </a:t>
            </a:r>
            <a:br>
              <a:rPr lang="en-US"/>
            </a:br>
            <a:r>
              <a:rPr lang="en-US"/>
              <a:t>image icon or</a:t>
            </a:r>
            <a:br>
              <a:rPr lang="en-US"/>
            </a:br>
            <a:r>
              <a:rPr lang="en-US"/>
              <a:t>paste in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quarter" idx="18" hasCustomPrompt="1"/>
          </p:nvPr>
        </p:nvSpPr>
        <p:spPr>
          <a:xfrm>
            <a:off x="4436655" y="5065827"/>
            <a:ext cx="3318692" cy="1220673"/>
          </a:xfrm>
          <a:prstGeom prst="rect">
            <a:avLst/>
          </a:prstGeom>
        </p:spPr>
        <p:txBody>
          <a:bodyPr lIns="182880" tIns="0" rIns="182880" bIns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267" b="0" i="0">
                <a:latin typeface="+mn-lt"/>
                <a:ea typeface="PS TT Commons Medium" charset="0"/>
                <a:cs typeface="PS TT Commons Medium" charset="0"/>
              </a:defRPr>
            </a:lvl1pPr>
            <a:lvl2pPr>
              <a:defRPr/>
            </a:lvl2pPr>
          </a:lstStyle>
          <a:p>
            <a:pPr lvl="0"/>
            <a:r>
              <a:rPr lang="en-US" dirty="0"/>
              <a:t>Add text here</a:t>
            </a:r>
          </a:p>
        </p:txBody>
      </p:sp>
    </p:spTree>
    <p:extLst>
      <p:ext uri="{BB962C8B-B14F-4D97-AF65-F5344CB8AC3E}">
        <p14:creationId xmlns:p14="http://schemas.microsoft.com/office/powerpoint/2010/main" val="1937164636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con or Image Chunking: Four Item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Icon or Image Chunking: Four Items</a:t>
            </a:r>
          </a:p>
        </p:txBody>
      </p:sp>
      <p:sp>
        <p:nvSpPr>
          <p:cNvPr id="3" name="Content Placeholder 11"/>
          <p:cNvSpPr>
            <a:spLocks noGrp="1"/>
          </p:cNvSpPr>
          <p:nvPr>
            <p:ph sz="quarter" idx="12" hasCustomPrompt="1"/>
          </p:nvPr>
        </p:nvSpPr>
        <p:spPr>
          <a:xfrm>
            <a:off x="643181" y="1916609"/>
            <a:ext cx="2575560" cy="2578608"/>
          </a:xfrm>
          <a:prstGeom prst="rect">
            <a:avLst/>
          </a:prstGeom>
        </p:spPr>
        <p:txBody>
          <a:bodyPr lIns="182880" tIns="0" rIns="182880" bIns="0" anchor="ctr">
            <a:normAutofit/>
          </a:bodyPr>
          <a:lstStyle>
            <a:lvl1pPr marL="0" indent="0" algn="ctr">
              <a:buNone/>
              <a:defRPr sz="1733" b="0" i="0" baseline="0">
                <a:latin typeface="PS TT Commons Light" charset="0"/>
                <a:ea typeface="PS TT Commons Light" charset="0"/>
                <a:cs typeface="PS TT Commons Light" charset="0"/>
              </a:defRPr>
            </a:lvl1pPr>
            <a:lvl2pPr marL="396106" indent="0" algn="l">
              <a:buNone/>
              <a:defRPr sz="2933"/>
            </a:lvl2pPr>
            <a:lvl3pPr marL="794921" indent="0" algn="l">
              <a:buNone/>
              <a:defRPr sz="2933"/>
            </a:lvl3pPr>
            <a:lvl4pPr marL="1177464" indent="0" algn="l">
              <a:buNone/>
              <a:defRPr sz="2933"/>
            </a:lvl4pPr>
            <a:lvl5pPr marL="1462332" indent="0" algn="l">
              <a:buNone/>
              <a:defRPr sz="2933"/>
            </a:lvl5pPr>
          </a:lstStyle>
          <a:p>
            <a:pPr lvl="0"/>
            <a:r>
              <a:rPr lang="en-US"/>
              <a:t>To add image or icon, click the </a:t>
            </a:r>
            <a:br>
              <a:rPr lang="en-US"/>
            </a:br>
            <a:r>
              <a:rPr lang="en-US"/>
              <a:t>image icon or</a:t>
            </a:r>
            <a:br>
              <a:rPr lang="en-US"/>
            </a:br>
            <a:r>
              <a:rPr lang="en-US"/>
              <a:t>paste in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4" hasCustomPrompt="1"/>
          </p:nvPr>
        </p:nvSpPr>
        <p:spPr>
          <a:xfrm>
            <a:off x="643181" y="4794392"/>
            <a:ext cx="2575560" cy="1434958"/>
          </a:xfrm>
          <a:prstGeom prst="rect">
            <a:avLst/>
          </a:prstGeom>
        </p:spPr>
        <p:txBody>
          <a:bodyPr lIns="182880" tIns="0" rIns="182880" bIns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267" b="0" i="0">
                <a:latin typeface="+mn-lt"/>
                <a:ea typeface="PS TT Commons Medium" charset="0"/>
                <a:cs typeface="PS TT Commons Medium" charset="0"/>
              </a:defRPr>
            </a:lvl1pPr>
            <a:lvl2pPr>
              <a:defRPr/>
            </a:lvl2pPr>
          </a:lstStyle>
          <a:p>
            <a:pPr lvl="0"/>
            <a:r>
              <a:rPr lang="en-US" dirty="0"/>
              <a:t>Add text here</a:t>
            </a:r>
          </a:p>
        </p:txBody>
      </p:sp>
      <p:sp>
        <p:nvSpPr>
          <p:cNvPr id="11" name="Content Placeholder 11"/>
          <p:cNvSpPr>
            <a:spLocks noGrp="1"/>
          </p:cNvSpPr>
          <p:nvPr>
            <p:ph sz="quarter" idx="15" hasCustomPrompt="1"/>
          </p:nvPr>
        </p:nvSpPr>
        <p:spPr>
          <a:xfrm>
            <a:off x="8880365" y="1916609"/>
            <a:ext cx="2575560" cy="2578608"/>
          </a:xfrm>
          <a:prstGeom prst="rect">
            <a:avLst/>
          </a:prstGeom>
        </p:spPr>
        <p:txBody>
          <a:bodyPr lIns="182880" tIns="0" rIns="182880" bIns="0" anchor="ctr">
            <a:normAutofit/>
          </a:bodyPr>
          <a:lstStyle>
            <a:lvl1pPr marL="0" indent="0" algn="ctr">
              <a:buNone/>
              <a:defRPr sz="1733" b="0" i="0" baseline="0">
                <a:latin typeface="PS TT Commons Light" charset="0"/>
                <a:ea typeface="PS TT Commons Light" charset="0"/>
                <a:cs typeface="PS TT Commons Light" charset="0"/>
              </a:defRPr>
            </a:lvl1pPr>
            <a:lvl2pPr marL="396106" indent="0" algn="l">
              <a:buNone/>
              <a:defRPr sz="2933"/>
            </a:lvl2pPr>
            <a:lvl3pPr marL="794921" indent="0" algn="l">
              <a:buNone/>
              <a:defRPr sz="2933"/>
            </a:lvl3pPr>
            <a:lvl4pPr marL="1177464" indent="0" algn="l">
              <a:buNone/>
              <a:defRPr sz="2933"/>
            </a:lvl4pPr>
            <a:lvl5pPr marL="1462332" indent="0" algn="l">
              <a:buNone/>
              <a:defRPr sz="2933"/>
            </a:lvl5pPr>
          </a:lstStyle>
          <a:p>
            <a:pPr lvl="0"/>
            <a:r>
              <a:rPr lang="en-US"/>
              <a:t>To add image or icon, click the </a:t>
            </a:r>
            <a:br>
              <a:rPr lang="en-US"/>
            </a:br>
            <a:r>
              <a:rPr lang="en-US"/>
              <a:t>image icon or</a:t>
            </a:r>
            <a:br>
              <a:rPr lang="en-US"/>
            </a:br>
            <a:r>
              <a:rPr lang="en-US"/>
              <a:t>paste in</a:t>
            </a:r>
            <a:endParaRPr lang="en-US" dirty="0"/>
          </a:p>
        </p:txBody>
      </p:sp>
      <p:sp>
        <p:nvSpPr>
          <p:cNvPr id="13" name="Content Placeholder 11"/>
          <p:cNvSpPr>
            <a:spLocks noGrp="1"/>
          </p:cNvSpPr>
          <p:nvPr>
            <p:ph sz="quarter" idx="17" hasCustomPrompt="1"/>
          </p:nvPr>
        </p:nvSpPr>
        <p:spPr>
          <a:xfrm>
            <a:off x="3388909" y="1916609"/>
            <a:ext cx="2575560" cy="2578608"/>
          </a:xfrm>
          <a:prstGeom prst="rect">
            <a:avLst/>
          </a:prstGeom>
        </p:spPr>
        <p:txBody>
          <a:bodyPr lIns="182880" tIns="0" rIns="182880" bIns="0" anchor="ctr">
            <a:normAutofit/>
          </a:bodyPr>
          <a:lstStyle>
            <a:lvl1pPr marL="0" indent="0" algn="ctr">
              <a:buNone/>
              <a:defRPr sz="1733" b="0" i="0" baseline="0">
                <a:latin typeface="PS TT Commons Light" charset="0"/>
                <a:ea typeface="PS TT Commons Light" charset="0"/>
                <a:cs typeface="PS TT Commons Light" charset="0"/>
              </a:defRPr>
            </a:lvl1pPr>
            <a:lvl2pPr marL="396106" indent="0" algn="l">
              <a:buNone/>
              <a:defRPr sz="2933"/>
            </a:lvl2pPr>
            <a:lvl3pPr marL="794921" indent="0" algn="l">
              <a:buNone/>
              <a:defRPr sz="2933"/>
            </a:lvl3pPr>
            <a:lvl4pPr marL="1177464" indent="0" algn="l">
              <a:buNone/>
              <a:defRPr sz="2933"/>
            </a:lvl4pPr>
            <a:lvl5pPr marL="1462332" indent="0" algn="l">
              <a:buNone/>
              <a:defRPr sz="2933"/>
            </a:lvl5pPr>
          </a:lstStyle>
          <a:p>
            <a:pPr lvl="0"/>
            <a:r>
              <a:rPr lang="en-US"/>
              <a:t>To add image or icon, click the </a:t>
            </a:r>
            <a:br>
              <a:rPr lang="en-US"/>
            </a:br>
            <a:r>
              <a:rPr lang="en-US"/>
              <a:t>image icon or</a:t>
            </a:r>
            <a:br>
              <a:rPr lang="en-US"/>
            </a:br>
            <a:r>
              <a:rPr lang="en-US"/>
              <a:t>paste in</a:t>
            </a:r>
            <a:endParaRPr lang="en-US" dirty="0"/>
          </a:p>
        </p:txBody>
      </p:sp>
      <p:sp>
        <p:nvSpPr>
          <p:cNvPr id="15" name="Content Placeholder 11"/>
          <p:cNvSpPr>
            <a:spLocks noGrp="1"/>
          </p:cNvSpPr>
          <p:nvPr>
            <p:ph sz="quarter" idx="19" hasCustomPrompt="1"/>
          </p:nvPr>
        </p:nvSpPr>
        <p:spPr>
          <a:xfrm>
            <a:off x="6134637" y="1916609"/>
            <a:ext cx="2575560" cy="2578608"/>
          </a:xfrm>
          <a:prstGeom prst="rect">
            <a:avLst/>
          </a:prstGeom>
        </p:spPr>
        <p:txBody>
          <a:bodyPr lIns="182880" tIns="0" rIns="182880" bIns="0" anchor="ctr">
            <a:normAutofit/>
          </a:bodyPr>
          <a:lstStyle>
            <a:lvl1pPr marL="0" indent="0" algn="ctr">
              <a:buNone/>
              <a:defRPr sz="1733" b="0" i="0" baseline="0">
                <a:latin typeface="PS TT Commons Light" charset="0"/>
                <a:ea typeface="PS TT Commons Light" charset="0"/>
                <a:cs typeface="PS TT Commons Light" charset="0"/>
              </a:defRPr>
            </a:lvl1pPr>
            <a:lvl2pPr marL="396106" indent="0" algn="l">
              <a:buNone/>
              <a:defRPr sz="2933"/>
            </a:lvl2pPr>
            <a:lvl3pPr marL="794921" indent="0" algn="l">
              <a:buNone/>
              <a:defRPr sz="2933"/>
            </a:lvl3pPr>
            <a:lvl4pPr marL="1177464" indent="0" algn="l">
              <a:buNone/>
              <a:defRPr sz="2933"/>
            </a:lvl4pPr>
            <a:lvl5pPr marL="1462332" indent="0" algn="l">
              <a:buNone/>
              <a:defRPr sz="2933"/>
            </a:lvl5pPr>
          </a:lstStyle>
          <a:p>
            <a:pPr lvl="0"/>
            <a:r>
              <a:rPr lang="en-US"/>
              <a:t>To add image or icon, click the </a:t>
            </a:r>
            <a:br>
              <a:rPr lang="en-US"/>
            </a:br>
            <a:r>
              <a:rPr lang="en-US"/>
              <a:t>image icon or</a:t>
            </a:r>
            <a:br>
              <a:rPr lang="en-US"/>
            </a:br>
            <a:r>
              <a:rPr lang="en-US"/>
              <a:t>paste in</a:t>
            </a:r>
            <a:endParaRPr lang="en-US" dirty="0"/>
          </a:p>
        </p:txBody>
      </p:sp>
      <p:sp>
        <p:nvSpPr>
          <p:cNvPr id="17" name="Text Placeholder 3"/>
          <p:cNvSpPr>
            <a:spLocks noGrp="1"/>
          </p:cNvSpPr>
          <p:nvPr>
            <p:ph type="body" sz="quarter" idx="20" hasCustomPrompt="1"/>
          </p:nvPr>
        </p:nvSpPr>
        <p:spPr>
          <a:xfrm>
            <a:off x="8880365" y="4794392"/>
            <a:ext cx="2575560" cy="1434958"/>
          </a:xfrm>
          <a:prstGeom prst="rect">
            <a:avLst/>
          </a:prstGeom>
        </p:spPr>
        <p:txBody>
          <a:bodyPr lIns="182880" tIns="0" rIns="182880" bIns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267" b="0" i="0">
                <a:latin typeface="+mn-lt"/>
                <a:ea typeface="PS TT Commons Medium" charset="0"/>
                <a:cs typeface="PS TT Commons Medium" charset="0"/>
              </a:defRPr>
            </a:lvl1pPr>
            <a:lvl2pPr>
              <a:defRPr/>
            </a:lvl2pPr>
          </a:lstStyle>
          <a:p>
            <a:pPr lvl="0"/>
            <a:r>
              <a:rPr lang="en-US" dirty="0"/>
              <a:t>Add text here</a:t>
            </a:r>
          </a:p>
        </p:txBody>
      </p:sp>
      <p:sp>
        <p:nvSpPr>
          <p:cNvPr id="18" name="Text Placeholder 3"/>
          <p:cNvSpPr>
            <a:spLocks noGrp="1"/>
          </p:cNvSpPr>
          <p:nvPr>
            <p:ph type="body" sz="quarter" idx="21" hasCustomPrompt="1"/>
          </p:nvPr>
        </p:nvSpPr>
        <p:spPr>
          <a:xfrm>
            <a:off x="3388909" y="4794392"/>
            <a:ext cx="2575560" cy="1434958"/>
          </a:xfrm>
          <a:prstGeom prst="rect">
            <a:avLst/>
          </a:prstGeom>
        </p:spPr>
        <p:txBody>
          <a:bodyPr lIns="182880" tIns="0" rIns="182880" bIns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267" b="0" i="0">
                <a:latin typeface="+mn-lt"/>
                <a:ea typeface="PS TT Commons Medium" charset="0"/>
                <a:cs typeface="PS TT Commons Medium" charset="0"/>
              </a:defRPr>
            </a:lvl1pPr>
            <a:lvl2pPr>
              <a:defRPr/>
            </a:lvl2pPr>
          </a:lstStyle>
          <a:p>
            <a:pPr lvl="0"/>
            <a:r>
              <a:rPr lang="en-US" dirty="0"/>
              <a:t>Add text here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quarter" idx="22" hasCustomPrompt="1"/>
          </p:nvPr>
        </p:nvSpPr>
        <p:spPr>
          <a:xfrm>
            <a:off x="6134637" y="4794392"/>
            <a:ext cx="2575560" cy="1434958"/>
          </a:xfrm>
          <a:prstGeom prst="rect">
            <a:avLst/>
          </a:prstGeom>
        </p:spPr>
        <p:txBody>
          <a:bodyPr lIns="182880" tIns="0" rIns="182880" bIns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267" b="0" i="0">
                <a:latin typeface="+mn-lt"/>
                <a:ea typeface="PS TT Commons Medium" charset="0"/>
                <a:cs typeface="PS TT Commons Medium" charset="0"/>
              </a:defRPr>
            </a:lvl1pPr>
            <a:lvl2pPr>
              <a:defRPr/>
            </a:lvl2pPr>
          </a:lstStyle>
          <a:p>
            <a:pPr lvl="0"/>
            <a:r>
              <a:rPr lang="en-US" dirty="0"/>
              <a:t>Add text here</a:t>
            </a:r>
          </a:p>
        </p:txBody>
      </p:sp>
    </p:spTree>
    <p:extLst>
      <p:ext uri="{BB962C8B-B14F-4D97-AF65-F5344CB8AC3E}">
        <p14:creationId xmlns:p14="http://schemas.microsoft.com/office/powerpoint/2010/main" val="1171515116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rcle Image Chunking: Four Item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lang="en-US">
                <a:effectLst/>
              </a:defRPr>
            </a:lvl1pPr>
          </a:lstStyle>
          <a:p>
            <a:r>
              <a:rPr lang="en-US">
                <a:solidFill>
                  <a:srgbClr val="1A1A1A"/>
                </a:solidFill>
                <a:effectLst/>
                <a:latin typeface="PS TT Commons Light" charset="0"/>
              </a:rPr>
              <a:t>Circle Icon or Image Chunking: Four Items</a:t>
            </a:r>
          </a:p>
        </p:txBody>
      </p:sp>
      <p:sp>
        <p:nvSpPr>
          <p:cNvPr id="3" name="Content Placeholder 11"/>
          <p:cNvSpPr>
            <a:spLocks noGrp="1" noChangeAspect="1"/>
          </p:cNvSpPr>
          <p:nvPr>
            <p:ph sz="quarter" idx="12" hasCustomPrompt="1"/>
          </p:nvPr>
        </p:nvSpPr>
        <p:spPr>
          <a:xfrm>
            <a:off x="1046333" y="2284801"/>
            <a:ext cx="2255520" cy="2255520"/>
          </a:xfrm>
          <a:prstGeom prst="ellipse">
            <a:avLst/>
          </a:prstGeom>
        </p:spPr>
        <p:txBody>
          <a:bodyPr lIns="182880" tIns="0" rIns="182880" bIns="0" anchor="ctr">
            <a:normAutofit/>
          </a:bodyPr>
          <a:lstStyle>
            <a:lvl1pPr marL="0" indent="0" algn="ctr">
              <a:buNone/>
              <a:defRPr sz="1600" b="0" i="0" baseline="0">
                <a:latin typeface="PS TT Commons Light" charset="0"/>
                <a:ea typeface="PS TT Commons Light" charset="0"/>
                <a:cs typeface="PS TT Commons Light" charset="0"/>
              </a:defRPr>
            </a:lvl1pPr>
            <a:lvl2pPr marL="396106" indent="0" algn="l">
              <a:buNone/>
              <a:defRPr sz="2933"/>
            </a:lvl2pPr>
            <a:lvl3pPr marL="794921" indent="0" algn="l">
              <a:buNone/>
              <a:defRPr sz="2933"/>
            </a:lvl3pPr>
            <a:lvl4pPr marL="1177464" indent="0" algn="l">
              <a:buNone/>
              <a:defRPr sz="2933"/>
            </a:lvl4pPr>
            <a:lvl5pPr marL="1462332" indent="0" algn="l">
              <a:buNone/>
              <a:defRPr sz="2933"/>
            </a:lvl5pPr>
          </a:lstStyle>
          <a:p>
            <a:pPr lvl="0"/>
            <a:r>
              <a:rPr lang="en-US"/>
              <a:t>To add image or icon, click the image icon or </a:t>
            </a:r>
            <a:br>
              <a:rPr lang="en-US"/>
            </a:br>
            <a:r>
              <a:rPr lang="en-US"/>
              <a:t>paste in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4" hasCustomPrompt="1"/>
          </p:nvPr>
        </p:nvSpPr>
        <p:spPr>
          <a:xfrm>
            <a:off x="1046333" y="4793145"/>
            <a:ext cx="2255520" cy="1455255"/>
          </a:xfrm>
          <a:prstGeom prst="rect">
            <a:avLst/>
          </a:prstGeom>
        </p:spPr>
        <p:txBody>
          <a:bodyPr lIns="182880" tIns="0" rIns="182880" bIns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267" b="0" i="0">
                <a:latin typeface="+mn-lt"/>
                <a:ea typeface="PS TT Commons Medium" charset="0"/>
                <a:cs typeface="PS TT Commons Medium" charset="0"/>
              </a:defRPr>
            </a:lvl1pPr>
            <a:lvl2pPr>
              <a:defRPr/>
            </a:lvl2pPr>
          </a:lstStyle>
          <a:p>
            <a:pPr lvl="0"/>
            <a:r>
              <a:rPr lang="en-US" dirty="0"/>
              <a:t>Add text here</a:t>
            </a:r>
          </a:p>
        </p:txBody>
      </p:sp>
      <p:sp>
        <p:nvSpPr>
          <p:cNvPr id="11" name="Content Placeholder 11"/>
          <p:cNvSpPr>
            <a:spLocks noGrp="1" noChangeAspect="1"/>
          </p:cNvSpPr>
          <p:nvPr>
            <p:ph sz="quarter" idx="15" hasCustomPrompt="1"/>
          </p:nvPr>
        </p:nvSpPr>
        <p:spPr>
          <a:xfrm>
            <a:off x="8862934" y="2275710"/>
            <a:ext cx="2255520" cy="2255520"/>
          </a:xfrm>
          <a:prstGeom prst="ellipse">
            <a:avLst/>
          </a:prstGeom>
        </p:spPr>
        <p:txBody>
          <a:bodyPr lIns="182880" tIns="0" rIns="182880" bIns="0" anchor="ctr">
            <a:normAutofit/>
          </a:bodyPr>
          <a:lstStyle>
            <a:lvl1pPr marL="0" indent="0" algn="ctr">
              <a:buNone/>
              <a:defRPr sz="1600" b="0" i="0" baseline="0">
                <a:latin typeface="PS TT Commons Light" charset="0"/>
                <a:ea typeface="PS TT Commons Light" charset="0"/>
                <a:cs typeface="PS TT Commons Light" charset="0"/>
              </a:defRPr>
            </a:lvl1pPr>
            <a:lvl2pPr marL="396106" indent="0" algn="l">
              <a:buNone/>
              <a:defRPr sz="2933"/>
            </a:lvl2pPr>
            <a:lvl3pPr marL="794921" indent="0" algn="l">
              <a:buNone/>
              <a:defRPr sz="2933"/>
            </a:lvl3pPr>
            <a:lvl4pPr marL="1177464" indent="0" algn="l">
              <a:buNone/>
              <a:defRPr sz="2933"/>
            </a:lvl4pPr>
            <a:lvl5pPr marL="1462332" indent="0" algn="l">
              <a:buNone/>
              <a:defRPr sz="2933"/>
            </a:lvl5pPr>
          </a:lstStyle>
          <a:p>
            <a:pPr lvl="0"/>
            <a:r>
              <a:rPr lang="en-US"/>
              <a:t>To add image or icon, click the image icon or </a:t>
            </a:r>
            <a:br>
              <a:rPr lang="en-US"/>
            </a:br>
            <a:r>
              <a:rPr lang="en-US"/>
              <a:t>paste in</a:t>
            </a:r>
            <a:endParaRPr lang="en-US" dirty="0"/>
          </a:p>
        </p:txBody>
      </p:sp>
      <p:sp>
        <p:nvSpPr>
          <p:cNvPr id="13" name="Content Placeholder 11"/>
          <p:cNvSpPr>
            <a:spLocks noGrp="1" noChangeAspect="1"/>
          </p:cNvSpPr>
          <p:nvPr>
            <p:ph sz="quarter" idx="17" hasCustomPrompt="1"/>
          </p:nvPr>
        </p:nvSpPr>
        <p:spPr>
          <a:xfrm>
            <a:off x="3651867" y="2284801"/>
            <a:ext cx="2255520" cy="2255520"/>
          </a:xfrm>
          <a:prstGeom prst="ellipse">
            <a:avLst/>
          </a:prstGeom>
        </p:spPr>
        <p:txBody>
          <a:bodyPr lIns="182880" tIns="0" rIns="182880" bIns="0" anchor="ctr">
            <a:normAutofit/>
          </a:bodyPr>
          <a:lstStyle>
            <a:lvl1pPr marL="0" indent="0" algn="ctr">
              <a:buNone/>
              <a:defRPr sz="1600" b="0" i="0" baseline="0">
                <a:latin typeface="PS TT Commons Light" charset="0"/>
                <a:ea typeface="PS TT Commons Light" charset="0"/>
                <a:cs typeface="PS TT Commons Light" charset="0"/>
              </a:defRPr>
            </a:lvl1pPr>
            <a:lvl2pPr marL="396106" indent="0" algn="l">
              <a:buNone/>
              <a:defRPr sz="2933"/>
            </a:lvl2pPr>
            <a:lvl3pPr marL="794921" indent="0" algn="l">
              <a:buNone/>
              <a:defRPr sz="2933"/>
            </a:lvl3pPr>
            <a:lvl4pPr marL="1177464" indent="0" algn="l">
              <a:buNone/>
              <a:defRPr sz="2933"/>
            </a:lvl4pPr>
            <a:lvl5pPr marL="1462332" indent="0" algn="l">
              <a:buNone/>
              <a:defRPr sz="2933"/>
            </a:lvl5pPr>
          </a:lstStyle>
          <a:p>
            <a:pPr lvl="0"/>
            <a:r>
              <a:rPr lang="en-US"/>
              <a:t>To add image or icon, click the image icon or </a:t>
            </a:r>
            <a:br>
              <a:rPr lang="en-US"/>
            </a:br>
            <a:r>
              <a:rPr lang="en-US"/>
              <a:t>paste in</a:t>
            </a:r>
            <a:endParaRPr lang="en-US" dirty="0"/>
          </a:p>
        </p:txBody>
      </p:sp>
      <p:sp>
        <p:nvSpPr>
          <p:cNvPr id="15" name="Content Placeholder 11"/>
          <p:cNvSpPr>
            <a:spLocks noGrp="1" noChangeAspect="1"/>
          </p:cNvSpPr>
          <p:nvPr>
            <p:ph sz="quarter" idx="19" hasCustomPrompt="1"/>
          </p:nvPr>
        </p:nvSpPr>
        <p:spPr>
          <a:xfrm>
            <a:off x="6257401" y="2275710"/>
            <a:ext cx="2255520" cy="2255520"/>
          </a:xfrm>
          <a:prstGeom prst="ellipse">
            <a:avLst/>
          </a:prstGeom>
        </p:spPr>
        <p:txBody>
          <a:bodyPr lIns="182880" tIns="0" rIns="182880" bIns="0" anchor="ctr">
            <a:normAutofit/>
          </a:bodyPr>
          <a:lstStyle>
            <a:lvl1pPr marL="0" indent="0" algn="ctr">
              <a:buNone/>
              <a:defRPr sz="1600" b="0" i="0" baseline="0">
                <a:latin typeface="PS TT Commons Light" charset="0"/>
                <a:ea typeface="PS TT Commons Light" charset="0"/>
                <a:cs typeface="PS TT Commons Light" charset="0"/>
              </a:defRPr>
            </a:lvl1pPr>
            <a:lvl2pPr marL="396106" indent="0" algn="l">
              <a:buNone/>
              <a:defRPr sz="2933"/>
            </a:lvl2pPr>
            <a:lvl3pPr marL="794921" indent="0" algn="l">
              <a:buNone/>
              <a:defRPr sz="2933"/>
            </a:lvl3pPr>
            <a:lvl4pPr marL="1177464" indent="0" algn="l">
              <a:buNone/>
              <a:defRPr sz="2933"/>
            </a:lvl4pPr>
            <a:lvl5pPr marL="1462332" indent="0" algn="l">
              <a:buNone/>
              <a:defRPr sz="2933"/>
            </a:lvl5pPr>
          </a:lstStyle>
          <a:p>
            <a:pPr lvl="0"/>
            <a:r>
              <a:rPr lang="en-US"/>
              <a:t>To add image or icon, click the image icon or </a:t>
            </a:r>
            <a:br>
              <a:rPr lang="en-US"/>
            </a:br>
            <a:r>
              <a:rPr lang="en-US"/>
              <a:t>paste in</a:t>
            </a:r>
            <a:endParaRPr lang="en-US" dirty="0"/>
          </a:p>
        </p:txBody>
      </p:sp>
      <p:sp>
        <p:nvSpPr>
          <p:cNvPr id="17" name="Text Placeholder 3"/>
          <p:cNvSpPr>
            <a:spLocks noGrp="1"/>
          </p:cNvSpPr>
          <p:nvPr>
            <p:ph type="body" sz="quarter" idx="20" hasCustomPrompt="1"/>
          </p:nvPr>
        </p:nvSpPr>
        <p:spPr>
          <a:xfrm>
            <a:off x="8862934" y="4793145"/>
            <a:ext cx="2255520" cy="1455255"/>
          </a:xfrm>
          <a:prstGeom prst="rect">
            <a:avLst/>
          </a:prstGeom>
        </p:spPr>
        <p:txBody>
          <a:bodyPr lIns="182880" tIns="0" rIns="182880" bIns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267" b="0" i="0">
                <a:latin typeface="+mn-lt"/>
                <a:ea typeface="PS TT Commons Medium" charset="0"/>
                <a:cs typeface="PS TT Commons Medium" charset="0"/>
              </a:defRPr>
            </a:lvl1pPr>
            <a:lvl2pPr>
              <a:defRPr/>
            </a:lvl2pPr>
          </a:lstStyle>
          <a:p>
            <a:pPr lvl="0"/>
            <a:r>
              <a:rPr lang="en-US" dirty="0"/>
              <a:t>Add text here</a:t>
            </a:r>
          </a:p>
        </p:txBody>
      </p:sp>
      <p:sp>
        <p:nvSpPr>
          <p:cNvPr id="18" name="Text Placeholder 3"/>
          <p:cNvSpPr>
            <a:spLocks noGrp="1"/>
          </p:cNvSpPr>
          <p:nvPr>
            <p:ph type="body" sz="quarter" idx="21" hasCustomPrompt="1"/>
          </p:nvPr>
        </p:nvSpPr>
        <p:spPr>
          <a:xfrm>
            <a:off x="3651867" y="4793145"/>
            <a:ext cx="2255520" cy="1455255"/>
          </a:xfrm>
          <a:prstGeom prst="rect">
            <a:avLst/>
          </a:prstGeom>
        </p:spPr>
        <p:txBody>
          <a:bodyPr lIns="182880" tIns="0" rIns="182880" bIns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267" b="0" i="0">
                <a:latin typeface="+mn-lt"/>
                <a:ea typeface="PS TT Commons Medium" charset="0"/>
                <a:cs typeface="PS TT Commons Medium" charset="0"/>
              </a:defRPr>
            </a:lvl1pPr>
            <a:lvl2pPr>
              <a:defRPr/>
            </a:lvl2pPr>
          </a:lstStyle>
          <a:p>
            <a:pPr lvl="0"/>
            <a:r>
              <a:rPr lang="en-US" dirty="0"/>
              <a:t>Add text here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quarter" idx="22" hasCustomPrompt="1"/>
          </p:nvPr>
        </p:nvSpPr>
        <p:spPr>
          <a:xfrm>
            <a:off x="6257400" y="4793145"/>
            <a:ext cx="2255520" cy="1455255"/>
          </a:xfrm>
          <a:prstGeom prst="rect">
            <a:avLst/>
          </a:prstGeom>
        </p:spPr>
        <p:txBody>
          <a:bodyPr lIns="182880" tIns="0" rIns="182880" bIns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267" b="0" i="0">
                <a:latin typeface="+mn-lt"/>
                <a:ea typeface="PS TT Commons Medium" charset="0"/>
                <a:cs typeface="PS TT Commons Medium" charset="0"/>
              </a:defRPr>
            </a:lvl1pPr>
            <a:lvl2pPr>
              <a:defRPr/>
            </a:lvl2pPr>
          </a:lstStyle>
          <a:p>
            <a:pPr lvl="0"/>
            <a:r>
              <a:rPr lang="en-US" dirty="0"/>
              <a:t>Add text here</a:t>
            </a:r>
          </a:p>
        </p:txBody>
      </p:sp>
    </p:spTree>
    <p:extLst>
      <p:ext uri="{BB962C8B-B14F-4D97-AF65-F5344CB8AC3E}">
        <p14:creationId xmlns:p14="http://schemas.microsoft.com/office/powerpoint/2010/main" val="2107193979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con Only Image Chunking: Six Item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/>
            </a:lvl1pPr>
          </a:lstStyle>
          <a:p>
            <a:r>
              <a:rPr lang="en-US"/>
              <a:t>Icon Only Image Chunking: Six Items</a:t>
            </a:r>
          </a:p>
        </p:txBody>
      </p:sp>
      <p:sp>
        <p:nvSpPr>
          <p:cNvPr id="3" name="Content Placeholder 11"/>
          <p:cNvSpPr>
            <a:spLocks noGrp="1"/>
          </p:cNvSpPr>
          <p:nvPr>
            <p:ph sz="quarter" idx="12" hasCustomPrompt="1"/>
          </p:nvPr>
        </p:nvSpPr>
        <p:spPr>
          <a:xfrm>
            <a:off x="1137920" y="1612410"/>
            <a:ext cx="2698497" cy="1538109"/>
          </a:xfrm>
          <a:prstGeom prst="rect">
            <a:avLst/>
          </a:prstGeom>
        </p:spPr>
        <p:txBody>
          <a:bodyPr lIns="182880" tIns="0" rIns="182880" bIns="0" anchor="ctr">
            <a:normAutofit/>
          </a:bodyPr>
          <a:lstStyle>
            <a:lvl1pPr marL="0" indent="0" algn="ctr">
              <a:buNone/>
              <a:defRPr sz="1467" b="0" i="0" baseline="0">
                <a:latin typeface="PS TT Commons Light" charset="0"/>
                <a:ea typeface="PS TT Commons Light" charset="0"/>
                <a:cs typeface="PS TT Commons Light" charset="0"/>
              </a:defRPr>
            </a:lvl1pPr>
            <a:lvl2pPr marL="396106" indent="0" algn="l">
              <a:buNone/>
              <a:defRPr sz="2933"/>
            </a:lvl2pPr>
            <a:lvl3pPr marL="794921" indent="0" algn="l">
              <a:buNone/>
              <a:defRPr sz="2933"/>
            </a:lvl3pPr>
            <a:lvl4pPr marL="1177464" indent="0" algn="l">
              <a:buNone/>
              <a:defRPr sz="2933"/>
            </a:lvl4pPr>
            <a:lvl5pPr marL="1462332" indent="0" algn="l">
              <a:buNone/>
              <a:defRPr sz="2933"/>
            </a:lvl5pPr>
          </a:lstStyle>
          <a:p>
            <a:pPr lvl="0"/>
            <a:r>
              <a:rPr lang="en-US"/>
              <a:t>Icon only:</a:t>
            </a:r>
            <a:br>
              <a:rPr lang="en-US"/>
            </a:br>
            <a:r>
              <a:rPr lang="en-US"/>
              <a:t>click on the image </a:t>
            </a:r>
            <a:br>
              <a:rPr lang="en-US"/>
            </a:br>
            <a:r>
              <a:rPr lang="en-US"/>
              <a:t>icon or paste in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4" hasCustomPrompt="1"/>
          </p:nvPr>
        </p:nvSpPr>
        <p:spPr>
          <a:xfrm>
            <a:off x="1137920" y="3220193"/>
            <a:ext cx="2700527" cy="428039"/>
          </a:xfrm>
          <a:prstGeom prst="rect">
            <a:avLst/>
          </a:prstGeom>
        </p:spPr>
        <p:txBody>
          <a:bodyPr lIns="182880" tIns="0" rIns="18288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133" b="0" i="0">
                <a:latin typeface="+mn-lt"/>
                <a:ea typeface="PS TT Commons Medium" charset="0"/>
                <a:cs typeface="PS TT Commons Medium" charset="0"/>
              </a:defRPr>
            </a:lvl1pPr>
            <a:lvl2pPr>
              <a:defRPr/>
            </a:lvl2pPr>
          </a:lstStyle>
          <a:p>
            <a:pPr lvl="0"/>
            <a:r>
              <a:rPr lang="en-US" dirty="0"/>
              <a:t>Add text here</a:t>
            </a:r>
          </a:p>
        </p:txBody>
      </p:sp>
      <p:sp>
        <p:nvSpPr>
          <p:cNvPr id="11" name="Content Placeholder 11"/>
          <p:cNvSpPr>
            <a:spLocks noGrp="1"/>
          </p:cNvSpPr>
          <p:nvPr>
            <p:ph sz="quarter" idx="15" hasCustomPrompt="1"/>
          </p:nvPr>
        </p:nvSpPr>
        <p:spPr>
          <a:xfrm>
            <a:off x="1135889" y="3953694"/>
            <a:ext cx="2700527" cy="1536192"/>
          </a:xfrm>
          <a:prstGeom prst="rect">
            <a:avLst/>
          </a:prstGeom>
        </p:spPr>
        <p:txBody>
          <a:bodyPr lIns="182880" tIns="0" rIns="182880" bIns="0" anchor="ctr">
            <a:normAutofit/>
          </a:bodyPr>
          <a:lstStyle>
            <a:lvl1pPr marL="0" indent="0" algn="ctr">
              <a:buNone/>
              <a:defRPr sz="1467" b="0" i="0" baseline="0">
                <a:latin typeface="PS TT Commons Light" charset="0"/>
                <a:ea typeface="PS TT Commons Light" charset="0"/>
                <a:cs typeface="PS TT Commons Light" charset="0"/>
              </a:defRPr>
            </a:lvl1pPr>
            <a:lvl2pPr marL="396106" indent="0" algn="l">
              <a:buNone/>
              <a:defRPr sz="2933"/>
            </a:lvl2pPr>
            <a:lvl3pPr marL="794921" indent="0" algn="l">
              <a:buNone/>
              <a:defRPr sz="2933"/>
            </a:lvl3pPr>
            <a:lvl4pPr marL="1177464" indent="0" algn="l">
              <a:buNone/>
              <a:defRPr sz="2933"/>
            </a:lvl4pPr>
            <a:lvl5pPr marL="1462332" indent="0" algn="l">
              <a:buNone/>
              <a:defRPr sz="2933"/>
            </a:lvl5pPr>
          </a:lstStyle>
          <a:p>
            <a:pPr lvl="0"/>
            <a:r>
              <a:rPr lang="en-US"/>
              <a:t>Icon only:</a:t>
            </a:r>
            <a:br>
              <a:rPr lang="en-US"/>
            </a:br>
            <a:r>
              <a:rPr lang="en-US"/>
              <a:t>click on the image </a:t>
            </a:r>
            <a:br>
              <a:rPr lang="en-US"/>
            </a:br>
            <a:r>
              <a:rPr lang="en-US"/>
              <a:t>icon or paste in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quarter" idx="16" hasCustomPrompt="1"/>
          </p:nvPr>
        </p:nvSpPr>
        <p:spPr>
          <a:xfrm>
            <a:off x="1135889" y="5561477"/>
            <a:ext cx="2700527" cy="428039"/>
          </a:xfrm>
          <a:prstGeom prst="rect">
            <a:avLst/>
          </a:prstGeom>
        </p:spPr>
        <p:txBody>
          <a:bodyPr lIns="182880" tIns="0" rIns="18288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133" b="0" i="0">
                <a:latin typeface="+mn-lt"/>
                <a:ea typeface="PS TT Commons Medium" charset="0"/>
                <a:cs typeface="PS TT Commons Medium" charset="0"/>
              </a:defRPr>
            </a:lvl1pPr>
            <a:lvl2pPr>
              <a:defRPr/>
            </a:lvl2pPr>
          </a:lstStyle>
          <a:p>
            <a:pPr lvl="0"/>
            <a:r>
              <a:rPr lang="en-US" dirty="0"/>
              <a:t>Add text here</a:t>
            </a:r>
          </a:p>
        </p:txBody>
      </p:sp>
      <p:sp>
        <p:nvSpPr>
          <p:cNvPr id="13" name="Content Placeholder 11"/>
          <p:cNvSpPr>
            <a:spLocks noGrp="1"/>
          </p:cNvSpPr>
          <p:nvPr>
            <p:ph sz="quarter" idx="17" hasCustomPrompt="1"/>
          </p:nvPr>
        </p:nvSpPr>
        <p:spPr>
          <a:xfrm>
            <a:off x="8513485" y="1613369"/>
            <a:ext cx="2700527" cy="1536192"/>
          </a:xfrm>
          <a:prstGeom prst="rect">
            <a:avLst/>
          </a:prstGeom>
        </p:spPr>
        <p:txBody>
          <a:bodyPr lIns="182880" tIns="0" rIns="182880" bIns="0" anchor="ctr">
            <a:normAutofit/>
          </a:bodyPr>
          <a:lstStyle>
            <a:lvl1pPr marL="0" indent="0" algn="ctr">
              <a:buNone/>
              <a:defRPr sz="1467" b="0" i="0" baseline="0">
                <a:latin typeface="PS TT Commons Light" charset="0"/>
                <a:ea typeface="PS TT Commons Light" charset="0"/>
                <a:cs typeface="PS TT Commons Light" charset="0"/>
              </a:defRPr>
            </a:lvl1pPr>
            <a:lvl2pPr marL="396106" indent="0" algn="l">
              <a:buNone/>
              <a:defRPr sz="2933"/>
            </a:lvl2pPr>
            <a:lvl3pPr marL="794921" indent="0" algn="l">
              <a:buNone/>
              <a:defRPr sz="2933"/>
            </a:lvl3pPr>
            <a:lvl4pPr marL="1177464" indent="0" algn="l">
              <a:buNone/>
              <a:defRPr sz="2933"/>
            </a:lvl4pPr>
            <a:lvl5pPr marL="1462332" indent="0" algn="l">
              <a:buNone/>
              <a:defRPr sz="2933"/>
            </a:lvl5pPr>
          </a:lstStyle>
          <a:p>
            <a:pPr lvl="0"/>
            <a:r>
              <a:rPr lang="en-US"/>
              <a:t>Icon only:</a:t>
            </a:r>
            <a:br>
              <a:rPr lang="en-US"/>
            </a:br>
            <a:r>
              <a:rPr lang="en-US"/>
              <a:t>click on the image </a:t>
            </a:r>
            <a:br>
              <a:rPr lang="en-US"/>
            </a:br>
            <a:r>
              <a:rPr lang="en-US"/>
              <a:t>icon or paste in</a:t>
            </a:r>
            <a:endParaRPr lang="en-US" dirty="0"/>
          </a:p>
        </p:txBody>
      </p:sp>
      <p:sp>
        <p:nvSpPr>
          <p:cNvPr id="14" name="Text Placeholder 3"/>
          <p:cNvSpPr>
            <a:spLocks noGrp="1"/>
          </p:cNvSpPr>
          <p:nvPr>
            <p:ph type="body" sz="quarter" idx="18" hasCustomPrompt="1"/>
          </p:nvPr>
        </p:nvSpPr>
        <p:spPr>
          <a:xfrm>
            <a:off x="8513485" y="3220193"/>
            <a:ext cx="2700527" cy="428039"/>
          </a:xfrm>
          <a:prstGeom prst="rect">
            <a:avLst/>
          </a:prstGeom>
        </p:spPr>
        <p:txBody>
          <a:bodyPr lIns="182880" tIns="0" rIns="18288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133" b="0" i="0">
                <a:latin typeface="+mn-lt"/>
                <a:ea typeface="PS TT Commons Medium" charset="0"/>
                <a:cs typeface="PS TT Commons Medium" charset="0"/>
              </a:defRPr>
            </a:lvl1pPr>
            <a:lvl2pPr>
              <a:defRPr/>
            </a:lvl2pPr>
          </a:lstStyle>
          <a:p>
            <a:pPr lvl="0"/>
            <a:r>
              <a:rPr lang="en-US" dirty="0"/>
              <a:t>Add text here</a:t>
            </a:r>
          </a:p>
        </p:txBody>
      </p:sp>
      <p:sp>
        <p:nvSpPr>
          <p:cNvPr id="15" name="Content Placeholder 11"/>
          <p:cNvSpPr>
            <a:spLocks noGrp="1"/>
          </p:cNvSpPr>
          <p:nvPr>
            <p:ph sz="quarter" idx="19" hasCustomPrompt="1"/>
          </p:nvPr>
        </p:nvSpPr>
        <p:spPr>
          <a:xfrm>
            <a:off x="8513485" y="3966253"/>
            <a:ext cx="2700527" cy="1536192"/>
          </a:xfrm>
          <a:prstGeom prst="rect">
            <a:avLst/>
          </a:prstGeom>
        </p:spPr>
        <p:txBody>
          <a:bodyPr lIns="182880" tIns="0" rIns="182880" bIns="0" anchor="ctr">
            <a:normAutofit/>
          </a:bodyPr>
          <a:lstStyle>
            <a:lvl1pPr marL="0" indent="0" algn="ctr">
              <a:buNone/>
              <a:defRPr sz="1467" b="0" i="0" baseline="0">
                <a:latin typeface="PS TT Commons Light" charset="0"/>
                <a:ea typeface="PS TT Commons Light" charset="0"/>
                <a:cs typeface="PS TT Commons Light" charset="0"/>
              </a:defRPr>
            </a:lvl1pPr>
            <a:lvl2pPr marL="396106" indent="0" algn="l">
              <a:buNone/>
              <a:defRPr sz="2933"/>
            </a:lvl2pPr>
            <a:lvl3pPr marL="794921" indent="0" algn="l">
              <a:buNone/>
              <a:defRPr sz="2933"/>
            </a:lvl3pPr>
            <a:lvl4pPr marL="1177464" indent="0" algn="l">
              <a:buNone/>
              <a:defRPr sz="2933"/>
            </a:lvl4pPr>
            <a:lvl5pPr marL="1462332" indent="0" algn="l">
              <a:buNone/>
              <a:defRPr sz="2933"/>
            </a:lvl5pPr>
          </a:lstStyle>
          <a:p>
            <a:pPr lvl="0"/>
            <a:r>
              <a:rPr lang="en-US"/>
              <a:t>Icon only:</a:t>
            </a:r>
            <a:br>
              <a:rPr lang="en-US"/>
            </a:br>
            <a:r>
              <a:rPr lang="en-US"/>
              <a:t>click on the image </a:t>
            </a:r>
            <a:br>
              <a:rPr lang="en-US"/>
            </a:br>
            <a:r>
              <a:rPr lang="en-US"/>
              <a:t>icon or paste in</a:t>
            </a:r>
            <a:endParaRPr lang="en-US" dirty="0"/>
          </a:p>
        </p:txBody>
      </p:sp>
      <p:sp>
        <p:nvSpPr>
          <p:cNvPr id="16" name="Text Placeholder 3"/>
          <p:cNvSpPr>
            <a:spLocks noGrp="1"/>
          </p:cNvSpPr>
          <p:nvPr>
            <p:ph type="body" sz="quarter" idx="20" hasCustomPrompt="1"/>
          </p:nvPr>
        </p:nvSpPr>
        <p:spPr>
          <a:xfrm>
            <a:off x="8513484" y="5561477"/>
            <a:ext cx="2700527" cy="428039"/>
          </a:xfrm>
          <a:prstGeom prst="rect">
            <a:avLst/>
          </a:prstGeom>
        </p:spPr>
        <p:txBody>
          <a:bodyPr lIns="182880" tIns="0" rIns="18288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133" b="0" i="0">
                <a:latin typeface="+mn-lt"/>
                <a:ea typeface="PS TT Commons Medium" charset="0"/>
                <a:cs typeface="PS TT Commons Medium" charset="0"/>
              </a:defRPr>
            </a:lvl1pPr>
            <a:lvl2pPr>
              <a:defRPr/>
            </a:lvl2pPr>
          </a:lstStyle>
          <a:p>
            <a:pPr lvl="0"/>
            <a:r>
              <a:rPr lang="en-US" dirty="0"/>
              <a:t>Add text here</a:t>
            </a:r>
          </a:p>
        </p:txBody>
      </p:sp>
      <p:sp>
        <p:nvSpPr>
          <p:cNvPr id="17" name="Content Placeholder 11"/>
          <p:cNvSpPr>
            <a:spLocks noGrp="1"/>
          </p:cNvSpPr>
          <p:nvPr>
            <p:ph sz="quarter" idx="21" hasCustomPrompt="1"/>
          </p:nvPr>
        </p:nvSpPr>
        <p:spPr>
          <a:xfrm>
            <a:off x="4823670" y="1612410"/>
            <a:ext cx="2700527" cy="1536192"/>
          </a:xfrm>
          <a:prstGeom prst="rect">
            <a:avLst/>
          </a:prstGeom>
        </p:spPr>
        <p:txBody>
          <a:bodyPr lIns="182880" tIns="0" rIns="182880" bIns="0" anchor="ctr">
            <a:normAutofit/>
          </a:bodyPr>
          <a:lstStyle>
            <a:lvl1pPr marL="0" indent="0" algn="ctr">
              <a:buNone/>
              <a:defRPr sz="1467" b="0" i="0" baseline="0">
                <a:latin typeface="PS TT Commons Light" charset="0"/>
                <a:ea typeface="PS TT Commons Light" charset="0"/>
                <a:cs typeface="PS TT Commons Light" charset="0"/>
              </a:defRPr>
            </a:lvl1pPr>
            <a:lvl2pPr marL="396106" indent="0" algn="l">
              <a:buNone/>
              <a:defRPr sz="2933"/>
            </a:lvl2pPr>
            <a:lvl3pPr marL="794921" indent="0" algn="l">
              <a:buNone/>
              <a:defRPr sz="2933"/>
            </a:lvl3pPr>
            <a:lvl4pPr marL="1177464" indent="0" algn="l">
              <a:buNone/>
              <a:defRPr sz="2933"/>
            </a:lvl4pPr>
            <a:lvl5pPr marL="1462332" indent="0" algn="l">
              <a:buNone/>
              <a:defRPr sz="2933"/>
            </a:lvl5pPr>
          </a:lstStyle>
          <a:p>
            <a:pPr lvl="0"/>
            <a:r>
              <a:rPr lang="en-US"/>
              <a:t>Icon only:</a:t>
            </a:r>
            <a:br>
              <a:rPr lang="en-US"/>
            </a:br>
            <a:r>
              <a:rPr lang="en-US"/>
              <a:t>click on the image </a:t>
            </a:r>
            <a:br>
              <a:rPr lang="en-US"/>
            </a:br>
            <a:r>
              <a:rPr lang="en-US"/>
              <a:t>icon or paste in</a:t>
            </a:r>
            <a:endParaRPr lang="en-US" dirty="0"/>
          </a:p>
        </p:txBody>
      </p:sp>
      <p:sp>
        <p:nvSpPr>
          <p:cNvPr id="18" name="Text Placeholder 3"/>
          <p:cNvSpPr>
            <a:spLocks noGrp="1"/>
          </p:cNvSpPr>
          <p:nvPr>
            <p:ph type="body" sz="quarter" idx="22" hasCustomPrompt="1"/>
          </p:nvPr>
        </p:nvSpPr>
        <p:spPr>
          <a:xfrm>
            <a:off x="4823671" y="3220193"/>
            <a:ext cx="2700527" cy="428039"/>
          </a:xfrm>
          <a:prstGeom prst="rect">
            <a:avLst/>
          </a:prstGeom>
        </p:spPr>
        <p:txBody>
          <a:bodyPr lIns="182880" tIns="0" rIns="18288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133" b="0" i="0">
                <a:latin typeface="+mn-lt"/>
                <a:ea typeface="PS TT Commons Medium" charset="0"/>
                <a:cs typeface="PS TT Commons Medium" charset="0"/>
              </a:defRPr>
            </a:lvl1pPr>
            <a:lvl2pPr>
              <a:defRPr/>
            </a:lvl2pPr>
          </a:lstStyle>
          <a:p>
            <a:pPr lvl="0"/>
            <a:r>
              <a:rPr lang="en-US" dirty="0"/>
              <a:t>Add text here</a:t>
            </a:r>
          </a:p>
        </p:txBody>
      </p:sp>
      <p:sp>
        <p:nvSpPr>
          <p:cNvPr id="19" name="Content Placeholder 11"/>
          <p:cNvSpPr>
            <a:spLocks noGrp="1"/>
          </p:cNvSpPr>
          <p:nvPr>
            <p:ph sz="quarter" idx="23" hasCustomPrompt="1"/>
          </p:nvPr>
        </p:nvSpPr>
        <p:spPr>
          <a:xfrm>
            <a:off x="4823670" y="3953694"/>
            <a:ext cx="2700527" cy="1536192"/>
          </a:xfrm>
          <a:prstGeom prst="rect">
            <a:avLst/>
          </a:prstGeom>
        </p:spPr>
        <p:txBody>
          <a:bodyPr lIns="182880" tIns="0" rIns="182880" bIns="0" anchor="ctr">
            <a:normAutofit/>
          </a:bodyPr>
          <a:lstStyle>
            <a:lvl1pPr marL="0" indent="0" algn="ctr">
              <a:buNone/>
              <a:defRPr sz="1467" b="0" i="0" baseline="0">
                <a:latin typeface="PS TT Commons Light" charset="0"/>
                <a:ea typeface="PS TT Commons Light" charset="0"/>
                <a:cs typeface="PS TT Commons Light" charset="0"/>
              </a:defRPr>
            </a:lvl1pPr>
            <a:lvl2pPr marL="396106" indent="0" algn="l">
              <a:buNone/>
              <a:defRPr sz="2933"/>
            </a:lvl2pPr>
            <a:lvl3pPr marL="794921" indent="0" algn="l">
              <a:buNone/>
              <a:defRPr sz="2933"/>
            </a:lvl3pPr>
            <a:lvl4pPr marL="1177464" indent="0" algn="l">
              <a:buNone/>
              <a:defRPr sz="2933"/>
            </a:lvl4pPr>
            <a:lvl5pPr marL="1462332" indent="0" algn="l">
              <a:buNone/>
              <a:defRPr sz="2933"/>
            </a:lvl5pPr>
          </a:lstStyle>
          <a:p>
            <a:pPr lvl="0"/>
            <a:r>
              <a:rPr lang="en-US"/>
              <a:t>Icon only:</a:t>
            </a:r>
            <a:br>
              <a:rPr lang="en-US"/>
            </a:br>
            <a:r>
              <a:rPr lang="en-US"/>
              <a:t>click on the image </a:t>
            </a:r>
            <a:br>
              <a:rPr lang="en-US"/>
            </a:br>
            <a:r>
              <a:rPr lang="en-US"/>
              <a:t>icon or paste in</a:t>
            </a:r>
            <a:endParaRPr lang="en-US" dirty="0"/>
          </a:p>
        </p:txBody>
      </p:sp>
      <p:sp>
        <p:nvSpPr>
          <p:cNvPr id="20" name="Text Placeholder 3"/>
          <p:cNvSpPr>
            <a:spLocks noGrp="1"/>
          </p:cNvSpPr>
          <p:nvPr>
            <p:ph type="body" sz="quarter" idx="24" hasCustomPrompt="1"/>
          </p:nvPr>
        </p:nvSpPr>
        <p:spPr>
          <a:xfrm>
            <a:off x="4823671" y="5561477"/>
            <a:ext cx="2700527" cy="428039"/>
          </a:xfrm>
          <a:prstGeom prst="rect">
            <a:avLst/>
          </a:prstGeom>
        </p:spPr>
        <p:txBody>
          <a:bodyPr lIns="182880" tIns="0" rIns="18288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133" b="0" i="0">
                <a:latin typeface="+mn-lt"/>
                <a:ea typeface="PS TT Commons Medium" charset="0"/>
                <a:cs typeface="PS TT Commons Medium" charset="0"/>
              </a:defRPr>
            </a:lvl1pPr>
            <a:lvl2pPr>
              <a:defRPr/>
            </a:lvl2pPr>
          </a:lstStyle>
          <a:p>
            <a:pPr lvl="0"/>
            <a:r>
              <a:rPr lang="en-US" dirty="0"/>
              <a:t>Add text here</a:t>
            </a:r>
          </a:p>
        </p:txBody>
      </p:sp>
    </p:spTree>
    <p:extLst>
      <p:ext uri="{BB962C8B-B14F-4D97-AF65-F5344CB8AC3E}">
        <p14:creationId xmlns:p14="http://schemas.microsoft.com/office/powerpoint/2010/main" val="419666715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hree Item List with Ic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/>
            </a:lvl1pPr>
          </a:lstStyle>
          <a:p>
            <a:r>
              <a:rPr lang="en-US"/>
              <a:t>Three Item List With Icons</a:t>
            </a:r>
          </a:p>
        </p:txBody>
      </p:sp>
      <p:sp>
        <p:nvSpPr>
          <p:cNvPr id="3" name="Content Placeholder 11"/>
          <p:cNvSpPr>
            <a:spLocks noGrp="1"/>
          </p:cNvSpPr>
          <p:nvPr>
            <p:ph sz="quarter" idx="12" hasCustomPrompt="1"/>
          </p:nvPr>
        </p:nvSpPr>
        <p:spPr>
          <a:xfrm>
            <a:off x="955829" y="1750332"/>
            <a:ext cx="1177771" cy="1145485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>
            <a:lvl1pPr marL="0" indent="0" algn="ctr">
              <a:buNone/>
              <a:defRPr sz="1333" b="0" i="0" baseline="0">
                <a:latin typeface="PS TT Commons Light" charset="0"/>
                <a:ea typeface="PS TT Commons Light" charset="0"/>
                <a:cs typeface="PS TT Commons Light" charset="0"/>
              </a:defRPr>
            </a:lvl1pPr>
            <a:lvl2pPr algn="ctr">
              <a:defRPr sz="2933"/>
            </a:lvl2pPr>
            <a:lvl3pPr algn="ctr">
              <a:defRPr sz="2933"/>
            </a:lvl3pPr>
            <a:lvl4pPr algn="ctr">
              <a:defRPr sz="2933"/>
            </a:lvl4pPr>
            <a:lvl5pPr algn="ctr">
              <a:defRPr sz="2933"/>
            </a:lvl5pPr>
          </a:lstStyle>
          <a:p>
            <a:pPr lvl="0"/>
            <a:r>
              <a:rPr lang="en-US"/>
              <a:t>Click icon to </a:t>
            </a:r>
            <a:r>
              <a:rPr lang="en-US" dirty="0"/>
              <a:t>add image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5" hasCustomPrompt="1"/>
          </p:nvPr>
        </p:nvSpPr>
        <p:spPr>
          <a:xfrm>
            <a:off x="2571752" y="1688081"/>
            <a:ext cx="8782048" cy="1269993"/>
          </a:xfrm>
          <a:prstGeom prst="rect">
            <a:avLst/>
          </a:prstGeom>
        </p:spPr>
        <p:txBody>
          <a:bodyPr lIns="182880" tIns="0" rIns="182880" bIns="0" anchor="ctr">
            <a:noAutofit/>
          </a:bodyPr>
          <a:lstStyle>
            <a:lvl1pPr marL="0" indent="0" algn="l">
              <a:spcBef>
                <a:spcPts val="0"/>
              </a:spcBef>
              <a:buNone/>
              <a:defRPr sz="2133" b="0" i="0">
                <a:latin typeface="+mn-lt"/>
                <a:ea typeface="PS TT Commons Medium" charset="0"/>
                <a:cs typeface="PS TT Commons Medium" charset="0"/>
              </a:defRPr>
            </a:lvl1pPr>
          </a:lstStyle>
          <a:p>
            <a:pPr lvl="0"/>
            <a:r>
              <a:rPr lang="en-US" dirty="0"/>
              <a:t>Add text here</a:t>
            </a:r>
          </a:p>
        </p:txBody>
      </p:sp>
      <p:sp>
        <p:nvSpPr>
          <p:cNvPr id="5" name="Content Placeholder 11"/>
          <p:cNvSpPr>
            <a:spLocks noGrp="1"/>
          </p:cNvSpPr>
          <p:nvPr>
            <p:ph sz="quarter" idx="16" hasCustomPrompt="1"/>
          </p:nvPr>
        </p:nvSpPr>
        <p:spPr>
          <a:xfrm>
            <a:off x="955829" y="3387184"/>
            <a:ext cx="1177771" cy="1145485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>
            <a:lvl1pPr marL="0" indent="0" algn="ctr">
              <a:buNone/>
              <a:defRPr sz="1333" b="0" i="0" baseline="0">
                <a:latin typeface="PS TT Commons Light" charset="0"/>
                <a:ea typeface="PS TT Commons Light" charset="0"/>
                <a:cs typeface="PS TT Commons Light" charset="0"/>
              </a:defRPr>
            </a:lvl1pPr>
            <a:lvl2pPr algn="ctr">
              <a:defRPr sz="2933"/>
            </a:lvl2pPr>
            <a:lvl3pPr algn="ctr">
              <a:defRPr sz="2933"/>
            </a:lvl3pPr>
            <a:lvl4pPr algn="ctr">
              <a:defRPr sz="2933"/>
            </a:lvl4pPr>
            <a:lvl5pPr algn="ctr">
              <a:defRPr sz="2933"/>
            </a:lvl5pPr>
          </a:lstStyle>
          <a:p>
            <a:pPr lvl="0"/>
            <a:r>
              <a:rPr lang="en-US"/>
              <a:t>Click icon to add image</a:t>
            </a:r>
            <a:endParaRPr lang="en-US" dirty="0"/>
          </a:p>
        </p:txBody>
      </p:sp>
      <p:sp>
        <p:nvSpPr>
          <p:cNvPr id="6" name="Text Placeholder 3"/>
          <p:cNvSpPr>
            <a:spLocks noGrp="1"/>
          </p:cNvSpPr>
          <p:nvPr>
            <p:ph type="body" sz="quarter" idx="17" hasCustomPrompt="1"/>
          </p:nvPr>
        </p:nvSpPr>
        <p:spPr>
          <a:xfrm>
            <a:off x="2571752" y="3324932"/>
            <a:ext cx="8782048" cy="1269993"/>
          </a:xfrm>
          <a:prstGeom prst="rect">
            <a:avLst/>
          </a:prstGeom>
        </p:spPr>
        <p:txBody>
          <a:bodyPr lIns="182880" tIns="0" rIns="182880" bIns="0" anchor="ctr">
            <a:noAutofit/>
          </a:bodyPr>
          <a:lstStyle>
            <a:lvl1pPr marL="0" indent="0" algn="l">
              <a:spcBef>
                <a:spcPts val="0"/>
              </a:spcBef>
              <a:buNone/>
              <a:defRPr sz="2133" b="0" i="0">
                <a:latin typeface="+mn-lt"/>
                <a:ea typeface="PS TT Commons Medium" charset="0"/>
                <a:cs typeface="PS TT Commons Medium" charset="0"/>
              </a:defRPr>
            </a:lvl1pPr>
          </a:lstStyle>
          <a:p>
            <a:pPr lvl="0"/>
            <a:r>
              <a:rPr lang="en-US" dirty="0"/>
              <a:t>Add text here</a:t>
            </a:r>
          </a:p>
        </p:txBody>
      </p:sp>
      <p:sp>
        <p:nvSpPr>
          <p:cNvPr id="7" name="Content Placeholder 11"/>
          <p:cNvSpPr>
            <a:spLocks noGrp="1"/>
          </p:cNvSpPr>
          <p:nvPr>
            <p:ph sz="quarter" idx="18" hasCustomPrompt="1"/>
          </p:nvPr>
        </p:nvSpPr>
        <p:spPr>
          <a:xfrm>
            <a:off x="955829" y="4988471"/>
            <a:ext cx="1177771" cy="1145485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>
            <a:lvl1pPr marL="0" indent="0" algn="ctr">
              <a:buNone/>
              <a:defRPr sz="1333" b="0" i="0" baseline="0">
                <a:latin typeface="PS TT Commons Light" charset="0"/>
                <a:ea typeface="PS TT Commons Light" charset="0"/>
                <a:cs typeface="PS TT Commons Light" charset="0"/>
              </a:defRPr>
            </a:lvl1pPr>
            <a:lvl2pPr algn="ctr">
              <a:defRPr sz="2933"/>
            </a:lvl2pPr>
            <a:lvl3pPr algn="ctr">
              <a:defRPr sz="2933"/>
            </a:lvl3pPr>
            <a:lvl4pPr algn="ctr">
              <a:defRPr sz="2933"/>
            </a:lvl4pPr>
            <a:lvl5pPr algn="ctr">
              <a:defRPr sz="2933"/>
            </a:lvl5pPr>
          </a:lstStyle>
          <a:p>
            <a:pPr lvl="0"/>
            <a:r>
              <a:rPr lang="en-US"/>
              <a:t>Click icon to add image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quarter" idx="19" hasCustomPrompt="1"/>
          </p:nvPr>
        </p:nvSpPr>
        <p:spPr>
          <a:xfrm>
            <a:off x="2571752" y="4926218"/>
            <a:ext cx="8782048" cy="1269993"/>
          </a:xfrm>
          <a:prstGeom prst="rect">
            <a:avLst/>
          </a:prstGeom>
        </p:spPr>
        <p:txBody>
          <a:bodyPr lIns="182880" tIns="0" rIns="182880" bIns="0" anchor="ctr">
            <a:noAutofit/>
          </a:bodyPr>
          <a:lstStyle>
            <a:lvl1pPr marL="0" indent="0" algn="l">
              <a:spcBef>
                <a:spcPts val="0"/>
              </a:spcBef>
              <a:buNone/>
              <a:defRPr sz="2133" b="0" i="0">
                <a:latin typeface="+mn-lt"/>
                <a:ea typeface="PS TT Commons Medium" charset="0"/>
                <a:cs typeface="PS TT Commons Medium" charset="0"/>
              </a:defRPr>
            </a:lvl1pPr>
          </a:lstStyle>
          <a:p>
            <a:pPr lvl="0"/>
            <a:r>
              <a:rPr lang="en-US" dirty="0"/>
              <a:t>Add text here</a:t>
            </a:r>
          </a:p>
        </p:txBody>
      </p:sp>
      <p:cxnSp>
        <p:nvCxnSpPr>
          <p:cNvPr id="9" name="Straight Connector 8"/>
          <p:cNvCxnSpPr/>
          <p:nvPr/>
        </p:nvCxnSpPr>
        <p:spPr>
          <a:xfrm>
            <a:off x="2376395" y="1652515"/>
            <a:ext cx="0" cy="1341120"/>
          </a:xfrm>
          <a:prstGeom prst="line">
            <a:avLst/>
          </a:prstGeom>
          <a:ln w="50800">
            <a:solidFill>
              <a:schemeClr val="accent1"/>
            </a:solidFill>
            <a:headEnd type="non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/>
          <p:nvPr/>
        </p:nvCxnSpPr>
        <p:spPr>
          <a:xfrm>
            <a:off x="2376395" y="3289365"/>
            <a:ext cx="0" cy="1341120"/>
          </a:xfrm>
          <a:prstGeom prst="line">
            <a:avLst/>
          </a:prstGeom>
          <a:ln w="50800">
            <a:solidFill>
              <a:schemeClr val="accent1"/>
            </a:solidFill>
            <a:headEnd type="non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/>
          <p:cNvCxnSpPr/>
          <p:nvPr/>
        </p:nvCxnSpPr>
        <p:spPr>
          <a:xfrm>
            <a:off x="2376395" y="4890652"/>
            <a:ext cx="0" cy="1341120"/>
          </a:xfrm>
          <a:prstGeom prst="line">
            <a:avLst/>
          </a:prstGeom>
          <a:ln w="50800">
            <a:solidFill>
              <a:schemeClr val="accent1"/>
            </a:solidFill>
            <a:headEnd type="non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1" y="-530478"/>
            <a:ext cx="4776604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 defTabSz="1219232"/>
            <a:r>
              <a:rPr lang="en-US" sz="1600" b="1" i="0">
                <a:solidFill>
                  <a:srgbClr val="404040"/>
                </a:solidFill>
                <a:latin typeface="PS TT Commons DemiBold" charset="0"/>
                <a:ea typeface="PS TT Commons DemiBold" charset="0"/>
                <a:cs typeface="PS TT Commons DemiBold" charset="0"/>
              </a:rPr>
              <a:t>This slidelist is </a:t>
            </a:r>
            <a:r>
              <a:rPr lang="en-US" sz="1600" b="1" i="0">
                <a:solidFill>
                  <a:srgbClr val="F05A28"/>
                </a:solidFill>
                <a:latin typeface="PS TT Commons DemiBold" charset="0"/>
                <a:ea typeface="PS TT Commons DemiBold" charset="0"/>
                <a:cs typeface="PS TT Commons DemiBold" charset="0"/>
              </a:rPr>
              <a:t>preset </a:t>
            </a:r>
            <a:r>
              <a:rPr lang="en-US" sz="1600" b="1" i="0">
                <a:solidFill>
                  <a:srgbClr val="404040"/>
                </a:solidFill>
                <a:latin typeface="PS TT Commons DemiBold" charset="0"/>
                <a:ea typeface="PS TT Commons DemiBold" charset="0"/>
                <a:cs typeface="PS TT Commons DemiBold" charset="0"/>
              </a:rPr>
              <a:t>with</a:t>
            </a:r>
            <a:r>
              <a:rPr lang="en-US" sz="1600" b="1" i="0" baseline="0">
                <a:solidFill>
                  <a:srgbClr val="404040"/>
                </a:solidFill>
                <a:latin typeface="PS TT Commons DemiBold" charset="0"/>
                <a:ea typeface="PS TT Commons DemiBold" charset="0"/>
                <a:cs typeface="PS TT Commons DemiBold" charset="0"/>
              </a:rPr>
              <a:t> </a:t>
            </a:r>
            <a:r>
              <a:rPr lang="en-US" sz="1600" b="1" i="0" baseline="0">
                <a:solidFill>
                  <a:schemeClr val="accent1"/>
                </a:solidFill>
                <a:latin typeface="PS TT Commons DemiBold" charset="0"/>
                <a:ea typeface="PS TT Commons DemiBold" charset="0"/>
                <a:cs typeface="PS TT Commons DemiBold" charset="0"/>
              </a:rPr>
              <a:t>appear</a:t>
            </a:r>
            <a:r>
              <a:rPr lang="en-US" sz="1600" b="1" i="0" baseline="0">
                <a:solidFill>
                  <a:srgbClr val="404040"/>
                </a:solidFill>
                <a:latin typeface="PS TT Commons DemiBold" charset="0"/>
                <a:ea typeface="PS TT Commons DemiBold" charset="0"/>
                <a:cs typeface="PS TT Commons DemiBold" charset="0"/>
              </a:rPr>
              <a:t> </a:t>
            </a:r>
            <a:r>
              <a:rPr lang="en-US" sz="1600" b="1" i="0">
                <a:solidFill>
                  <a:srgbClr val="F05A28"/>
                </a:solidFill>
                <a:latin typeface="PS TT Commons DemiBold" charset="0"/>
                <a:ea typeface="PS TT Commons DemiBold" charset="0"/>
                <a:cs typeface="PS TT Commons DemiBold" charset="0"/>
              </a:rPr>
              <a:t>animations</a:t>
            </a:r>
            <a:endParaRPr lang="en-US" sz="1600" b="1" i="0" dirty="0">
              <a:solidFill>
                <a:srgbClr val="F05A28"/>
              </a:solidFill>
              <a:latin typeface="PS TT Commons DemiBold" charset="0"/>
              <a:ea typeface="PS TT Commons DemiBold" charset="0"/>
              <a:cs typeface="PS TT Commons DemiBold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315859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>
        <p:tmplLst>
          <p:tmpl lvl="1">
            <p:tnLst>
              <p:par>
                <p:cTn presetID="1" presetClass="entr" presetSubtype="0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3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</p:cTn>
              </p:par>
            </p:tnLst>
          </p:tmpl>
        </p:tmplLst>
      </p:bldP>
      <p:bldP spid="4" grpId="0" build="p">
        <p:tmplLst>
          <p:tmpl lvl="1">
            <p:tnLst>
              <p:par>
                <p:cTn presetID="1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4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</p:cTn>
              </p:par>
            </p:tnLst>
          </p:tmpl>
        </p:tmplLst>
      </p:bldP>
      <p:bldP spid="5" grpId="0" build="p">
        <p:tmplLst>
          <p:tmpl lvl="1">
            <p:tnLst>
              <p:par>
                <p:cTn presetID="1" presetClass="entr" presetSubtype="0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</p:cTn>
              </p:par>
            </p:tnLst>
          </p:tmpl>
        </p:tmplLst>
      </p:bldP>
      <p:bldP spid="6" grpId="0" build="p">
        <p:tmplLst>
          <p:tmpl lvl="1">
            <p:tnLst>
              <p:par>
                <p:cTn presetID="1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6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</p:cTn>
              </p:par>
            </p:tnLst>
          </p:tmpl>
        </p:tmplLst>
      </p:bldP>
      <p:bldP spid="7" grpId="0" build="p">
        <p:tmplLst>
          <p:tmpl lvl="1">
            <p:tnLst>
              <p:par>
                <p:cTn presetID="1" presetClass="entr" presetSubtype="0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7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</p:cTn>
              </p:par>
            </p:tnLst>
          </p:tmpl>
        </p:tmplLst>
      </p:bldP>
      <p:bldP spid="8" grpId="0" build="p">
        <p:tmplLst>
          <p:tmpl lvl="1">
            <p:tnLst>
              <p:par>
                <p:cTn presetID="1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</p:cTn>
              </p:par>
            </p:tnLst>
          </p:tmpl>
        </p:tmplLst>
      </p:bldP>
    </p:bldLst>
  </p:timing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our Item List with Ic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Four Item List With Icons</a:t>
            </a:r>
          </a:p>
        </p:txBody>
      </p:sp>
      <p:sp>
        <p:nvSpPr>
          <p:cNvPr id="3" name="Content Placeholder 11"/>
          <p:cNvSpPr>
            <a:spLocks noGrp="1"/>
          </p:cNvSpPr>
          <p:nvPr>
            <p:ph sz="quarter" idx="12" hasCustomPrompt="1"/>
          </p:nvPr>
        </p:nvSpPr>
        <p:spPr>
          <a:xfrm>
            <a:off x="838200" y="1516154"/>
            <a:ext cx="1047141" cy="932199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>
            <a:lvl1pPr marL="0" indent="0" algn="ctr">
              <a:buNone/>
              <a:defRPr sz="1333" b="0" i="0" baseline="0">
                <a:latin typeface="PS TT Commons Light" charset="0"/>
                <a:ea typeface="PS TT Commons Light" charset="0"/>
                <a:cs typeface="PS TT Commons Light" charset="0"/>
              </a:defRPr>
            </a:lvl1pPr>
            <a:lvl2pPr algn="ctr">
              <a:defRPr sz="2933"/>
            </a:lvl2pPr>
            <a:lvl3pPr algn="ctr">
              <a:defRPr sz="2933"/>
            </a:lvl3pPr>
            <a:lvl4pPr algn="ctr">
              <a:defRPr sz="2933"/>
            </a:lvl4pPr>
            <a:lvl5pPr algn="ctr">
              <a:defRPr sz="2933"/>
            </a:lvl5pPr>
          </a:lstStyle>
          <a:p>
            <a:pPr lvl="0"/>
            <a:r>
              <a:rPr lang="en-US"/>
              <a:t>Click icon to add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5" hasCustomPrompt="1"/>
          </p:nvPr>
        </p:nvSpPr>
        <p:spPr>
          <a:xfrm>
            <a:off x="2166557" y="1430124"/>
            <a:ext cx="9187243" cy="1085371"/>
          </a:xfrm>
          <a:prstGeom prst="rect">
            <a:avLst/>
          </a:prstGeom>
        </p:spPr>
        <p:txBody>
          <a:bodyPr lIns="182880" tIns="0" rIns="182880" bIns="0" anchor="ctr">
            <a:noAutofit/>
          </a:bodyPr>
          <a:lstStyle>
            <a:lvl1pPr marL="0" indent="0" algn="l">
              <a:spcBef>
                <a:spcPts val="0"/>
              </a:spcBef>
              <a:buNone/>
              <a:defRPr sz="2133" b="0" i="0">
                <a:latin typeface="+mn-lt"/>
                <a:ea typeface="PS TT Commons Medium" charset="0"/>
                <a:cs typeface="PS TT Commons Medium" charset="0"/>
              </a:defRPr>
            </a:lvl1pPr>
          </a:lstStyle>
          <a:p>
            <a:pPr lvl="0"/>
            <a:r>
              <a:rPr lang="en-US" dirty="0"/>
              <a:t>Add text here</a:t>
            </a:r>
          </a:p>
        </p:txBody>
      </p:sp>
      <p:sp>
        <p:nvSpPr>
          <p:cNvPr id="5" name="Content Placeholder 11"/>
          <p:cNvSpPr>
            <a:spLocks noGrp="1"/>
          </p:cNvSpPr>
          <p:nvPr>
            <p:ph sz="quarter" idx="16" hasCustomPrompt="1"/>
          </p:nvPr>
        </p:nvSpPr>
        <p:spPr>
          <a:xfrm>
            <a:off x="838200" y="2826817"/>
            <a:ext cx="1047141" cy="932199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>
            <a:lvl1pPr marL="0" indent="0" algn="ctr">
              <a:buNone/>
              <a:defRPr sz="1333" b="0" i="0" baseline="0">
                <a:latin typeface="PS TT Commons Light" charset="0"/>
                <a:ea typeface="PS TT Commons Light" charset="0"/>
                <a:cs typeface="PS TT Commons Light" charset="0"/>
              </a:defRPr>
            </a:lvl1pPr>
            <a:lvl2pPr algn="ctr">
              <a:defRPr sz="2933"/>
            </a:lvl2pPr>
            <a:lvl3pPr algn="ctr">
              <a:defRPr sz="2933"/>
            </a:lvl3pPr>
            <a:lvl4pPr algn="ctr">
              <a:defRPr sz="2933"/>
            </a:lvl4pPr>
            <a:lvl5pPr algn="ctr">
              <a:defRPr sz="2933"/>
            </a:lvl5pPr>
          </a:lstStyle>
          <a:p>
            <a:pPr lvl="0"/>
            <a:r>
              <a:rPr lang="en-US"/>
              <a:t>Click icon to add image</a:t>
            </a:r>
            <a:endParaRPr lang="en-US" dirty="0"/>
          </a:p>
        </p:txBody>
      </p:sp>
      <p:sp>
        <p:nvSpPr>
          <p:cNvPr id="6" name="Text Placeholder 3"/>
          <p:cNvSpPr>
            <a:spLocks noGrp="1"/>
          </p:cNvSpPr>
          <p:nvPr>
            <p:ph type="body" sz="quarter" idx="17" hasCustomPrompt="1"/>
          </p:nvPr>
        </p:nvSpPr>
        <p:spPr>
          <a:xfrm>
            <a:off x="2166557" y="2740785"/>
            <a:ext cx="9187243" cy="1085371"/>
          </a:xfrm>
          <a:prstGeom prst="rect">
            <a:avLst/>
          </a:prstGeom>
        </p:spPr>
        <p:txBody>
          <a:bodyPr lIns="182880" tIns="0" rIns="182880" bIns="0" anchor="ctr">
            <a:noAutofit/>
          </a:bodyPr>
          <a:lstStyle>
            <a:lvl1pPr marL="0" indent="0" algn="l">
              <a:spcBef>
                <a:spcPts val="0"/>
              </a:spcBef>
              <a:buNone/>
              <a:defRPr sz="2133" b="0" i="0">
                <a:latin typeface="+mn-lt"/>
                <a:ea typeface="PS TT Commons Medium" charset="0"/>
                <a:cs typeface="PS TT Commons Medium" charset="0"/>
              </a:defRPr>
            </a:lvl1pPr>
          </a:lstStyle>
          <a:p>
            <a:pPr lvl="0"/>
            <a:r>
              <a:rPr lang="en-US" dirty="0"/>
              <a:t>Add text here</a:t>
            </a:r>
          </a:p>
        </p:txBody>
      </p:sp>
      <p:sp>
        <p:nvSpPr>
          <p:cNvPr id="7" name="Content Placeholder 11"/>
          <p:cNvSpPr>
            <a:spLocks noGrp="1"/>
          </p:cNvSpPr>
          <p:nvPr>
            <p:ph sz="quarter" idx="18" hasCustomPrompt="1"/>
          </p:nvPr>
        </p:nvSpPr>
        <p:spPr>
          <a:xfrm>
            <a:off x="838200" y="4139555"/>
            <a:ext cx="1047141" cy="932199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>
            <a:lvl1pPr marL="0" indent="0" algn="ctr">
              <a:buNone/>
              <a:defRPr sz="1333" b="0" i="0" baseline="0">
                <a:latin typeface="PS TT Commons Light" charset="0"/>
                <a:ea typeface="PS TT Commons Light" charset="0"/>
                <a:cs typeface="PS TT Commons Light" charset="0"/>
              </a:defRPr>
            </a:lvl1pPr>
            <a:lvl2pPr algn="ctr">
              <a:defRPr sz="2933"/>
            </a:lvl2pPr>
            <a:lvl3pPr algn="ctr">
              <a:defRPr sz="2933"/>
            </a:lvl3pPr>
            <a:lvl4pPr algn="ctr">
              <a:defRPr sz="2933"/>
            </a:lvl4pPr>
            <a:lvl5pPr algn="ctr">
              <a:defRPr sz="2933"/>
            </a:lvl5pPr>
          </a:lstStyle>
          <a:p>
            <a:pPr lvl="0"/>
            <a:r>
              <a:rPr lang="en-US"/>
              <a:t>Click icon to add image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quarter" idx="19" hasCustomPrompt="1"/>
          </p:nvPr>
        </p:nvSpPr>
        <p:spPr>
          <a:xfrm>
            <a:off x="2166557" y="4053525"/>
            <a:ext cx="9187243" cy="1085371"/>
          </a:xfrm>
          <a:prstGeom prst="rect">
            <a:avLst/>
          </a:prstGeom>
        </p:spPr>
        <p:txBody>
          <a:bodyPr lIns="182880" tIns="0" rIns="182880" bIns="0" anchor="ctr">
            <a:noAutofit/>
          </a:bodyPr>
          <a:lstStyle>
            <a:lvl1pPr marL="0" indent="0" algn="l">
              <a:spcBef>
                <a:spcPts val="0"/>
              </a:spcBef>
              <a:buNone/>
              <a:defRPr sz="2133" b="0" i="0">
                <a:latin typeface="+mn-lt"/>
                <a:ea typeface="PS TT Commons Medium" charset="0"/>
                <a:cs typeface="PS TT Commons Medium" charset="0"/>
              </a:defRPr>
            </a:lvl1pPr>
          </a:lstStyle>
          <a:p>
            <a:pPr lvl="0"/>
            <a:r>
              <a:rPr lang="en-US" dirty="0"/>
              <a:t>Add text here</a:t>
            </a:r>
          </a:p>
        </p:txBody>
      </p:sp>
      <p:sp>
        <p:nvSpPr>
          <p:cNvPr id="9" name="Content Placeholder 11"/>
          <p:cNvSpPr>
            <a:spLocks noGrp="1"/>
          </p:cNvSpPr>
          <p:nvPr>
            <p:ph sz="quarter" idx="20" hasCustomPrompt="1"/>
          </p:nvPr>
        </p:nvSpPr>
        <p:spPr>
          <a:xfrm>
            <a:off x="838200" y="5452294"/>
            <a:ext cx="1047141" cy="932199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>
            <a:lvl1pPr marL="0" indent="0" algn="ctr">
              <a:buNone/>
              <a:defRPr sz="1333" b="0" i="0" baseline="0">
                <a:latin typeface="PS TT Commons Light" charset="0"/>
                <a:ea typeface="PS TT Commons Light" charset="0"/>
                <a:cs typeface="PS TT Commons Light" charset="0"/>
              </a:defRPr>
            </a:lvl1pPr>
            <a:lvl2pPr algn="ctr">
              <a:defRPr sz="2933"/>
            </a:lvl2pPr>
            <a:lvl3pPr algn="ctr">
              <a:defRPr sz="2933"/>
            </a:lvl3pPr>
            <a:lvl4pPr algn="ctr">
              <a:defRPr sz="2933"/>
            </a:lvl4pPr>
            <a:lvl5pPr algn="ctr">
              <a:defRPr sz="2933"/>
            </a:lvl5pPr>
          </a:lstStyle>
          <a:p>
            <a:pPr lvl="0"/>
            <a:r>
              <a:rPr lang="en-US"/>
              <a:t>Click icon to add image</a:t>
            </a:r>
            <a:endParaRPr lang="en-US" dirty="0"/>
          </a:p>
        </p:txBody>
      </p:sp>
      <p:sp>
        <p:nvSpPr>
          <p:cNvPr id="10" name="Text Placeholder 3"/>
          <p:cNvSpPr>
            <a:spLocks noGrp="1"/>
          </p:cNvSpPr>
          <p:nvPr>
            <p:ph type="body" sz="quarter" idx="21" hasCustomPrompt="1"/>
          </p:nvPr>
        </p:nvSpPr>
        <p:spPr>
          <a:xfrm>
            <a:off x="2166557" y="5366264"/>
            <a:ext cx="9187243" cy="1085371"/>
          </a:xfrm>
          <a:prstGeom prst="rect">
            <a:avLst/>
          </a:prstGeom>
        </p:spPr>
        <p:txBody>
          <a:bodyPr lIns="182880" tIns="0" rIns="182880" bIns="0" anchor="ctr">
            <a:noAutofit/>
          </a:bodyPr>
          <a:lstStyle>
            <a:lvl1pPr marL="0" indent="0" algn="l">
              <a:spcBef>
                <a:spcPts val="0"/>
              </a:spcBef>
              <a:buNone/>
              <a:defRPr sz="2133" b="0" i="0">
                <a:latin typeface="+mn-lt"/>
                <a:ea typeface="PS TT Commons Medium" charset="0"/>
                <a:cs typeface="PS TT Commons Medium" charset="0"/>
              </a:defRPr>
            </a:lvl1pPr>
          </a:lstStyle>
          <a:p>
            <a:pPr lvl="0"/>
            <a:r>
              <a:rPr lang="en-US" dirty="0"/>
              <a:t>Add text here</a:t>
            </a:r>
          </a:p>
        </p:txBody>
      </p:sp>
      <p:cxnSp>
        <p:nvCxnSpPr>
          <p:cNvPr id="11" name="Straight Connector 10"/>
          <p:cNvCxnSpPr/>
          <p:nvPr/>
        </p:nvCxnSpPr>
        <p:spPr>
          <a:xfrm>
            <a:off x="2048256" y="1491085"/>
            <a:ext cx="0" cy="976833"/>
          </a:xfrm>
          <a:prstGeom prst="line">
            <a:avLst/>
          </a:prstGeom>
          <a:ln w="50800">
            <a:solidFill>
              <a:schemeClr val="accent1"/>
            </a:solidFill>
            <a:headEnd type="non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/>
          <p:cNvCxnSpPr/>
          <p:nvPr/>
        </p:nvCxnSpPr>
        <p:spPr>
          <a:xfrm>
            <a:off x="2048256" y="2801748"/>
            <a:ext cx="0" cy="976833"/>
          </a:xfrm>
          <a:prstGeom prst="line">
            <a:avLst/>
          </a:prstGeom>
          <a:ln w="50800">
            <a:solidFill>
              <a:schemeClr val="accent1"/>
            </a:solidFill>
            <a:headEnd type="non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/>
          <p:cNvCxnSpPr/>
          <p:nvPr/>
        </p:nvCxnSpPr>
        <p:spPr>
          <a:xfrm>
            <a:off x="2048256" y="4114486"/>
            <a:ext cx="0" cy="976833"/>
          </a:xfrm>
          <a:prstGeom prst="line">
            <a:avLst/>
          </a:prstGeom>
          <a:ln w="50800">
            <a:solidFill>
              <a:schemeClr val="accent1"/>
            </a:solidFill>
            <a:headEnd type="non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/>
          <p:cNvCxnSpPr/>
          <p:nvPr/>
        </p:nvCxnSpPr>
        <p:spPr>
          <a:xfrm>
            <a:off x="2048256" y="5427225"/>
            <a:ext cx="0" cy="976833"/>
          </a:xfrm>
          <a:prstGeom prst="line">
            <a:avLst/>
          </a:prstGeom>
          <a:ln w="50800">
            <a:solidFill>
              <a:schemeClr val="accent1"/>
            </a:solidFill>
            <a:headEnd type="non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1" y="-530478"/>
            <a:ext cx="4776604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 defTabSz="1219232"/>
            <a:r>
              <a:rPr lang="en-US" sz="1600" b="1" i="0">
                <a:solidFill>
                  <a:srgbClr val="404040"/>
                </a:solidFill>
                <a:latin typeface="PS TT Commons DemiBold" charset="0"/>
                <a:ea typeface="PS TT Commons DemiBold" charset="0"/>
                <a:cs typeface="PS TT Commons DemiBold" charset="0"/>
              </a:rPr>
              <a:t>This slidelist is </a:t>
            </a:r>
            <a:r>
              <a:rPr lang="en-US" sz="1600" b="1" i="0">
                <a:solidFill>
                  <a:srgbClr val="F05A28"/>
                </a:solidFill>
                <a:latin typeface="PS TT Commons DemiBold" charset="0"/>
                <a:ea typeface="PS TT Commons DemiBold" charset="0"/>
                <a:cs typeface="PS TT Commons DemiBold" charset="0"/>
              </a:rPr>
              <a:t>preset </a:t>
            </a:r>
            <a:r>
              <a:rPr lang="en-US" sz="1600" b="1" i="0">
                <a:solidFill>
                  <a:srgbClr val="404040"/>
                </a:solidFill>
                <a:latin typeface="PS TT Commons DemiBold" charset="0"/>
                <a:ea typeface="PS TT Commons DemiBold" charset="0"/>
                <a:cs typeface="PS TT Commons DemiBold" charset="0"/>
              </a:rPr>
              <a:t>with</a:t>
            </a:r>
            <a:r>
              <a:rPr lang="en-US" sz="1600" b="1" i="0" baseline="0">
                <a:solidFill>
                  <a:srgbClr val="404040"/>
                </a:solidFill>
                <a:latin typeface="PS TT Commons DemiBold" charset="0"/>
                <a:ea typeface="PS TT Commons DemiBold" charset="0"/>
                <a:cs typeface="PS TT Commons DemiBold" charset="0"/>
              </a:rPr>
              <a:t> </a:t>
            </a:r>
            <a:r>
              <a:rPr lang="en-US" sz="1600" b="1" i="0" baseline="0">
                <a:solidFill>
                  <a:schemeClr val="accent1"/>
                </a:solidFill>
                <a:latin typeface="PS TT Commons DemiBold" charset="0"/>
                <a:ea typeface="PS TT Commons DemiBold" charset="0"/>
                <a:cs typeface="PS TT Commons DemiBold" charset="0"/>
              </a:rPr>
              <a:t>appear</a:t>
            </a:r>
            <a:r>
              <a:rPr lang="en-US" sz="1600" b="1" i="0" baseline="0">
                <a:solidFill>
                  <a:srgbClr val="404040"/>
                </a:solidFill>
                <a:latin typeface="PS TT Commons DemiBold" charset="0"/>
                <a:ea typeface="PS TT Commons DemiBold" charset="0"/>
                <a:cs typeface="PS TT Commons DemiBold" charset="0"/>
              </a:rPr>
              <a:t> </a:t>
            </a:r>
            <a:r>
              <a:rPr lang="en-US" sz="1600" b="1" i="0">
                <a:solidFill>
                  <a:srgbClr val="F05A28"/>
                </a:solidFill>
                <a:latin typeface="PS TT Commons DemiBold" charset="0"/>
                <a:ea typeface="PS TT Commons DemiBold" charset="0"/>
                <a:cs typeface="PS TT Commons DemiBold" charset="0"/>
              </a:rPr>
              <a:t>animations</a:t>
            </a:r>
            <a:endParaRPr lang="en-US" sz="1600" b="1" i="0" dirty="0">
              <a:solidFill>
                <a:srgbClr val="F05A28"/>
              </a:solidFill>
              <a:latin typeface="PS TT Commons DemiBold" charset="0"/>
              <a:ea typeface="PS TT Commons DemiBold" charset="0"/>
              <a:cs typeface="PS TT Commons DemiBold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228766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>
        <p:tmplLst>
          <p:tmpl lvl="1">
            <p:tnLst>
              <p:par>
                <p:cTn presetID="1" presetClass="entr" presetSubtype="0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3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</p:cTn>
              </p:par>
            </p:tnLst>
          </p:tmpl>
        </p:tmplLst>
      </p:bldP>
      <p:bldP spid="4" grpId="0" build="p">
        <p:tmplLst>
          <p:tmpl lvl="1">
            <p:tnLst>
              <p:par>
                <p:cTn presetID="1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4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</p:cTn>
              </p:par>
            </p:tnLst>
          </p:tmpl>
        </p:tmplLst>
      </p:bldP>
      <p:bldP spid="5" grpId="0" build="p">
        <p:tmplLst>
          <p:tmpl lvl="1">
            <p:tnLst>
              <p:par>
                <p:cTn presetID="1" presetClass="entr" presetSubtype="0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</p:cTn>
              </p:par>
            </p:tnLst>
          </p:tmpl>
        </p:tmplLst>
      </p:bldP>
      <p:bldP spid="6" grpId="0" build="p">
        <p:tmplLst>
          <p:tmpl lvl="1">
            <p:tnLst>
              <p:par>
                <p:cTn presetID="1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6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</p:cTn>
              </p:par>
            </p:tnLst>
          </p:tmpl>
        </p:tmplLst>
      </p:bldP>
      <p:bldP spid="7" grpId="0" build="p">
        <p:tmplLst>
          <p:tmpl lvl="1">
            <p:tnLst>
              <p:par>
                <p:cTn presetID="1" presetClass="entr" presetSubtype="0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7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</p:cTn>
              </p:par>
            </p:tnLst>
          </p:tmpl>
        </p:tmplLst>
      </p:bldP>
      <p:bldP spid="8" grpId="0" build="p">
        <p:tmplLst>
          <p:tmpl lvl="1">
            <p:tnLst>
              <p:par>
                <p:cTn presetID="1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</p:cTn>
              </p:par>
            </p:tnLst>
          </p:tmpl>
        </p:tmplLst>
      </p:bldP>
      <p:bldP spid="9" grpId="0" build="p">
        <p:tmplLst>
          <p:tmpl lvl="1">
            <p:tnLst>
              <p:par>
                <p:cTn presetID="1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</p:cTn>
              </p:par>
            </p:tnLst>
          </p:tmpl>
        </p:tmplLst>
      </p:bldP>
      <p:bldP spid="10" grpId="0" build="p">
        <p:tmplLst>
          <p:tmpl lvl="1">
            <p:tnLst>
              <p:par>
                <p:cTn presetID="1" presetClass="entr" presetSubtype="0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0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</p:cTn>
              </p:par>
            </p:tnLst>
          </p:tmpl>
        </p:tmplLst>
      </p:bldP>
    </p:bldLst>
  </p:timing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ive Item List with Ic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/>
            </a:lvl1pPr>
          </a:lstStyle>
          <a:p>
            <a:r>
              <a:rPr lang="en-US"/>
              <a:t>Five Item List With Icons</a:t>
            </a:r>
          </a:p>
        </p:txBody>
      </p:sp>
      <p:sp>
        <p:nvSpPr>
          <p:cNvPr id="3" name="Content Placeholder 11"/>
          <p:cNvSpPr>
            <a:spLocks noGrp="1"/>
          </p:cNvSpPr>
          <p:nvPr>
            <p:ph sz="quarter" idx="12" hasCustomPrompt="1"/>
          </p:nvPr>
        </p:nvSpPr>
        <p:spPr>
          <a:xfrm>
            <a:off x="838200" y="1430125"/>
            <a:ext cx="1047141" cy="811017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>
            <a:lvl1pPr marL="0" indent="0" algn="ctr">
              <a:buNone/>
              <a:defRPr sz="1333" b="0" i="0" baseline="0">
                <a:latin typeface="PS TT Commons Light" charset="0"/>
                <a:ea typeface="PS TT Commons Light" charset="0"/>
                <a:cs typeface="PS TT Commons Light" charset="0"/>
              </a:defRPr>
            </a:lvl1pPr>
            <a:lvl2pPr algn="ctr">
              <a:defRPr sz="2933"/>
            </a:lvl2pPr>
            <a:lvl3pPr algn="ctr">
              <a:defRPr sz="2933"/>
            </a:lvl3pPr>
            <a:lvl4pPr algn="ctr">
              <a:defRPr sz="2933"/>
            </a:lvl4pPr>
            <a:lvl5pPr algn="ctr">
              <a:defRPr sz="2933"/>
            </a:lvl5pPr>
          </a:lstStyle>
          <a:p>
            <a:pPr lvl="0"/>
            <a:r>
              <a:rPr lang="en-US"/>
              <a:t>Click icon to add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5" hasCustomPrompt="1"/>
          </p:nvPr>
        </p:nvSpPr>
        <p:spPr>
          <a:xfrm>
            <a:off x="2166557" y="1430125"/>
            <a:ext cx="9187243" cy="811017"/>
          </a:xfrm>
          <a:prstGeom prst="rect">
            <a:avLst/>
          </a:prstGeom>
        </p:spPr>
        <p:txBody>
          <a:bodyPr lIns="182880" tIns="0" rIns="182880" bIns="0" anchor="ctr">
            <a:noAutofit/>
          </a:bodyPr>
          <a:lstStyle>
            <a:lvl1pPr marL="0" indent="0" algn="l">
              <a:spcBef>
                <a:spcPts val="0"/>
              </a:spcBef>
              <a:buNone/>
              <a:defRPr sz="2133" b="0" i="0">
                <a:latin typeface="+mn-lt"/>
                <a:ea typeface="PS TT Commons Medium" charset="0"/>
                <a:cs typeface="PS TT Commons Medium" charset="0"/>
              </a:defRPr>
            </a:lvl1pPr>
          </a:lstStyle>
          <a:p>
            <a:pPr lvl="0"/>
            <a:r>
              <a:rPr lang="en-US" dirty="0"/>
              <a:t>Add text here</a:t>
            </a:r>
          </a:p>
        </p:txBody>
      </p:sp>
      <p:sp>
        <p:nvSpPr>
          <p:cNvPr id="5" name="Content Placeholder 11"/>
          <p:cNvSpPr>
            <a:spLocks noGrp="1"/>
          </p:cNvSpPr>
          <p:nvPr>
            <p:ph sz="quarter" idx="16" hasCustomPrompt="1"/>
          </p:nvPr>
        </p:nvSpPr>
        <p:spPr>
          <a:xfrm>
            <a:off x="838200" y="2415668"/>
            <a:ext cx="1047141" cy="811017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>
            <a:lvl1pPr marL="0" indent="0" algn="ctr">
              <a:buNone/>
              <a:defRPr sz="1333" b="0" i="0" baseline="0">
                <a:latin typeface="PS TT Commons Light" charset="0"/>
                <a:ea typeface="PS TT Commons Light" charset="0"/>
                <a:cs typeface="PS TT Commons Light" charset="0"/>
              </a:defRPr>
            </a:lvl1pPr>
            <a:lvl2pPr algn="ctr">
              <a:defRPr sz="2933"/>
            </a:lvl2pPr>
            <a:lvl3pPr algn="ctr">
              <a:defRPr sz="2933"/>
            </a:lvl3pPr>
            <a:lvl4pPr algn="ctr">
              <a:defRPr sz="2933"/>
            </a:lvl4pPr>
            <a:lvl5pPr algn="ctr">
              <a:defRPr sz="2933"/>
            </a:lvl5pPr>
          </a:lstStyle>
          <a:p>
            <a:pPr lvl="0"/>
            <a:r>
              <a:rPr lang="en-US"/>
              <a:t>Click icon to add image</a:t>
            </a:r>
            <a:endParaRPr lang="en-US" dirty="0"/>
          </a:p>
        </p:txBody>
      </p:sp>
      <p:sp>
        <p:nvSpPr>
          <p:cNvPr id="6" name="Text Placeholder 3"/>
          <p:cNvSpPr>
            <a:spLocks noGrp="1"/>
          </p:cNvSpPr>
          <p:nvPr>
            <p:ph type="body" sz="quarter" idx="17" hasCustomPrompt="1"/>
          </p:nvPr>
        </p:nvSpPr>
        <p:spPr>
          <a:xfrm>
            <a:off x="2166557" y="2415668"/>
            <a:ext cx="9187243" cy="811017"/>
          </a:xfrm>
          <a:prstGeom prst="rect">
            <a:avLst/>
          </a:prstGeom>
        </p:spPr>
        <p:txBody>
          <a:bodyPr lIns="182880" tIns="0" rIns="182880" bIns="0" anchor="ctr">
            <a:noAutofit/>
          </a:bodyPr>
          <a:lstStyle>
            <a:lvl1pPr marL="0" indent="0" algn="l">
              <a:spcBef>
                <a:spcPts val="0"/>
              </a:spcBef>
              <a:buNone/>
              <a:defRPr sz="2133" b="0" i="0">
                <a:latin typeface="+mn-lt"/>
                <a:ea typeface="PS TT Commons Medium" charset="0"/>
                <a:cs typeface="PS TT Commons Medium" charset="0"/>
              </a:defRPr>
            </a:lvl1pPr>
          </a:lstStyle>
          <a:p>
            <a:pPr lvl="0"/>
            <a:r>
              <a:rPr lang="en-US" dirty="0"/>
              <a:t>Add text here</a:t>
            </a:r>
          </a:p>
        </p:txBody>
      </p:sp>
      <p:sp>
        <p:nvSpPr>
          <p:cNvPr id="7" name="Content Placeholder 11"/>
          <p:cNvSpPr>
            <a:spLocks noGrp="1"/>
          </p:cNvSpPr>
          <p:nvPr>
            <p:ph sz="quarter" idx="18" hasCustomPrompt="1"/>
          </p:nvPr>
        </p:nvSpPr>
        <p:spPr>
          <a:xfrm>
            <a:off x="838200" y="3401210"/>
            <a:ext cx="1047141" cy="811017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>
            <a:lvl1pPr marL="0" indent="0" algn="ctr">
              <a:buNone/>
              <a:defRPr sz="1333" b="0" i="0" baseline="0">
                <a:latin typeface="PS TT Commons Light" charset="0"/>
                <a:ea typeface="PS TT Commons Light" charset="0"/>
                <a:cs typeface="PS TT Commons Light" charset="0"/>
              </a:defRPr>
            </a:lvl1pPr>
            <a:lvl2pPr algn="ctr">
              <a:defRPr sz="2933"/>
            </a:lvl2pPr>
            <a:lvl3pPr algn="ctr">
              <a:defRPr sz="2933"/>
            </a:lvl3pPr>
            <a:lvl4pPr algn="ctr">
              <a:defRPr sz="2933"/>
            </a:lvl4pPr>
            <a:lvl5pPr algn="ctr">
              <a:defRPr sz="2933"/>
            </a:lvl5pPr>
          </a:lstStyle>
          <a:p>
            <a:pPr lvl="0"/>
            <a:r>
              <a:rPr lang="en-US"/>
              <a:t>Click icon to add image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quarter" idx="19" hasCustomPrompt="1"/>
          </p:nvPr>
        </p:nvSpPr>
        <p:spPr>
          <a:xfrm>
            <a:off x="2166557" y="3401210"/>
            <a:ext cx="9187243" cy="811017"/>
          </a:xfrm>
          <a:prstGeom prst="rect">
            <a:avLst/>
          </a:prstGeom>
        </p:spPr>
        <p:txBody>
          <a:bodyPr lIns="182880" tIns="0" rIns="182880" bIns="0" anchor="ctr">
            <a:noAutofit/>
          </a:bodyPr>
          <a:lstStyle>
            <a:lvl1pPr marL="0" indent="0" algn="l">
              <a:spcBef>
                <a:spcPts val="0"/>
              </a:spcBef>
              <a:buNone/>
              <a:defRPr sz="2133" b="0" i="0">
                <a:latin typeface="+mn-lt"/>
                <a:ea typeface="PS TT Commons Medium" charset="0"/>
                <a:cs typeface="PS TT Commons Medium" charset="0"/>
              </a:defRPr>
            </a:lvl1pPr>
          </a:lstStyle>
          <a:p>
            <a:pPr lvl="0"/>
            <a:r>
              <a:rPr lang="en-US" dirty="0"/>
              <a:t>Add text here</a:t>
            </a:r>
          </a:p>
        </p:txBody>
      </p:sp>
      <p:sp>
        <p:nvSpPr>
          <p:cNvPr id="9" name="Content Placeholder 11"/>
          <p:cNvSpPr>
            <a:spLocks noGrp="1"/>
          </p:cNvSpPr>
          <p:nvPr>
            <p:ph sz="quarter" idx="20" hasCustomPrompt="1"/>
          </p:nvPr>
        </p:nvSpPr>
        <p:spPr>
          <a:xfrm>
            <a:off x="838200" y="4386753"/>
            <a:ext cx="1047141" cy="811017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>
            <a:lvl1pPr marL="0" indent="0" algn="ctr">
              <a:buNone/>
              <a:defRPr sz="1333" b="0" i="0" baseline="0">
                <a:latin typeface="PS TT Commons Light" charset="0"/>
                <a:ea typeface="PS TT Commons Light" charset="0"/>
                <a:cs typeface="PS TT Commons Light" charset="0"/>
              </a:defRPr>
            </a:lvl1pPr>
            <a:lvl2pPr algn="ctr">
              <a:defRPr sz="2933"/>
            </a:lvl2pPr>
            <a:lvl3pPr algn="ctr">
              <a:defRPr sz="2933"/>
            </a:lvl3pPr>
            <a:lvl4pPr algn="ctr">
              <a:defRPr sz="2933"/>
            </a:lvl4pPr>
            <a:lvl5pPr algn="ctr">
              <a:defRPr sz="2933"/>
            </a:lvl5pPr>
          </a:lstStyle>
          <a:p>
            <a:pPr lvl="0"/>
            <a:r>
              <a:rPr lang="en-US"/>
              <a:t>Click icon to add image</a:t>
            </a:r>
            <a:endParaRPr lang="en-US" dirty="0"/>
          </a:p>
        </p:txBody>
      </p:sp>
      <p:sp>
        <p:nvSpPr>
          <p:cNvPr id="10" name="Text Placeholder 3"/>
          <p:cNvSpPr>
            <a:spLocks noGrp="1"/>
          </p:cNvSpPr>
          <p:nvPr>
            <p:ph type="body" sz="quarter" idx="21" hasCustomPrompt="1"/>
          </p:nvPr>
        </p:nvSpPr>
        <p:spPr>
          <a:xfrm>
            <a:off x="2166557" y="4386753"/>
            <a:ext cx="9187243" cy="811017"/>
          </a:xfrm>
          <a:prstGeom prst="rect">
            <a:avLst/>
          </a:prstGeom>
        </p:spPr>
        <p:txBody>
          <a:bodyPr lIns="182880" tIns="0" rIns="182880" bIns="0" anchor="ctr">
            <a:noAutofit/>
          </a:bodyPr>
          <a:lstStyle>
            <a:lvl1pPr marL="0" indent="0" algn="l">
              <a:spcBef>
                <a:spcPts val="0"/>
              </a:spcBef>
              <a:buNone/>
              <a:defRPr sz="2133" b="0" i="0">
                <a:latin typeface="+mn-lt"/>
                <a:ea typeface="PS TT Commons Medium" charset="0"/>
                <a:cs typeface="PS TT Commons Medium" charset="0"/>
              </a:defRPr>
            </a:lvl1pPr>
          </a:lstStyle>
          <a:p>
            <a:pPr lvl="0"/>
            <a:r>
              <a:rPr lang="en-US" dirty="0"/>
              <a:t>Add text here</a:t>
            </a:r>
          </a:p>
        </p:txBody>
      </p:sp>
      <p:cxnSp>
        <p:nvCxnSpPr>
          <p:cNvPr id="11" name="Straight Connector 10"/>
          <p:cNvCxnSpPr/>
          <p:nvPr/>
        </p:nvCxnSpPr>
        <p:spPr>
          <a:xfrm>
            <a:off x="2046653" y="1491083"/>
            <a:ext cx="0" cy="729916"/>
          </a:xfrm>
          <a:prstGeom prst="line">
            <a:avLst/>
          </a:prstGeom>
          <a:ln w="50800">
            <a:solidFill>
              <a:schemeClr val="accent1"/>
            </a:solidFill>
            <a:headEnd type="non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/>
          <p:cNvCxnSpPr/>
          <p:nvPr/>
        </p:nvCxnSpPr>
        <p:spPr>
          <a:xfrm>
            <a:off x="2046653" y="2476627"/>
            <a:ext cx="0" cy="729916"/>
          </a:xfrm>
          <a:prstGeom prst="line">
            <a:avLst/>
          </a:prstGeom>
          <a:ln w="50800">
            <a:solidFill>
              <a:schemeClr val="accent1"/>
            </a:solidFill>
            <a:headEnd type="non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/>
          <p:cNvCxnSpPr/>
          <p:nvPr/>
        </p:nvCxnSpPr>
        <p:spPr>
          <a:xfrm>
            <a:off x="2046653" y="3462170"/>
            <a:ext cx="0" cy="729916"/>
          </a:xfrm>
          <a:prstGeom prst="line">
            <a:avLst/>
          </a:prstGeom>
          <a:ln w="50800">
            <a:solidFill>
              <a:schemeClr val="accent1"/>
            </a:solidFill>
            <a:headEnd type="non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/>
          <p:cNvCxnSpPr/>
          <p:nvPr/>
        </p:nvCxnSpPr>
        <p:spPr>
          <a:xfrm>
            <a:off x="2046653" y="4447711"/>
            <a:ext cx="0" cy="729916"/>
          </a:xfrm>
          <a:prstGeom prst="line">
            <a:avLst/>
          </a:prstGeom>
          <a:ln w="50800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Content Placeholder 11"/>
          <p:cNvSpPr>
            <a:spLocks noGrp="1"/>
          </p:cNvSpPr>
          <p:nvPr>
            <p:ph sz="quarter" idx="22" hasCustomPrompt="1"/>
          </p:nvPr>
        </p:nvSpPr>
        <p:spPr>
          <a:xfrm>
            <a:off x="838200" y="5400429"/>
            <a:ext cx="1047141" cy="811017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>
            <a:lvl1pPr marL="0" indent="0" algn="ctr">
              <a:buNone/>
              <a:defRPr sz="1333" b="0" i="0" baseline="0">
                <a:latin typeface="PS TT Commons Light" charset="0"/>
                <a:ea typeface="PS TT Commons Light" charset="0"/>
                <a:cs typeface="PS TT Commons Light" charset="0"/>
              </a:defRPr>
            </a:lvl1pPr>
            <a:lvl2pPr algn="ctr">
              <a:defRPr sz="2933"/>
            </a:lvl2pPr>
            <a:lvl3pPr algn="ctr">
              <a:defRPr sz="2933"/>
            </a:lvl3pPr>
            <a:lvl4pPr algn="ctr">
              <a:defRPr sz="2933"/>
            </a:lvl4pPr>
            <a:lvl5pPr algn="ctr">
              <a:defRPr sz="2933"/>
            </a:lvl5pPr>
          </a:lstStyle>
          <a:p>
            <a:pPr lvl="0"/>
            <a:r>
              <a:rPr lang="en-US"/>
              <a:t>Click icon to add image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quarter" idx="23" hasCustomPrompt="1"/>
          </p:nvPr>
        </p:nvSpPr>
        <p:spPr>
          <a:xfrm>
            <a:off x="2166557" y="5400429"/>
            <a:ext cx="9187243" cy="811017"/>
          </a:xfrm>
          <a:prstGeom prst="rect">
            <a:avLst/>
          </a:prstGeom>
        </p:spPr>
        <p:txBody>
          <a:bodyPr lIns="182880" tIns="0" rIns="182880" bIns="0" anchor="ctr">
            <a:noAutofit/>
          </a:bodyPr>
          <a:lstStyle>
            <a:lvl1pPr marL="0" indent="0" algn="l">
              <a:spcBef>
                <a:spcPts val="0"/>
              </a:spcBef>
              <a:buNone/>
              <a:defRPr sz="2133" b="0" i="0">
                <a:latin typeface="+mn-lt"/>
                <a:ea typeface="PS TT Commons Medium" charset="0"/>
                <a:cs typeface="PS TT Commons Medium" charset="0"/>
              </a:defRPr>
            </a:lvl1pPr>
          </a:lstStyle>
          <a:p>
            <a:pPr lvl="0"/>
            <a:r>
              <a:rPr lang="en-US" dirty="0"/>
              <a:t>Add text here</a:t>
            </a:r>
          </a:p>
        </p:txBody>
      </p:sp>
      <p:cxnSp>
        <p:nvCxnSpPr>
          <p:cNvPr id="25" name="Straight Connector 24"/>
          <p:cNvCxnSpPr/>
          <p:nvPr/>
        </p:nvCxnSpPr>
        <p:spPr>
          <a:xfrm>
            <a:off x="2046653" y="5461387"/>
            <a:ext cx="0" cy="729916"/>
          </a:xfrm>
          <a:prstGeom prst="line">
            <a:avLst/>
          </a:prstGeom>
          <a:ln w="50800">
            <a:solidFill>
              <a:schemeClr val="accent1"/>
            </a:solidFill>
            <a:headEnd type="non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25"/>
          <p:cNvSpPr/>
          <p:nvPr/>
        </p:nvSpPr>
        <p:spPr>
          <a:xfrm>
            <a:off x="1" y="-474034"/>
            <a:ext cx="4776604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 defTabSz="1219232"/>
            <a:r>
              <a:rPr lang="en-US" sz="1600" b="1" i="0">
                <a:solidFill>
                  <a:srgbClr val="404040"/>
                </a:solidFill>
                <a:latin typeface="PS TT Commons DemiBold" charset="0"/>
                <a:ea typeface="PS TT Commons DemiBold" charset="0"/>
                <a:cs typeface="PS TT Commons DemiBold" charset="0"/>
              </a:rPr>
              <a:t>This slidelist is </a:t>
            </a:r>
            <a:r>
              <a:rPr lang="en-US" sz="1600" b="1" i="0">
                <a:solidFill>
                  <a:srgbClr val="F05A28"/>
                </a:solidFill>
                <a:latin typeface="PS TT Commons DemiBold" charset="0"/>
                <a:ea typeface="PS TT Commons DemiBold" charset="0"/>
                <a:cs typeface="PS TT Commons DemiBold" charset="0"/>
              </a:rPr>
              <a:t>preset </a:t>
            </a:r>
            <a:r>
              <a:rPr lang="en-US" sz="1600" b="1" i="0">
                <a:solidFill>
                  <a:srgbClr val="404040"/>
                </a:solidFill>
                <a:latin typeface="PS TT Commons DemiBold" charset="0"/>
                <a:ea typeface="PS TT Commons DemiBold" charset="0"/>
                <a:cs typeface="PS TT Commons DemiBold" charset="0"/>
              </a:rPr>
              <a:t>with</a:t>
            </a:r>
            <a:r>
              <a:rPr lang="en-US" sz="1600" b="1" i="0" baseline="0">
                <a:solidFill>
                  <a:srgbClr val="404040"/>
                </a:solidFill>
                <a:latin typeface="PS TT Commons DemiBold" charset="0"/>
                <a:ea typeface="PS TT Commons DemiBold" charset="0"/>
                <a:cs typeface="PS TT Commons DemiBold" charset="0"/>
              </a:rPr>
              <a:t> </a:t>
            </a:r>
            <a:r>
              <a:rPr lang="en-US" sz="1600" b="1" i="0" baseline="0">
                <a:solidFill>
                  <a:schemeClr val="accent1"/>
                </a:solidFill>
                <a:latin typeface="PS TT Commons DemiBold" charset="0"/>
                <a:ea typeface="PS TT Commons DemiBold" charset="0"/>
                <a:cs typeface="PS TT Commons DemiBold" charset="0"/>
              </a:rPr>
              <a:t>appear</a:t>
            </a:r>
            <a:r>
              <a:rPr lang="en-US" sz="1600" b="1" i="0" baseline="0">
                <a:solidFill>
                  <a:srgbClr val="404040"/>
                </a:solidFill>
                <a:latin typeface="PS TT Commons DemiBold" charset="0"/>
                <a:ea typeface="PS TT Commons DemiBold" charset="0"/>
                <a:cs typeface="PS TT Commons DemiBold" charset="0"/>
              </a:rPr>
              <a:t> </a:t>
            </a:r>
            <a:r>
              <a:rPr lang="en-US" sz="1600" b="1" i="0">
                <a:solidFill>
                  <a:srgbClr val="F05A28"/>
                </a:solidFill>
                <a:latin typeface="PS TT Commons DemiBold" charset="0"/>
                <a:ea typeface="PS TT Commons DemiBold" charset="0"/>
                <a:cs typeface="PS TT Commons DemiBold" charset="0"/>
              </a:rPr>
              <a:t>animations</a:t>
            </a:r>
            <a:endParaRPr lang="en-US" sz="1600" b="1" i="0" dirty="0">
              <a:solidFill>
                <a:srgbClr val="F05A28"/>
              </a:solidFill>
              <a:latin typeface="PS TT Commons DemiBold" charset="0"/>
              <a:ea typeface="PS TT Commons DemiBold" charset="0"/>
              <a:cs typeface="PS TT Commons DemiBold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604964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>
        <p:tmplLst>
          <p:tmpl lvl="1">
            <p:tnLst>
              <p:par>
                <p:cTn presetID="1" presetClass="entr" presetSubtype="0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3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</p:cTn>
              </p:par>
            </p:tnLst>
          </p:tmpl>
        </p:tmplLst>
      </p:bldP>
      <p:bldP spid="4" grpId="0" build="p">
        <p:tmplLst>
          <p:tmpl lvl="1">
            <p:tnLst>
              <p:par>
                <p:cTn presetID="1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4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</p:cTn>
              </p:par>
            </p:tnLst>
          </p:tmpl>
        </p:tmplLst>
      </p:bldP>
      <p:bldP spid="5" grpId="0" build="p">
        <p:tmplLst>
          <p:tmpl lvl="1">
            <p:tnLst>
              <p:par>
                <p:cTn presetID="1" presetClass="entr" presetSubtype="0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</p:cTn>
              </p:par>
            </p:tnLst>
          </p:tmpl>
        </p:tmplLst>
      </p:bldP>
      <p:bldP spid="6" grpId="0" build="p">
        <p:tmplLst>
          <p:tmpl lvl="1">
            <p:tnLst>
              <p:par>
                <p:cTn presetID="1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6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</p:cTn>
              </p:par>
            </p:tnLst>
          </p:tmpl>
        </p:tmplLst>
      </p:bldP>
      <p:bldP spid="7" grpId="0" build="p">
        <p:tmplLst>
          <p:tmpl lvl="1">
            <p:tnLst>
              <p:par>
                <p:cTn presetID="1" presetClass="entr" presetSubtype="0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7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</p:cTn>
              </p:par>
            </p:tnLst>
          </p:tmpl>
        </p:tmplLst>
      </p:bldP>
      <p:bldP spid="8" grpId="0" build="p">
        <p:tmplLst>
          <p:tmpl lvl="1">
            <p:tnLst>
              <p:par>
                <p:cTn presetID="1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</p:cTn>
              </p:par>
            </p:tnLst>
          </p:tmpl>
        </p:tmplLst>
      </p:bldP>
      <p:bldP spid="9" grpId="0" build="p">
        <p:tmplLst>
          <p:tmpl lvl="1">
            <p:tnLst>
              <p:par>
                <p:cTn presetID="1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</p:cTn>
              </p:par>
            </p:tnLst>
          </p:tmpl>
        </p:tmplLst>
      </p:bldP>
      <p:bldP spid="10" grpId="0" build="p">
        <p:tmplLst>
          <p:tmpl lvl="1">
            <p:tnLst>
              <p:par>
                <p:cTn presetID="1" presetClass="entr" presetSubtype="0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0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</p:cTn>
              </p:par>
            </p:tnLst>
          </p:tmpl>
        </p:tmplLst>
      </p:bldP>
      <p:bldP spid="23" grpId="0" build="p">
        <p:tmplLst>
          <p:tmpl lvl="1">
            <p:tnLst>
              <p:par>
                <p:cTn presetID="1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3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</p:cTn>
              </p:par>
            </p:tnLst>
          </p:tmpl>
        </p:tmplLst>
      </p:bldP>
      <p:bldP spid="24" grpId="0" build="p">
        <p:tmplLst>
          <p:tmpl lvl="1">
            <p:tnLst>
              <p:par>
                <p:cTn presetID="1" presetClass="entr" presetSubtype="0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4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</p:cTn>
              </p:par>
            </p:tnLst>
          </p:tmpl>
        </p:tmplLst>
      </p:bldP>
    </p:bldLst>
  </p:timing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xt Chunking: Two Item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Add Title in Title Case</a:t>
            </a:r>
          </a:p>
        </p:txBody>
      </p:sp>
      <p:sp>
        <p:nvSpPr>
          <p:cNvPr id="3" name="Content Placeholder 10"/>
          <p:cNvSpPr>
            <a:spLocks noGrp="1"/>
          </p:cNvSpPr>
          <p:nvPr>
            <p:ph sz="quarter" idx="11" hasCustomPrompt="1"/>
          </p:nvPr>
        </p:nvSpPr>
        <p:spPr>
          <a:xfrm>
            <a:off x="6320882" y="2042985"/>
            <a:ext cx="5032919" cy="3339071"/>
          </a:xfrm>
          <a:prstGeom prst="rect">
            <a:avLst/>
          </a:prstGeom>
          <a:solidFill>
            <a:schemeClr val="bg2"/>
          </a:solidFill>
        </p:spPr>
        <p:txBody>
          <a:bodyPr lIns="274320" tIns="274320" rIns="274320" bIns="274320" anchor="ctr">
            <a:noAutofit/>
          </a:bodyPr>
          <a:lstStyle>
            <a:lvl1pPr marL="0" indent="0" algn="ctr">
              <a:buNone/>
              <a:defRPr sz="2533" b="0" i="0">
                <a:latin typeface="+mn-lt"/>
                <a:ea typeface="PS TT Commons Medium" charset="0"/>
                <a:cs typeface="PS TT Commons Medium" charset="0"/>
              </a:defRPr>
            </a:lvl1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4" name="Content Placeholder 10"/>
          <p:cNvSpPr>
            <a:spLocks noGrp="1"/>
          </p:cNvSpPr>
          <p:nvPr>
            <p:ph sz="quarter" idx="10" hasCustomPrompt="1"/>
          </p:nvPr>
        </p:nvSpPr>
        <p:spPr>
          <a:xfrm>
            <a:off x="838201" y="2042985"/>
            <a:ext cx="5032919" cy="3339071"/>
          </a:xfrm>
          <a:prstGeom prst="rect">
            <a:avLst/>
          </a:prstGeom>
          <a:solidFill>
            <a:schemeClr val="bg2"/>
          </a:solidFill>
        </p:spPr>
        <p:txBody>
          <a:bodyPr lIns="274320" tIns="274320" rIns="274320" bIns="274320" anchor="ctr">
            <a:noAutofit/>
          </a:bodyPr>
          <a:lstStyle>
            <a:lvl1pPr marL="0" indent="0" algn="ctr">
              <a:buNone/>
              <a:defRPr sz="2533" b="0" i="0">
                <a:latin typeface="+mn-lt"/>
                <a:ea typeface="PS TT Commons Medium" charset="0"/>
                <a:cs typeface="PS TT Commons Medium" charset="0"/>
              </a:defRPr>
            </a:lvl1pPr>
          </a:lstStyle>
          <a:p>
            <a:pPr lvl="0"/>
            <a:r>
              <a:rPr lang="en-US" dirty="0"/>
              <a:t>Click to add text</a:t>
            </a:r>
          </a:p>
        </p:txBody>
      </p:sp>
    </p:spTree>
    <p:extLst>
      <p:ext uri="{BB962C8B-B14F-4D97-AF65-F5344CB8AC3E}">
        <p14:creationId xmlns:p14="http://schemas.microsoft.com/office/powerpoint/2010/main" val="1384339601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xt Chunking: Three Item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Add Title in Title Case</a:t>
            </a:r>
          </a:p>
        </p:txBody>
      </p:sp>
      <p:sp>
        <p:nvSpPr>
          <p:cNvPr id="3" name="Content Placeholder 10"/>
          <p:cNvSpPr>
            <a:spLocks noGrp="1"/>
          </p:cNvSpPr>
          <p:nvPr>
            <p:ph sz="quarter" idx="11" hasCustomPrompt="1"/>
          </p:nvPr>
        </p:nvSpPr>
        <p:spPr>
          <a:xfrm>
            <a:off x="4432845" y="2218724"/>
            <a:ext cx="3326313" cy="3339071"/>
          </a:xfrm>
          <a:prstGeom prst="rect">
            <a:avLst/>
          </a:prstGeom>
          <a:solidFill>
            <a:schemeClr val="bg2"/>
          </a:solidFill>
        </p:spPr>
        <p:txBody>
          <a:bodyPr lIns="274320" tIns="274320" rIns="274320" bIns="274320" anchor="ctr">
            <a:noAutofit/>
          </a:bodyPr>
          <a:lstStyle>
            <a:lvl1pPr marL="0" indent="0" algn="ctr">
              <a:buNone/>
              <a:defRPr sz="2533" b="0" i="0">
                <a:latin typeface="+mn-lt"/>
                <a:ea typeface="PS TT Commons Medium" charset="0"/>
                <a:cs typeface="PS TT Commons Medium" charset="0"/>
              </a:defRPr>
            </a:lvl1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4" name="Content Placeholder 10"/>
          <p:cNvSpPr>
            <a:spLocks noGrp="1"/>
          </p:cNvSpPr>
          <p:nvPr>
            <p:ph sz="quarter" idx="10" hasCustomPrompt="1"/>
          </p:nvPr>
        </p:nvSpPr>
        <p:spPr>
          <a:xfrm>
            <a:off x="838201" y="2218724"/>
            <a:ext cx="3326313" cy="3339071"/>
          </a:xfrm>
          <a:prstGeom prst="rect">
            <a:avLst/>
          </a:prstGeom>
          <a:solidFill>
            <a:schemeClr val="bg2"/>
          </a:solidFill>
        </p:spPr>
        <p:txBody>
          <a:bodyPr lIns="274320" tIns="274320" rIns="274320" bIns="274320" anchor="ctr">
            <a:noAutofit/>
          </a:bodyPr>
          <a:lstStyle>
            <a:lvl1pPr marL="0" indent="0" algn="ctr">
              <a:buNone/>
              <a:defRPr sz="2533" b="0" i="0">
                <a:latin typeface="+mn-lt"/>
                <a:ea typeface="PS TT Commons Medium" charset="0"/>
                <a:cs typeface="PS TT Commons Medium" charset="0"/>
              </a:defRPr>
            </a:lvl1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5" name="Content Placeholder 10"/>
          <p:cNvSpPr>
            <a:spLocks noGrp="1"/>
          </p:cNvSpPr>
          <p:nvPr>
            <p:ph sz="quarter" idx="12" hasCustomPrompt="1"/>
          </p:nvPr>
        </p:nvSpPr>
        <p:spPr>
          <a:xfrm>
            <a:off x="8027488" y="2218724"/>
            <a:ext cx="3326313" cy="3339071"/>
          </a:xfrm>
          <a:prstGeom prst="rect">
            <a:avLst/>
          </a:prstGeom>
          <a:solidFill>
            <a:schemeClr val="bg2"/>
          </a:solidFill>
        </p:spPr>
        <p:txBody>
          <a:bodyPr lIns="274320" tIns="274320" rIns="274320" bIns="274320" anchor="ctr">
            <a:noAutofit/>
          </a:bodyPr>
          <a:lstStyle>
            <a:lvl1pPr marL="0" indent="0" algn="ctr">
              <a:buNone/>
              <a:defRPr sz="2533" b="0" i="0">
                <a:latin typeface="+mn-lt"/>
                <a:ea typeface="PS TT Commons Medium" charset="0"/>
                <a:cs typeface="PS TT Commons Medium" charset="0"/>
              </a:defRPr>
            </a:lvl1pPr>
          </a:lstStyle>
          <a:p>
            <a:pPr lvl="0"/>
            <a:r>
              <a:rPr lang="en-US" dirty="0"/>
              <a:t>Click to add text</a:t>
            </a:r>
          </a:p>
        </p:txBody>
      </p:sp>
    </p:spTree>
    <p:extLst>
      <p:ext uri="{BB962C8B-B14F-4D97-AF65-F5344CB8AC3E}">
        <p14:creationId xmlns:p14="http://schemas.microsoft.com/office/powerpoint/2010/main" val="693539664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xt Chunking: Four Item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Add Title in Title Case</a:t>
            </a:r>
          </a:p>
        </p:txBody>
      </p:sp>
      <p:sp>
        <p:nvSpPr>
          <p:cNvPr id="4" name="Content Placeholder 10"/>
          <p:cNvSpPr>
            <a:spLocks noGrp="1"/>
          </p:cNvSpPr>
          <p:nvPr>
            <p:ph sz="quarter" idx="11" hasCustomPrompt="1"/>
          </p:nvPr>
        </p:nvSpPr>
        <p:spPr>
          <a:xfrm>
            <a:off x="6216821" y="2042985"/>
            <a:ext cx="5136979" cy="1691503"/>
          </a:xfrm>
          <a:prstGeom prst="rect">
            <a:avLst/>
          </a:prstGeom>
          <a:solidFill>
            <a:schemeClr val="bg2"/>
          </a:solidFill>
        </p:spPr>
        <p:txBody>
          <a:bodyPr lIns="274320" tIns="274320" rIns="274320" bIns="274320" anchor="ctr">
            <a:noAutofit/>
          </a:bodyPr>
          <a:lstStyle>
            <a:lvl1pPr marL="0" indent="0" algn="ctr">
              <a:buNone/>
              <a:defRPr sz="2400" b="0" i="0">
                <a:latin typeface="+mn-lt"/>
                <a:ea typeface="PS TT Commons Medium" charset="0"/>
                <a:cs typeface="PS TT Commons Medium" charset="0"/>
              </a:defRPr>
            </a:lvl1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5" name="Content Placeholder 10"/>
          <p:cNvSpPr>
            <a:spLocks noGrp="1"/>
          </p:cNvSpPr>
          <p:nvPr>
            <p:ph sz="quarter" idx="10" hasCustomPrompt="1"/>
          </p:nvPr>
        </p:nvSpPr>
        <p:spPr>
          <a:xfrm>
            <a:off x="838200" y="2042985"/>
            <a:ext cx="5136979" cy="1691503"/>
          </a:xfrm>
          <a:prstGeom prst="rect">
            <a:avLst/>
          </a:prstGeom>
          <a:solidFill>
            <a:schemeClr val="bg2"/>
          </a:solidFill>
        </p:spPr>
        <p:txBody>
          <a:bodyPr lIns="274320" tIns="274320" rIns="274320" bIns="274320" anchor="ctr">
            <a:noAutofit/>
          </a:bodyPr>
          <a:lstStyle>
            <a:lvl1pPr marL="0" indent="0" algn="ctr">
              <a:buNone/>
              <a:defRPr sz="2400" b="0" i="0">
                <a:latin typeface="+mn-lt"/>
                <a:ea typeface="PS TT Commons Medium" charset="0"/>
                <a:cs typeface="PS TT Commons Medium" charset="0"/>
              </a:defRPr>
            </a:lvl1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6" name="Content Placeholder 10"/>
          <p:cNvSpPr>
            <a:spLocks noGrp="1"/>
          </p:cNvSpPr>
          <p:nvPr>
            <p:ph sz="quarter" idx="12" hasCustomPrompt="1"/>
          </p:nvPr>
        </p:nvSpPr>
        <p:spPr>
          <a:xfrm>
            <a:off x="6216821" y="3992605"/>
            <a:ext cx="5136979" cy="1691503"/>
          </a:xfrm>
          <a:prstGeom prst="rect">
            <a:avLst/>
          </a:prstGeom>
          <a:solidFill>
            <a:schemeClr val="bg2"/>
          </a:solidFill>
        </p:spPr>
        <p:txBody>
          <a:bodyPr lIns="274320" tIns="274320" rIns="274320" bIns="274320" anchor="ctr">
            <a:noAutofit/>
          </a:bodyPr>
          <a:lstStyle>
            <a:lvl1pPr marL="0" indent="0" algn="ctr">
              <a:buNone/>
              <a:defRPr sz="2400" b="0" i="0">
                <a:latin typeface="+mn-lt"/>
                <a:ea typeface="PS TT Commons Medium" charset="0"/>
                <a:cs typeface="PS TT Commons Medium" charset="0"/>
              </a:defRPr>
            </a:lvl1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7" name="Content Placeholder 10"/>
          <p:cNvSpPr>
            <a:spLocks noGrp="1"/>
          </p:cNvSpPr>
          <p:nvPr>
            <p:ph sz="quarter" idx="13" hasCustomPrompt="1"/>
          </p:nvPr>
        </p:nvSpPr>
        <p:spPr>
          <a:xfrm>
            <a:off x="838200" y="3992605"/>
            <a:ext cx="5136979" cy="1691503"/>
          </a:xfrm>
          <a:prstGeom prst="rect">
            <a:avLst/>
          </a:prstGeom>
          <a:solidFill>
            <a:schemeClr val="bg2"/>
          </a:solidFill>
        </p:spPr>
        <p:txBody>
          <a:bodyPr lIns="274320" tIns="274320" rIns="274320" bIns="274320" anchor="ctr">
            <a:noAutofit/>
          </a:bodyPr>
          <a:lstStyle>
            <a:lvl1pPr marL="0" indent="0" algn="ctr">
              <a:buNone/>
              <a:defRPr sz="2400" b="0" i="0">
                <a:latin typeface="+mn-lt"/>
                <a:ea typeface="PS TT Commons Medium" charset="0"/>
                <a:cs typeface="PS TT Commons Medium" charset="0"/>
              </a:defRPr>
            </a:lvl1pPr>
          </a:lstStyle>
          <a:p>
            <a:pPr lvl="0"/>
            <a:r>
              <a:rPr lang="en-US" dirty="0"/>
              <a:t>Click to add text</a:t>
            </a:r>
          </a:p>
        </p:txBody>
      </p:sp>
    </p:spTree>
    <p:extLst>
      <p:ext uri="{BB962C8B-B14F-4D97-AF65-F5344CB8AC3E}">
        <p14:creationId xmlns:p14="http://schemas.microsoft.com/office/powerpoint/2010/main" val="4027069560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xt Chunking: Five Item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Add Title in Title Case</a:t>
            </a:r>
          </a:p>
        </p:txBody>
      </p:sp>
      <p:sp>
        <p:nvSpPr>
          <p:cNvPr id="3" name="Content Placeholder 10"/>
          <p:cNvSpPr>
            <a:spLocks noGrp="1"/>
          </p:cNvSpPr>
          <p:nvPr>
            <p:ph sz="quarter" idx="11" hasCustomPrompt="1"/>
          </p:nvPr>
        </p:nvSpPr>
        <p:spPr>
          <a:xfrm>
            <a:off x="4432845" y="2021018"/>
            <a:ext cx="3326313" cy="1790357"/>
          </a:xfrm>
          <a:prstGeom prst="rect">
            <a:avLst/>
          </a:prstGeom>
          <a:solidFill>
            <a:schemeClr val="bg2"/>
          </a:solidFill>
        </p:spPr>
        <p:txBody>
          <a:bodyPr lIns="274320" tIns="274320" rIns="274320" bIns="274320" anchor="ctr">
            <a:noAutofit/>
          </a:bodyPr>
          <a:lstStyle>
            <a:lvl1pPr marL="0" indent="0" algn="ctr">
              <a:buNone/>
              <a:defRPr sz="2400" b="0" i="0">
                <a:latin typeface="+mn-lt"/>
                <a:ea typeface="PS TT Commons Medium" charset="0"/>
                <a:cs typeface="PS TT Commons Medium" charset="0"/>
              </a:defRPr>
            </a:lvl1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4" name="Content Placeholder 10"/>
          <p:cNvSpPr>
            <a:spLocks noGrp="1"/>
          </p:cNvSpPr>
          <p:nvPr>
            <p:ph sz="quarter" idx="10" hasCustomPrompt="1"/>
          </p:nvPr>
        </p:nvSpPr>
        <p:spPr>
          <a:xfrm>
            <a:off x="838201" y="2021018"/>
            <a:ext cx="3326313" cy="1790357"/>
          </a:xfrm>
          <a:prstGeom prst="rect">
            <a:avLst/>
          </a:prstGeom>
          <a:solidFill>
            <a:schemeClr val="bg2"/>
          </a:solidFill>
        </p:spPr>
        <p:txBody>
          <a:bodyPr lIns="274320" tIns="274320" rIns="274320" bIns="274320" anchor="ctr">
            <a:noAutofit/>
          </a:bodyPr>
          <a:lstStyle>
            <a:lvl1pPr marL="0" indent="0" algn="ctr">
              <a:buNone/>
              <a:defRPr sz="2400" b="0" i="0">
                <a:latin typeface="+mn-lt"/>
                <a:ea typeface="PS TT Commons Medium" charset="0"/>
                <a:cs typeface="PS TT Commons Medium" charset="0"/>
              </a:defRPr>
            </a:lvl1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5" name="Content Placeholder 10"/>
          <p:cNvSpPr>
            <a:spLocks noGrp="1"/>
          </p:cNvSpPr>
          <p:nvPr>
            <p:ph sz="quarter" idx="12" hasCustomPrompt="1"/>
          </p:nvPr>
        </p:nvSpPr>
        <p:spPr>
          <a:xfrm>
            <a:off x="8027488" y="2021018"/>
            <a:ext cx="3326313" cy="1790357"/>
          </a:xfrm>
          <a:prstGeom prst="rect">
            <a:avLst/>
          </a:prstGeom>
          <a:solidFill>
            <a:schemeClr val="bg2"/>
          </a:solidFill>
        </p:spPr>
        <p:txBody>
          <a:bodyPr lIns="274320" tIns="274320" rIns="274320" bIns="274320" anchor="ctr">
            <a:noAutofit/>
          </a:bodyPr>
          <a:lstStyle>
            <a:lvl1pPr marL="0" indent="0" algn="ctr">
              <a:buNone/>
              <a:defRPr sz="2400" b="0" i="0">
                <a:latin typeface="+mn-lt"/>
                <a:ea typeface="PS TT Commons Medium" charset="0"/>
                <a:cs typeface="PS TT Commons Medium" charset="0"/>
              </a:defRPr>
            </a:lvl1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6" name="Content Placeholder 10"/>
          <p:cNvSpPr>
            <a:spLocks noGrp="1"/>
          </p:cNvSpPr>
          <p:nvPr>
            <p:ph sz="quarter" idx="13" hasCustomPrompt="1"/>
          </p:nvPr>
        </p:nvSpPr>
        <p:spPr>
          <a:xfrm>
            <a:off x="2501358" y="4113430"/>
            <a:ext cx="3326313" cy="1790357"/>
          </a:xfrm>
          <a:prstGeom prst="rect">
            <a:avLst/>
          </a:prstGeom>
          <a:solidFill>
            <a:schemeClr val="bg2"/>
          </a:solidFill>
        </p:spPr>
        <p:txBody>
          <a:bodyPr lIns="274320" tIns="274320" rIns="274320" bIns="274320" anchor="ctr">
            <a:noAutofit/>
          </a:bodyPr>
          <a:lstStyle>
            <a:lvl1pPr marL="0" indent="0" algn="ctr">
              <a:buNone/>
              <a:defRPr sz="2400" b="0" i="0">
                <a:latin typeface="+mn-lt"/>
                <a:ea typeface="PS TT Commons Medium" charset="0"/>
                <a:cs typeface="PS TT Commons Medium" charset="0"/>
              </a:defRPr>
            </a:lvl1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7" name="Content Placeholder 10"/>
          <p:cNvSpPr>
            <a:spLocks noGrp="1"/>
          </p:cNvSpPr>
          <p:nvPr>
            <p:ph sz="quarter" idx="15" hasCustomPrompt="1"/>
          </p:nvPr>
        </p:nvSpPr>
        <p:spPr>
          <a:xfrm>
            <a:off x="6096001" y="4113430"/>
            <a:ext cx="3326313" cy="1790357"/>
          </a:xfrm>
          <a:prstGeom prst="rect">
            <a:avLst/>
          </a:prstGeom>
          <a:solidFill>
            <a:schemeClr val="bg2"/>
          </a:solidFill>
        </p:spPr>
        <p:txBody>
          <a:bodyPr lIns="274320" tIns="274320" rIns="274320" bIns="274320" anchor="ctr">
            <a:noAutofit/>
          </a:bodyPr>
          <a:lstStyle>
            <a:lvl1pPr marL="0" indent="0" algn="ctr">
              <a:buNone/>
              <a:defRPr sz="2400" b="0" i="0">
                <a:latin typeface="+mn-lt"/>
                <a:ea typeface="PS TT Commons Medium" charset="0"/>
                <a:cs typeface="PS TT Commons Medium" charset="0"/>
              </a:defRPr>
            </a:lvl1pPr>
          </a:lstStyle>
          <a:p>
            <a:pPr lvl="0"/>
            <a:r>
              <a:rPr lang="en-US" dirty="0"/>
              <a:t>Click to add text</a:t>
            </a:r>
          </a:p>
        </p:txBody>
      </p:sp>
    </p:spTree>
    <p:extLst>
      <p:ext uri="{BB962C8B-B14F-4D97-AF65-F5344CB8AC3E}">
        <p14:creationId xmlns:p14="http://schemas.microsoft.com/office/powerpoint/2010/main" val="1198791535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xt Chunking: Six Item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Add Title in Title Case</a:t>
            </a:r>
          </a:p>
        </p:txBody>
      </p:sp>
      <p:sp>
        <p:nvSpPr>
          <p:cNvPr id="3" name="Content Placeholder 10"/>
          <p:cNvSpPr>
            <a:spLocks noGrp="1"/>
          </p:cNvSpPr>
          <p:nvPr>
            <p:ph sz="quarter" idx="11" hasCustomPrompt="1"/>
          </p:nvPr>
        </p:nvSpPr>
        <p:spPr>
          <a:xfrm>
            <a:off x="4432845" y="2021018"/>
            <a:ext cx="3326313" cy="1790357"/>
          </a:xfrm>
          <a:prstGeom prst="rect">
            <a:avLst/>
          </a:prstGeom>
          <a:solidFill>
            <a:schemeClr val="bg2"/>
          </a:solidFill>
        </p:spPr>
        <p:txBody>
          <a:bodyPr lIns="274320" tIns="274320" rIns="274320" bIns="274320" anchor="ctr">
            <a:noAutofit/>
          </a:bodyPr>
          <a:lstStyle>
            <a:lvl1pPr marL="0" indent="0" algn="ctr">
              <a:buNone/>
              <a:defRPr sz="2400" b="0" i="0">
                <a:latin typeface="+mn-lt"/>
                <a:ea typeface="PS TT Commons Medium" charset="0"/>
                <a:cs typeface="PS TT Commons Medium" charset="0"/>
              </a:defRPr>
            </a:lvl1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4" name="Content Placeholder 10"/>
          <p:cNvSpPr>
            <a:spLocks noGrp="1"/>
          </p:cNvSpPr>
          <p:nvPr>
            <p:ph sz="quarter" idx="10" hasCustomPrompt="1"/>
          </p:nvPr>
        </p:nvSpPr>
        <p:spPr>
          <a:xfrm>
            <a:off x="838201" y="2021018"/>
            <a:ext cx="3326313" cy="1790357"/>
          </a:xfrm>
          <a:prstGeom prst="rect">
            <a:avLst/>
          </a:prstGeom>
          <a:solidFill>
            <a:schemeClr val="bg2"/>
          </a:solidFill>
        </p:spPr>
        <p:txBody>
          <a:bodyPr lIns="274320" tIns="274320" rIns="274320" bIns="274320" anchor="ctr">
            <a:noAutofit/>
          </a:bodyPr>
          <a:lstStyle>
            <a:lvl1pPr marL="0" indent="0" algn="ctr">
              <a:buNone/>
              <a:defRPr sz="2400" b="0" i="0">
                <a:latin typeface="+mn-lt"/>
                <a:ea typeface="PS TT Commons Medium" charset="0"/>
                <a:cs typeface="PS TT Commons Medium" charset="0"/>
              </a:defRPr>
            </a:lvl1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5" name="Content Placeholder 10"/>
          <p:cNvSpPr>
            <a:spLocks noGrp="1"/>
          </p:cNvSpPr>
          <p:nvPr>
            <p:ph sz="quarter" idx="12" hasCustomPrompt="1"/>
          </p:nvPr>
        </p:nvSpPr>
        <p:spPr>
          <a:xfrm>
            <a:off x="8027488" y="2021018"/>
            <a:ext cx="3326313" cy="1790357"/>
          </a:xfrm>
          <a:prstGeom prst="rect">
            <a:avLst/>
          </a:prstGeom>
          <a:solidFill>
            <a:schemeClr val="bg2"/>
          </a:solidFill>
        </p:spPr>
        <p:txBody>
          <a:bodyPr lIns="274320" tIns="274320" rIns="274320" bIns="274320" anchor="ctr">
            <a:noAutofit/>
          </a:bodyPr>
          <a:lstStyle>
            <a:lvl1pPr marL="0" indent="0" algn="ctr">
              <a:buNone/>
              <a:defRPr sz="2400" b="0" i="0">
                <a:latin typeface="+mn-lt"/>
                <a:ea typeface="PS TT Commons Medium" charset="0"/>
                <a:cs typeface="PS TT Commons Medium" charset="0"/>
              </a:defRPr>
            </a:lvl1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6" name="Content Placeholder 10"/>
          <p:cNvSpPr>
            <a:spLocks noGrp="1"/>
          </p:cNvSpPr>
          <p:nvPr>
            <p:ph sz="quarter" idx="13" hasCustomPrompt="1"/>
          </p:nvPr>
        </p:nvSpPr>
        <p:spPr>
          <a:xfrm>
            <a:off x="4432845" y="4113430"/>
            <a:ext cx="3326313" cy="1790357"/>
          </a:xfrm>
          <a:prstGeom prst="rect">
            <a:avLst/>
          </a:prstGeom>
          <a:solidFill>
            <a:schemeClr val="bg2"/>
          </a:solidFill>
        </p:spPr>
        <p:txBody>
          <a:bodyPr lIns="274320" tIns="274320" rIns="274320" bIns="274320" anchor="ctr">
            <a:noAutofit/>
          </a:bodyPr>
          <a:lstStyle>
            <a:lvl1pPr marL="0" indent="0" algn="ctr">
              <a:buNone/>
              <a:defRPr sz="2400" b="0" i="0">
                <a:latin typeface="+mn-lt"/>
                <a:ea typeface="PS TT Commons Medium" charset="0"/>
                <a:cs typeface="PS TT Commons Medium" charset="0"/>
              </a:defRPr>
            </a:lvl1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7" name="Content Placeholder 10"/>
          <p:cNvSpPr>
            <a:spLocks noGrp="1"/>
          </p:cNvSpPr>
          <p:nvPr>
            <p:ph sz="quarter" idx="14" hasCustomPrompt="1"/>
          </p:nvPr>
        </p:nvSpPr>
        <p:spPr>
          <a:xfrm>
            <a:off x="838201" y="4113430"/>
            <a:ext cx="3326313" cy="1790357"/>
          </a:xfrm>
          <a:prstGeom prst="rect">
            <a:avLst/>
          </a:prstGeom>
          <a:solidFill>
            <a:schemeClr val="bg2"/>
          </a:solidFill>
        </p:spPr>
        <p:txBody>
          <a:bodyPr lIns="274320" tIns="274320" rIns="274320" bIns="274320" anchor="ctr">
            <a:noAutofit/>
          </a:bodyPr>
          <a:lstStyle>
            <a:lvl1pPr marL="0" indent="0" algn="ctr">
              <a:buNone/>
              <a:defRPr sz="2400" b="0" i="0">
                <a:latin typeface="+mn-lt"/>
                <a:ea typeface="PS TT Commons Medium" charset="0"/>
                <a:cs typeface="PS TT Commons Medium" charset="0"/>
              </a:defRPr>
            </a:lvl1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8" name="Content Placeholder 10"/>
          <p:cNvSpPr>
            <a:spLocks noGrp="1"/>
          </p:cNvSpPr>
          <p:nvPr>
            <p:ph sz="quarter" idx="15" hasCustomPrompt="1"/>
          </p:nvPr>
        </p:nvSpPr>
        <p:spPr>
          <a:xfrm>
            <a:off x="8027488" y="4113430"/>
            <a:ext cx="3326313" cy="1790357"/>
          </a:xfrm>
          <a:prstGeom prst="rect">
            <a:avLst/>
          </a:prstGeom>
          <a:solidFill>
            <a:schemeClr val="bg2"/>
          </a:solidFill>
        </p:spPr>
        <p:txBody>
          <a:bodyPr lIns="274320" tIns="274320" rIns="274320" bIns="274320" anchor="ctr">
            <a:noAutofit/>
          </a:bodyPr>
          <a:lstStyle>
            <a:lvl1pPr marL="0" indent="0" algn="ctr">
              <a:buNone/>
              <a:defRPr sz="2400" b="0" i="0">
                <a:latin typeface="+mn-lt"/>
                <a:ea typeface="PS TT Commons Medium" charset="0"/>
                <a:cs typeface="PS TT Commons Medium" charset="0"/>
              </a:defRPr>
            </a:lvl1pPr>
          </a:lstStyle>
          <a:p>
            <a:pPr lvl="0"/>
            <a:r>
              <a:rPr lang="en-US" dirty="0"/>
              <a:t>Click to add text</a:t>
            </a:r>
          </a:p>
        </p:txBody>
      </p:sp>
    </p:spTree>
    <p:extLst>
      <p:ext uri="{BB962C8B-B14F-4D97-AF65-F5344CB8AC3E}">
        <p14:creationId xmlns:p14="http://schemas.microsoft.com/office/powerpoint/2010/main" val="102623848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de: Title with Description and Tab">
    <p:bg>
      <p:bgPr>
        <a:solidFill>
          <a:schemeClr val="bg2">
            <a:lumMod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838200" y="573024"/>
            <a:ext cx="10515600" cy="543832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Add Title Slide in Title Case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2444496"/>
            <a:ext cx="12192000" cy="4413504"/>
          </a:xfrm>
          <a:prstGeom prst="rect">
            <a:avLst/>
          </a:prstGeom>
          <a:solidFill>
            <a:schemeClr val="bg2">
              <a:lumMod val="10000"/>
            </a:schemeClr>
          </a:solidFill>
          <a:ln>
            <a:noFill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lIns="243840" tIns="243840" rIns="243840" bIns="243840" rtlCol="0" anchor="t" anchorCtr="0"/>
          <a:lstStyle/>
          <a:p>
            <a:pPr algn="ctr">
              <a:spcBef>
                <a:spcPts val="800"/>
              </a:spcBef>
            </a:pPr>
            <a:endParaRPr lang="en-US" sz="2667" b="0" i="0" dirty="0">
              <a:solidFill>
                <a:schemeClr val="bg1"/>
              </a:solidFill>
              <a:latin typeface="PS TT Commons" charset="0"/>
              <a:ea typeface="PS TT Commons" charset="0"/>
              <a:cs typeface="PS TT Commons" charset="0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0" y="1883665"/>
            <a:ext cx="5387163" cy="705215"/>
          </a:xfrm>
          <a:prstGeom prst="rect">
            <a:avLst/>
          </a:prstGeom>
          <a:solidFill>
            <a:schemeClr val="bg2">
              <a:lumMod val="10000"/>
            </a:schemeClr>
          </a:solidFill>
          <a:ln>
            <a:noFill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lIns="243840" tIns="243840" rIns="243840" bIns="243840" rtlCol="0" anchor="ctr"/>
          <a:lstStyle/>
          <a:p>
            <a:pPr algn="ctr">
              <a:spcBef>
                <a:spcPts val="800"/>
              </a:spcBef>
            </a:pPr>
            <a:endParaRPr lang="en-US" sz="2667" b="0" i="0" dirty="0">
              <a:solidFill>
                <a:schemeClr val="bg1"/>
              </a:solidFill>
              <a:latin typeface="PS TT Commons" charset="0"/>
              <a:ea typeface="PS TT Commons" charset="0"/>
              <a:cs typeface="PS TT Commons" charset="0"/>
            </a:endParaRPr>
          </a:p>
        </p:txBody>
      </p:sp>
      <p:sp>
        <p:nvSpPr>
          <p:cNvPr id="5" name="Text Placeholder 6"/>
          <p:cNvSpPr>
            <a:spLocks noGrp="1"/>
          </p:cNvSpPr>
          <p:nvPr>
            <p:ph type="body" sz="quarter" idx="10" hasCustomPrompt="1"/>
          </p:nvPr>
        </p:nvSpPr>
        <p:spPr>
          <a:xfrm>
            <a:off x="268189" y="2695635"/>
            <a:ext cx="11545860" cy="3900037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10000"/>
              </a:lnSpc>
              <a:spcBef>
                <a:spcPts val="0"/>
              </a:spcBef>
              <a:buNone/>
              <a:defRPr sz="1733" baseline="0">
                <a:solidFill>
                  <a:schemeClr val="bg1"/>
                </a:solidFill>
                <a:latin typeface="Roboto Mono" pitchFamily="2" charset="0"/>
                <a:ea typeface="Roboto Mono" pitchFamily="2" charset="0"/>
                <a:cs typeface="Consolas" panose="020B0609020204030204" pitchFamily="49" charset="0"/>
              </a:defRPr>
            </a:lvl1pPr>
            <a:lvl2pPr marL="396117" indent="0">
              <a:buNone/>
              <a:defRPr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2pPr>
            <a:lvl3pPr marL="794938" indent="0">
              <a:buNone/>
              <a:defRPr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3pPr>
            <a:lvl4pPr marL="1177492" indent="0">
              <a:buNone/>
              <a:defRPr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4pPr>
            <a:lvl5pPr marL="1462366" indent="0">
              <a:buNone/>
              <a:defRPr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5pPr>
          </a:lstStyle>
          <a:p>
            <a:pPr lvl="0"/>
            <a:r>
              <a:rPr lang="en-US" dirty="0"/>
              <a:t>Add code here</a:t>
            </a:r>
          </a:p>
        </p:txBody>
      </p:sp>
      <p:sp>
        <p:nvSpPr>
          <p:cNvPr id="6" name="Text Placeholder 9"/>
          <p:cNvSpPr>
            <a:spLocks noGrp="1"/>
          </p:cNvSpPr>
          <p:nvPr>
            <p:ph type="body" sz="quarter" idx="17" hasCustomPrompt="1"/>
          </p:nvPr>
        </p:nvSpPr>
        <p:spPr>
          <a:xfrm>
            <a:off x="268189" y="2023872"/>
            <a:ext cx="4469770" cy="419853"/>
          </a:xfrm>
          <a:prstGeom prst="rect">
            <a:avLst/>
          </a:prstGeom>
        </p:spPr>
        <p:txBody>
          <a:bodyPr lIns="0" anchor="ctr">
            <a:noAutofit/>
          </a:bodyPr>
          <a:lstStyle>
            <a:lvl1pPr>
              <a:defRPr sz="1867" b="1" i="0">
                <a:solidFill>
                  <a:schemeClr val="bg1"/>
                </a:solidFill>
                <a:latin typeface="+mn-lt"/>
                <a:ea typeface="PS TT Commons DemiBold" charset="0"/>
                <a:cs typeface="PS TT Commons DemiBold" charset="0"/>
              </a:defRPr>
            </a:lvl1pPr>
          </a:lstStyle>
          <a:p>
            <a:pPr lvl="0"/>
            <a:r>
              <a:rPr lang="en-US"/>
              <a:t>Filename.here</a:t>
            </a:r>
            <a:endParaRPr lang="en-US" dirty="0"/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18" hasCustomPrompt="1"/>
          </p:nvPr>
        </p:nvSpPr>
        <p:spPr>
          <a:xfrm>
            <a:off x="838200" y="1127760"/>
            <a:ext cx="10515600" cy="502705"/>
          </a:xfrm>
          <a:prstGeom prst="rect">
            <a:avLst/>
          </a:prstGeom>
        </p:spPr>
        <p:txBody>
          <a:bodyPr>
            <a:noAutofit/>
          </a:bodyPr>
          <a:lstStyle>
            <a:lvl1pPr algn="ctr">
              <a:defRPr sz="2133">
                <a:solidFill>
                  <a:schemeClr val="bg1"/>
                </a:solidFill>
                <a:latin typeface="PS TT Commons" charset="0"/>
                <a:ea typeface="PS TT Commons" charset="0"/>
                <a:cs typeface="PS TT Commons" charset="0"/>
              </a:defRPr>
            </a:lvl1pPr>
          </a:lstStyle>
          <a:p>
            <a:pPr lvl="0"/>
            <a:r>
              <a:rPr lang="en-US"/>
              <a:t>Add a line of text here if needed</a:t>
            </a:r>
          </a:p>
        </p:txBody>
      </p:sp>
    </p:spTree>
    <p:extLst>
      <p:ext uri="{BB962C8B-B14F-4D97-AF65-F5344CB8AC3E}">
        <p14:creationId xmlns:p14="http://schemas.microsoft.com/office/powerpoint/2010/main" val="768149596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de: Title with Description and Two Tab">
    <p:bg>
      <p:bgPr>
        <a:solidFill>
          <a:schemeClr val="bg2">
            <a:lumMod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841248" y="573024"/>
            <a:ext cx="10515600" cy="543832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Add Title Slide in Title Case</a:t>
            </a:r>
          </a:p>
        </p:txBody>
      </p:sp>
      <p:sp>
        <p:nvSpPr>
          <p:cNvPr id="7" name="Text Placeholder 8"/>
          <p:cNvSpPr>
            <a:spLocks noGrp="1"/>
          </p:cNvSpPr>
          <p:nvPr>
            <p:ph type="body" sz="quarter" idx="18" hasCustomPrompt="1"/>
          </p:nvPr>
        </p:nvSpPr>
        <p:spPr>
          <a:xfrm>
            <a:off x="838200" y="1127760"/>
            <a:ext cx="10515600" cy="502705"/>
          </a:xfrm>
          <a:prstGeom prst="rect">
            <a:avLst/>
          </a:prstGeom>
        </p:spPr>
        <p:txBody>
          <a:bodyPr>
            <a:noAutofit/>
          </a:bodyPr>
          <a:lstStyle>
            <a:lvl1pPr algn="ctr">
              <a:defRPr sz="2133">
                <a:solidFill>
                  <a:schemeClr val="bg1"/>
                </a:solidFill>
                <a:latin typeface="PS TT Commons" charset="0"/>
                <a:ea typeface="PS TT Commons" charset="0"/>
                <a:cs typeface="PS TT Commons" charset="0"/>
              </a:defRPr>
            </a:lvl1pPr>
          </a:lstStyle>
          <a:p>
            <a:pPr lvl="0"/>
            <a:r>
              <a:rPr lang="en-US"/>
              <a:t>Add a line of text here if needed</a:t>
            </a:r>
          </a:p>
        </p:txBody>
      </p:sp>
      <p:sp>
        <p:nvSpPr>
          <p:cNvPr id="8" name="Rectangle 7"/>
          <p:cNvSpPr/>
          <p:nvPr/>
        </p:nvSpPr>
        <p:spPr>
          <a:xfrm>
            <a:off x="-1" y="2452374"/>
            <a:ext cx="5974080" cy="4411565"/>
          </a:xfrm>
          <a:prstGeom prst="rect">
            <a:avLst/>
          </a:prstGeom>
          <a:solidFill>
            <a:schemeClr val="bg2">
              <a:lumMod val="10000"/>
            </a:schemeClr>
          </a:solidFill>
          <a:ln>
            <a:noFill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lIns="243840" tIns="243840" rIns="243840" bIns="243840" rtlCol="0" anchor="t" anchorCtr="0"/>
          <a:lstStyle/>
          <a:p>
            <a:pPr algn="ctr">
              <a:spcBef>
                <a:spcPts val="800"/>
              </a:spcBef>
            </a:pPr>
            <a:endParaRPr lang="en-US" sz="2667" b="0" i="0" dirty="0">
              <a:solidFill>
                <a:schemeClr val="bg1"/>
              </a:solidFill>
              <a:latin typeface="PS TT Commons" charset="0"/>
              <a:ea typeface="PS TT Commons" charset="0"/>
              <a:cs typeface="PS TT Commons" charset="0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0" y="1885507"/>
            <a:ext cx="4401312" cy="713882"/>
          </a:xfrm>
          <a:prstGeom prst="rect">
            <a:avLst/>
          </a:prstGeom>
          <a:solidFill>
            <a:schemeClr val="bg2">
              <a:lumMod val="10000"/>
            </a:schemeClr>
          </a:solidFill>
          <a:ln>
            <a:noFill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lIns="243840" tIns="243840" rIns="243840" bIns="243840" rtlCol="0" anchor="ctr"/>
          <a:lstStyle/>
          <a:p>
            <a:pPr algn="ctr">
              <a:spcBef>
                <a:spcPts val="800"/>
              </a:spcBef>
            </a:pPr>
            <a:endParaRPr lang="en-US" sz="2667" b="0" i="0" dirty="0">
              <a:solidFill>
                <a:schemeClr val="bg1"/>
              </a:solidFill>
              <a:latin typeface="PS TT Commons" charset="0"/>
              <a:ea typeface="PS TT Commons" charset="0"/>
              <a:cs typeface="PS TT Commons" charset="0"/>
            </a:endParaRPr>
          </a:p>
        </p:txBody>
      </p:sp>
      <p:sp>
        <p:nvSpPr>
          <p:cNvPr id="10" name="Text Placeholder 6"/>
          <p:cNvSpPr>
            <a:spLocks noGrp="1"/>
          </p:cNvSpPr>
          <p:nvPr>
            <p:ph type="body" sz="quarter" idx="10" hasCustomPrompt="1"/>
          </p:nvPr>
        </p:nvSpPr>
        <p:spPr>
          <a:xfrm>
            <a:off x="268189" y="2695635"/>
            <a:ext cx="5376708" cy="3900037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10000"/>
              </a:lnSpc>
              <a:spcBef>
                <a:spcPts val="0"/>
              </a:spcBef>
              <a:buNone/>
              <a:defRPr sz="1733" baseline="0">
                <a:solidFill>
                  <a:schemeClr val="bg1"/>
                </a:solidFill>
                <a:latin typeface="Roboto Mono" pitchFamily="2" charset="0"/>
                <a:ea typeface="Roboto Mono" pitchFamily="2" charset="0"/>
                <a:cs typeface="Consolas" panose="020B0609020204030204" pitchFamily="49" charset="0"/>
              </a:defRPr>
            </a:lvl1pPr>
            <a:lvl2pPr marL="396117" indent="0">
              <a:buNone/>
              <a:defRPr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2pPr>
            <a:lvl3pPr marL="794938" indent="0">
              <a:buNone/>
              <a:defRPr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3pPr>
            <a:lvl4pPr marL="1177492" indent="0">
              <a:buNone/>
              <a:defRPr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4pPr>
            <a:lvl5pPr marL="1462366" indent="0">
              <a:buNone/>
              <a:defRPr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5pPr>
          </a:lstStyle>
          <a:p>
            <a:pPr lvl="0"/>
            <a:r>
              <a:rPr lang="en-US" dirty="0"/>
              <a:t>Add code here</a:t>
            </a:r>
          </a:p>
        </p:txBody>
      </p:sp>
      <p:sp>
        <p:nvSpPr>
          <p:cNvPr id="11" name="Text Placeholder 9"/>
          <p:cNvSpPr>
            <a:spLocks noGrp="1"/>
          </p:cNvSpPr>
          <p:nvPr>
            <p:ph type="body" sz="quarter" idx="17" hasCustomPrompt="1"/>
          </p:nvPr>
        </p:nvSpPr>
        <p:spPr>
          <a:xfrm>
            <a:off x="268188" y="2026582"/>
            <a:ext cx="3899775" cy="419853"/>
          </a:xfrm>
          <a:prstGeom prst="rect">
            <a:avLst/>
          </a:prstGeom>
        </p:spPr>
        <p:txBody>
          <a:bodyPr lIns="0" anchor="ctr">
            <a:noAutofit/>
          </a:bodyPr>
          <a:lstStyle>
            <a:lvl1pPr>
              <a:defRPr sz="1867" b="1" i="0">
                <a:solidFill>
                  <a:schemeClr val="bg1"/>
                </a:solidFill>
                <a:latin typeface="+mn-lt"/>
                <a:ea typeface="PS TT Commons DemiBold" charset="0"/>
                <a:cs typeface="PS TT Commons DemiBold" charset="0"/>
              </a:defRPr>
            </a:lvl1pPr>
          </a:lstStyle>
          <a:p>
            <a:pPr lvl="0"/>
            <a:r>
              <a:rPr lang="en-US"/>
              <a:t>Filename.here</a:t>
            </a:r>
            <a:endParaRPr lang="en-US" dirty="0"/>
          </a:p>
        </p:txBody>
      </p:sp>
      <p:sp>
        <p:nvSpPr>
          <p:cNvPr id="12" name="Rectangle 11"/>
          <p:cNvSpPr/>
          <p:nvPr/>
        </p:nvSpPr>
        <p:spPr>
          <a:xfrm>
            <a:off x="6217920" y="2446435"/>
            <a:ext cx="5974080" cy="4411565"/>
          </a:xfrm>
          <a:prstGeom prst="rect">
            <a:avLst/>
          </a:prstGeom>
          <a:solidFill>
            <a:schemeClr val="bg2">
              <a:lumMod val="10000"/>
            </a:schemeClr>
          </a:solidFill>
          <a:ln>
            <a:noFill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lIns="243840" tIns="243840" rIns="243840" bIns="243840" rtlCol="0" anchor="t" anchorCtr="0"/>
          <a:lstStyle/>
          <a:p>
            <a:pPr algn="ctr">
              <a:spcBef>
                <a:spcPts val="800"/>
              </a:spcBef>
            </a:pPr>
            <a:endParaRPr lang="en-US" sz="2667" b="0" i="0" dirty="0">
              <a:solidFill>
                <a:schemeClr val="bg1"/>
              </a:solidFill>
              <a:latin typeface="PS TT Commons" charset="0"/>
              <a:ea typeface="PS TT Commons" charset="0"/>
              <a:cs typeface="PS TT Commons" charset="0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6217919" y="1885507"/>
            <a:ext cx="4400462" cy="713882"/>
          </a:xfrm>
          <a:prstGeom prst="rect">
            <a:avLst/>
          </a:prstGeom>
          <a:solidFill>
            <a:schemeClr val="bg2">
              <a:lumMod val="10000"/>
            </a:schemeClr>
          </a:solidFill>
          <a:ln>
            <a:noFill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lIns="243840" tIns="243840" rIns="243840" bIns="243840" rtlCol="0" anchor="ctr"/>
          <a:lstStyle/>
          <a:p>
            <a:pPr algn="ctr">
              <a:spcBef>
                <a:spcPts val="800"/>
              </a:spcBef>
            </a:pPr>
            <a:endParaRPr lang="en-US" sz="2667" b="0" i="0" dirty="0">
              <a:solidFill>
                <a:schemeClr val="bg1"/>
              </a:solidFill>
              <a:latin typeface="PS TT Commons" charset="0"/>
              <a:ea typeface="PS TT Commons" charset="0"/>
              <a:cs typeface="PS TT Commons" charset="0"/>
            </a:endParaRPr>
          </a:p>
        </p:txBody>
      </p:sp>
      <p:sp>
        <p:nvSpPr>
          <p:cNvPr id="14" name="Text Placeholder 6"/>
          <p:cNvSpPr>
            <a:spLocks noGrp="1"/>
          </p:cNvSpPr>
          <p:nvPr>
            <p:ph type="body" sz="quarter" idx="19" hasCustomPrompt="1"/>
          </p:nvPr>
        </p:nvSpPr>
        <p:spPr>
          <a:xfrm>
            <a:off x="6530907" y="2695635"/>
            <a:ext cx="5376708" cy="3900037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10000"/>
              </a:lnSpc>
              <a:spcBef>
                <a:spcPts val="0"/>
              </a:spcBef>
              <a:buNone/>
              <a:defRPr sz="1733" baseline="0">
                <a:solidFill>
                  <a:schemeClr val="bg1"/>
                </a:solidFill>
                <a:latin typeface="Roboto Mono" pitchFamily="2" charset="0"/>
                <a:ea typeface="Roboto Mono" pitchFamily="2" charset="0"/>
                <a:cs typeface="Consolas" panose="020B0609020204030204" pitchFamily="49" charset="0"/>
              </a:defRPr>
            </a:lvl1pPr>
            <a:lvl2pPr marL="396117" indent="0">
              <a:buNone/>
              <a:defRPr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2pPr>
            <a:lvl3pPr marL="794938" indent="0">
              <a:buNone/>
              <a:defRPr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3pPr>
            <a:lvl4pPr marL="1177492" indent="0">
              <a:buNone/>
              <a:defRPr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4pPr>
            <a:lvl5pPr marL="1462366" indent="0">
              <a:buNone/>
              <a:defRPr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5pPr>
          </a:lstStyle>
          <a:p>
            <a:pPr lvl="0"/>
            <a:r>
              <a:rPr lang="en-US" dirty="0"/>
              <a:t>Add code here</a:t>
            </a:r>
          </a:p>
        </p:txBody>
      </p:sp>
      <p:sp>
        <p:nvSpPr>
          <p:cNvPr id="15" name="Text Placeholder 9"/>
          <p:cNvSpPr>
            <a:spLocks noGrp="1"/>
          </p:cNvSpPr>
          <p:nvPr>
            <p:ph type="body" sz="quarter" idx="20" hasCustomPrompt="1"/>
          </p:nvPr>
        </p:nvSpPr>
        <p:spPr>
          <a:xfrm>
            <a:off x="6530907" y="2032521"/>
            <a:ext cx="3901440" cy="419853"/>
          </a:xfrm>
          <a:prstGeom prst="rect">
            <a:avLst/>
          </a:prstGeom>
        </p:spPr>
        <p:txBody>
          <a:bodyPr lIns="0" anchor="ctr">
            <a:noAutofit/>
          </a:bodyPr>
          <a:lstStyle>
            <a:lvl1pPr>
              <a:defRPr sz="1867" b="1" i="0">
                <a:solidFill>
                  <a:schemeClr val="bg1"/>
                </a:solidFill>
                <a:latin typeface="+mn-lt"/>
                <a:ea typeface="PS TT Commons DemiBold" charset="0"/>
                <a:cs typeface="PS TT Commons DemiBold" charset="0"/>
              </a:defRPr>
            </a:lvl1pPr>
          </a:lstStyle>
          <a:p>
            <a:pPr lvl="0"/>
            <a:r>
              <a:rPr lang="en-US"/>
              <a:t>Filename.here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22309253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de: Half Page with Tab and Output Section">
    <p:bg>
      <p:bgPr>
        <a:solidFill>
          <a:schemeClr val="bg2">
            <a:lumMod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>
          <a:xfrm>
            <a:off x="-1" y="2452374"/>
            <a:ext cx="7851649" cy="4411565"/>
          </a:xfrm>
          <a:prstGeom prst="rect">
            <a:avLst/>
          </a:prstGeom>
          <a:solidFill>
            <a:schemeClr val="bg2">
              <a:lumMod val="10000"/>
            </a:schemeClr>
          </a:solidFill>
          <a:ln>
            <a:noFill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lIns="243840" tIns="243840" rIns="243840" bIns="243840" rtlCol="0" anchor="t" anchorCtr="0"/>
          <a:lstStyle/>
          <a:p>
            <a:pPr algn="ctr">
              <a:spcBef>
                <a:spcPts val="800"/>
              </a:spcBef>
            </a:pPr>
            <a:endParaRPr lang="en-US" sz="2667" b="0" i="0" dirty="0">
              <a:solidFill>
                <a:schemeClr val="bg1"/>
              </a:solidFill>
              <a:latin typeface="PS TT Commons" charset="0"/>
              <a:ea typeface="PS TT Commons" charset="0"/>
              <a:cs typeface="PS TT Commons" charset="0"/>
            </a:endParaRPr>
          </a:p>
        </p:txBody>
      </p:sp>
      <p:sp>
        <p:nvSpPr>
          <p:cNvPr id="12" name="Rectangle 11"/>
          <p:cNvSpPr/>
          <p:nvPr userDrawn="1"/>
        </p:nvSpPr>
        <p:spPr>
          <a:xfrm>
            <a:off x="0" y="1885507"/>
            <a:ext cx="5389362" cy="713882"/>
          </a:xfrm>
          <a:prstGeom prst="rect">
            <a:avLst/>
          </a:prstGeom>
          <a:solidFill>
            <a:schemeClr val="bg2">
              <a:lumMod val="10000"/>
            </a:schemeClr>
          </a:solidFill>
          <a:ln>
            <a:noFill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lIns="243840" tIns="243840" rIns="243840" bIns="243840" rtlCol="0" anchor="ctr"/>
          <a:lstStyle/>
          <a:p>
            <a:pPr algn="ctr">
              <a:spcBef>
                <a:spcPts val="800"/>
              </a:spcBef>
            </a:pPr>
            <a:endParaRPr lang="en-US" sz="2667" b="0" i="0" dirty="0">
              <a:solidFill>
                <a:schemeClr val="bg1"/>
              </a:solidFill>
              <a:latin typeface="PS TT Commons" charset="0"/>
              <a:ea typeface="PS TT Commons" charset="0"/>
              <a:cs typeface="PS TT Commons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838200" y="573024"/>
            <a:ext cx="10515600" cy="543832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Add Title Slide in Title Case</a:t>
            </a:r>
          </a:p>
        </p:txBody>
      </p:sp>
      <p:sp>
        <p:nvSpPr>
          <p:cNvPr id="3" name="Text Placeholder 8"/>
          <p:cNvSpPr>
            <a:spLocks noGrp="1"/>
          </p:cNvSpPr>
          <p:nvPr>
            <p:ph type="body" sz="quarter" idx="18" hasCustomPrompt="1"/>
          </p:nvPr>
        </p:nvSpPr>
        <p:spPr>
          <a:xfrm>
            <a:off x="838200" y="1127760"/>
            <a:ext cx="10515600" cy="502705"/>
          </a:xfrm>
          <a:prstGeom prst="rect">
            <a:avLst/>
          </a:prstGeom>
        </p:spPr>
        <p:txBody>
          <a:bodyPr>
            <a:noAutofit/>
          </a:bodyPr>
          <a:lstStyle>
            <a:lvl1pPr algn="ctr">
              <a:defRPr sz="2133">
                <a:solidFill>
                  <a:schemeClr val="bg1"/>
                </a:solidFill>
                <a:latin typeface="PS TT Commons" charset="0"/>
                <a:ea typeface="PS TT Commons" charset="0"/>
                <a:cs typeface="PS TT Commons" charset="0"/>
              </a:defRPr>
            </a:lvl1pPr>
          </a:lstStyle>
          <a:p>
            <a:pPr lvl="0"/>
            <a:r>
              <a:rPr lang="en-US"/>
              <a:t>Add a line of text here if needed</a:t>
            </a:r>
          </a:p>
        </p:txBody>
      </p:sp>
      <p:sp>
        <p:nvSpPr>
          <p:cNvPr id="6" name="Text Placeholder 6"/>
          <p:cNvSpPr>
            <a:spLocks noGrp="1"/>
          </p:cNvSpPr>
          <p:nvPr>
            <p:ph type="body" sz="quarter" idx="10" hasCustomPrompt="1"/>
          </p:nvPr>
        </p:nvSpPr>
        <p:spPr>
          <a:xfrm>
            <a:off x="268189" y="2694432"/>
            <a:ext cx="7205508" cy="390144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10000"/>
              </a:lnSpc>
              <a:spcBef>
                <a:spcPts val="0"/>
              </a:spcBef>
              <a:buNone/>
              <a:defRPr sz="1733" baseline="0">
                <a:solidFill>
                  <a:schemeClr val="bg1"/>
                </a:solidFill>
                <a:latin typeface="Roboto Mono" pitchFamily="2" charset="0"/>
                <a:ea typeface="Roboto Mono" pitchFamily="2" charset="0"/>
                <a:cs typeface="Consolas" panose="020B0609020204030204" pitchFamily="49" charset="0"/>
              </a:defRPr>
            </a:lvl1pPr>
            <a:lvl2pPr marL="396117" indent="0">
              <a:buNone/>
              <a:defRPr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2pPr>
            <a:lvl3pPr marL="794938" indent="0">
              <a:buNone/>
              <a:defRPr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3pPr>
            <a:lvl4pPr marL="1177492" indent="0">
              <a:buNone/>
              <a:defRPr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4pPr>
            <a:lvl5pPr marL="1462366" indent="0">
              <a:buNone/>
              <a:defRPr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5pPr>
          </a:lstStyle>
          <a:p>
            <a:pPr lvl="0"/>
            <a:r>
              <a:rPr lang="en-US" dirty="0"/>
              <a:t>Add code here</a:t>
            </a:r>
          </a:p>
        </p:txBody>
      </p:sp>
      <p:sp>
        <p:nvSpPr>
          <p:cNvPr id="7" name="Text Placeholder 9"/>
          <p:cNvSpPr>
            <a:spLocks noGrp="1"/>
          </p:cNvSpPr>
          <p:nvPr>
            <p:ph type="body" sz="quarter" idx="17" hasCustomPrompt="1"/>
          </p:nvPr>
        </p:nvSpPr>
        <p:spPr>
          <a:xfrm>
            <a:off x="268188" y="2023872"/>
            <a:ext cx="4665319" cy="419853"/>
          </a:xfrm>
          <a:prstGeom prst="rect">
            <a:avLst/>
          </a:prstGeom>
        </p:spPr>
        <p:txBody>
          <a:bodyPr lIns="0" anchor="ctr">
            <a:noAutofit/>
          </a:bodyPr>
          <a:lstStyle>
            <a:lvl1pPr>
              <a:defRPr sz="1867" b="1" i="0">
                <a:solidFill>
                  <a:schemeClr val="bg1"/>
                </a:solidFill>
                <a:latin typeface="+mn-lt"/>
                <a:ea typeface="PS TT Commons DemiBold" charset="0"/>
                <a:cs typeface="PS TT Commons DemiBold" charset="0"/>
              </a:defRPr>
            </a:lvl1pPr>
          </a:lstStyle>
          <a:p>
            <a:pPr lvl="0"/>
            <a:r>
              <a:rPr lang="en-US"/>
              <a:t>Filename.here</a:t>
            </a:r>
            <a:endParaRPr lang="en-US" dirty="0"/>
          </a:p>
        </p:txBody>
      </p:sp>
      <p:sp>
        <p:nvSpPr>
          <p:cNvPr id="8" name="Rectangle 7"/>
          <p:cNvSpPr/>
          <p:nvPr/>
        </p:nvSpPr>
        <p:spPr>
          <a:xfrm>
            <a:off x="7851648" y="2452374"/>
            <a:ext cx="4340352" cy="4405627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lIns="243840" tIns="243840" rIns="243840" bIns="243840" rtlCol="0" anchor="t" anchorCtr="0"/>
          <a:lstStyle/>
          <a:p>
            <a:pPr algn="ctr">
              <a:spcBef>
                <a:spcPts val="800"/>
              </a:spcBef>
            </a:pPr>
            <a:endParaRPr lang="en-US" sz="2667" b="0" i="0" dirty="0">
              <a:solidFill>
                <a:schemeClr val="bg1"/>
              </a:solidFill>
              <a:latin typeface="PS TT Commons" charset="0"/>
              <a:ea typeface="PS TT Commons" charset="0"/>
              <a:cs typeface="PS TT Commons" charset="0"/>
            </a:endParaRPr>
          </a:p>
        </p:txBody>
      </p:sp>
      <p:sp>
        <p:nvSpPr>
          <p:cNvPr id="9" name="Text Placeholder 6"/>
          <p:cNvSpPr>
            <a:spLocks noGrp="1"/>
          </p:cNvSpPr>
          <p:nvPr>
            <p:ph type="body" sz="quarter" idx="11" hasCustomPrompt="1"/>
          </p:nvPr>
        </p:nvSpPr>
        <p:spPr>
          <a:xfrm>
            <a:off x="8030859" y="2694431"/>
            <a:ext cx="3892917" cy="3901440"/>
          </a:xfrm>
          <a:prstGeom prst="rect">
            <a:avLst/>
          </a:prstGeom>
        </p:spPr>
        <p:txBody>
          <a:bodyPr anchor="t" anchorCtr="0">
            <a:noAutofit/>
          </a:bodyPr>
          <a:lstStyle>
            <a:lvl1pPr marL="0" indent="0">
              <a:lnSpc>
                <a:spcPct val="110000"/>
              </a:lnSpc>
              <a:spcBef>
                <a:spcPts val="0"/>
              </a:spcBef>
              <a:buNone/>
              <a:defRPr sz="1733" baseline="0">
                <a:solidFill>
                  <a:schemeClr val="tx1">
                    <a:lumMod val="75000"/>
                  </a:schemeClr>
                </a:solidFill>
                <a:latin typeface="Roboto Mono" pitchFamily="2" charset="0"/>
                <a:ea typeface="Roboto Mono" pitchFamily="2" charset="0"/>
                <a:cs typeface="Consolas" panose="020B0609020204030204" pitchFamily="49" charset="0"/>
              </a:defRPr>
            </a:lvl1pPr>
            <a:lvl2pPr marL="396117" indent="0">
              <a:buNone/>
              <a:defRPr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2pPr>
            <a:lvl3pPr marL="794938" indent="0">
              <a:buNone/>
              <a:defRPr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3pPr>
            <a:lvl4pPr marL="1177492" indent="0">
              <a:buNone/>
              <a:defRPr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4pPr>
            <a:lvl5pPr marL="1462366" indent="0">
              <a:buNone/>
              <a:defRPr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5pPr>
          </a:lstStyle>
          <a:p>
            <a:pPr lvl="0"/>
            <a:r>
              <a:rPr lang="en-US" dirty="0"/>
              <a:t>&gt; Console</a:t>
            </a:r>
          </a:p>
        </p:txBody>
      </p:sp>
    </p:spTree>
    <p:extLst>
      <p:ext uri="{BB962C8B-B14F-4D97-AF65-F5344CB8AC3E}">
        <p14:creationId xmlns:p14="http://schemas.microsoft.com/office/powerpoint/2010/main" val="3730536211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de: Half Page Title Left and Tab Right">
    <p:bg>
      <p:bgPr>
        <a:solidFill>
          <a:schemeClr val="bg2">
            <a:lumMod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type="body" sz="quarter" idx="10" hasCustomPrompt="1"/>
          </p:nvPr>
        </p:nvSpPr>
        <p:spPr>
          <a:xfrm>
            <a:off x="262660" y="3142388"/>
            <a:ext cx="3880068" cy="658283"/>
          </a:xfrm>
          <a:prstGeom prst="rect">
            <a:avLst/>
          </a:prstGeom>
        </p:spPr>
        <p:txBody>
          <a:bodyPr anchor="ctr">
            <a:noAutofit/>
          </a:bodyPr>
          <a:lstStyle>
            <a:lvl1pPr algn="ctr">
              <a:defRPr sz="36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Code Title Here</a:t>
            </a:r>
          </a:p>
        </p:txBody>
      </p:sp>
      <p:sp>
        <p:nvSpPr>
          <p:cNvPr id="5" name="Rectangle 4"/>
          <p:cNvSpPr/>
          <p:nvPr/>
        </p:nvSpPr>
        <p:spPr>
          <a:xfrm>
            <a:off x="4408967" y="598952"/>
            <a:ext cx="7783033" cy="6259048"/>
          </a:xfrm>
          <a:prstGeom prst="rect">
            <a:avLst/>
          </a:prstGeom>
          <a:solidFill>
            <a:schemeClr val="bg2">
              <a:lumMod val="10000"/>
            </a:schemeClr>
          </a:solidFill>
          <a:ln>
            <a:noFill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lIns="243840" tIns="243840" rIns="243840" bIns="243840" rtlCol="0" anchor="t" anchorCtr="0"/>
          <a:lstStyle/>
          <a:p>
            <a:pPr algn="ctr">
              <a:spcBef>
                <a:spcPts val="800"/>
              </a:spcBef>
            </a:pPr>
            <a:endParaRPr lang="en-US" sz="2667" b="0" i="0" dirty="0">
              <a:solidFill>
                <a:schemeClr val="bg1"/>
              </a:solidFill>
              <a:latin typeface="PS TT Commons" charset="0"/>
              <a:ea typeface="PS TT Commons" charset="0"/>
              <a:cs typeface="PS TT Commons" charset="0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4408967" y="1"/>
            <a:ext cx="5401339" cy="612345"/>
          </a:xfrm>
          <a:prstGeom prst="rect">
            <a:avLst/>
          </a:prstGeom>
          <a:solidFill>
            <a:schemeClr val="bg2">
              <a:lumMod val="10000"/>
            </a:schemeClr>
          </a:solidFill>
          <a:ln>
            <a:noFill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lIns="243840" tIns="243840" rIns="243840" bIns="243840" rtlCol="0" anchor="ctr"/>
          <a:lstStyle/>
          <a:p>
            <a:pPr algn="ctr">
              <a:spcBef>
                <a:spcPts val="800"/>
              </a:spcBef>
            </a:pPr>
            <a:endParaRPr lang="en-US" sz="2667" b="0" i="0" dirty="0">
              <a:solidFill>
                <a:schemeClr val="bg1"/>
              </a:solidFill>
              <a:latin typeface="PS TT Commons" charset="0"/>
              <a:ea typeface="PS TT Commons" charset="0"/>
              <a:cs typeface="PS TT Commons" charset="0"/>
            </a:endParaRPr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1" hasCustomPrompt="1"/>
          </p:nvPr>
        </p:nvSpPr>
        <p:spPr>
          <a:xfrm>
            <a:off x="4741328" y="836428"/>
            <a:ext cx="7170257" cy="5747252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10000"/>
              </a:lnSpc>
              <a:spcBef>
                <a:spcPts val="0"/>
              </a:spcBef>
              <a:buNone/>
              <a:defRPr sz="1733" baseline="0">
                <a:solidFill>
                  <a:schemeClr val="bg1"/>
                </a:solidFill>
                <a:latin typeface="Roboto Mono" pitchFamily="2" charset="0"/>
                <a:ea typeface="Roboto Mono" pitchFamily="2" charset="0"/>
                <a:cs typeface="Consolas" panose="020B0609020204030204" pitchFamily="49" charset="0"/>
              </a:defRPr>
            </a:lvl1pPr>
            <a:lvl2pPr marL="396117" indent="0">
              <a:buNone/>
              <a:defRPr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2pPr>
            <a:lvl3pPr marL="794938" indent="0">
              <a:buNone/>
              <a:defRPr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3pPr>
            <a:lvl4pPr marL="1177492" indent="0">
              <a:buNone/>
              <a:defRPr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4pPr>
            <a:lvl5pPr marL="1462366" indent="0">
              <a:buNone/>
              <a:defRPr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5pPr>
          </a:lstStyle>
          <a:p>
            <a:pPr lvl="0"/>
            <a:r>
              <a:rPr lang="en-US" dirty="0"/>
              <a:t>Add code here</a:t>
            </a:r>
          </a:p>
        </p:txBody>
      </p:sp>
      <p:sp>
        <p:nvSpPr>
          <p:cNvPr id="8" name="Text Placeholder 9"/>
          <p:cNvSpPr>
            <a:spLocks noGrp="1"/>
          </p:cNvSpPr>
          <p:nvPr>
            <p:ph type="body" sz="quarter" idx="17" hasCustomPrompt="1"/>
          </p:nvPr>
        </p:nvSpPr>
        <p:spPr>
          <a:xfrm>
            <a:off x="4791740" y="124599"/>
            <a:ext cx="3513915" cy="419853"/>
          </a:xfrm>
          <a:prstGeom prst="rect">
            <a:avLst/>
          </a:prstGeom>
        </p:spPr>
        <p:txBody>
          <a:bodyPr lIns="0" anchor="ctr">
            <a:noAutofit/>
          </a:bodyPr>
          <a:lstStyle>
            <a:lvl1pPr>
              <a:defRPr sz="1867" b="1" i="0">
                <a:solidFill>
                  <a:schemeClr val="bg1"/>
                </a:solidFill>
                <a:latin typeface="+mn-lt"/>
                <a:ea typeface="PS TT Commons DemiBold" charset="0"/>
                <a:cs typeface="PS TT Commons DemiBold" charset="0"/>
              </a:defRPr>
            </a:lvl1pPr>
          </a:lstStyle>
          <a:p>
            <a:pPr lvl="0"/>
            <a:r>
              <a:rPr lang="en-US"/>
              <a:t>Filename.here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21668010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de: Full Page with Tab">
    <p:bg>
      <p:bgPr>
        <a:solidFill>
          <a:schemeClr val="bg2">
            <a:lumMod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-1" y="598952"/>
            <a:ext cx="12192001" cy="6259048"/>
          </a:xfrm>
          <a:prstGeom prst="rect">
            <a:avLst/>
          </a:prstGeom>
          <a:solidFill>
            <a:schemeClr val="bg2">
              <a:lumMod val="10000"/>
            </a:schemeClr>
          </a:solidFill>
          <a:ln>
            <a:noFill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lIns="243840" tIns="243840" rIns="243840" bIns="243840" rtlCol="0" anchor="t" anchorCtr="0"/>
          <a:lstStyle/>
          <a:p>
            <a:pPr algn="ctr">
              <a:spcBef>
                <a:spcPts val="800"/>
              </a:spcBef>
            </a:pPr>
            <a:endParaRPr lang="en-US" sz="2667" b="0" i="0" dirty="0">
              <a:solidFill>
                <a:schemeClr val="bg1"/>
              </a:solidFill>
              <a:latin typeface="PS TT Commons" charset="0"/>
              <a:ea typeface="PS TT Commons" charset="0"/>
              <a:cs typeface="PS TT Commons" charset="0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0" y="1"/>
            <a:ext cx="5330456" cy="612345"/>
          </a:xfrm>
          <a:prstGeom prst="rect">
            <a:avLst/>
          </a:prstGeom>
          <a:solidFill>
            <a:schemeClr val="bg2">
              <a:lumMod val="10000"/>
            </a:schemeClr>
          </a:solidFill>
          <a:ln>
            <a:noFill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lIns="243840" tIns="243840" rIns="243840" bIns="243840" rtlCol="0" anchor="ctr"/>
          <a:lstStyle/>
          <a:p>
            <a:pPr algn="ctr">
              <a:spcBef>
                <a:spcPts val="800"/>
              </a:spcBef>
            </a:pPr>
            <a:endParaRPr lang="en-US" sz="2667" b="0" i="0" dirty="0">
              <a:solidFill>
                <a:schemeClr val="bg1"/>
              </a:solidFill>
              <a:latin typeface="PS TT Commons" charset="0"/>
              <a:ea typeface="PS TT Commons" charset="0"/>
              <a:cs typeface="PS TT Commons" charset="0"/>
            </a:endParaRPr>
          </a:p>
        </p:txBody>
      </p:sp>
      <p:sp>
        <p:nvSpPr>
          <p:cNvPr id="5" name="Text Placeholder 6"/>
          <p:cNvSpPr>
            <a:spLocks noGrp="1"/>
          </p:cNvSpPr>
          <p:nvPr>
            <p:ph type="body" sz="quarter" idx="10" hasCustomPrompt="1"/>
          </p:nvPr>
        </p:nvSpPr>
        <p:spPr>
          <a:xfrm>
            <a:off x="268224" y="708592"/>
            <a:ext cx="11555181" cy="5862896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10000"/>
              </a:lnSpc>
              <a:spcBef>
                <a:spcPts val="0"/>
              </a:spcBef>
              <a:buNone/>
              <a:defRPr sz="1733" baseline="0">
                <a:solidFill>
                  <a:schemeClr val="bg1"/>
                </a:solidFill>
                <a:latin typeface="Roboto Mono" pitchFamily="2" charset="0"/>
                <a:ea typeface="Roboto Mono" pitchFamily="2" charset="0"/>
                <a:cs typeface="Consolas" panose="020B0609020204030204" pitchFamily="49" charset="0"/>
              </a:defRPr>
            </a:lvl1pPr>
            <a:lvl2pPr marL="396117" indent="0">
              <a:buNone/>
              <a:defRPr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2pPr>
            <a:lvl3pPr marL="794938" indent="0">
              <a:buNone/>
              <a:defRPr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3pPr>
            <a:lvl4pPr marL="1177492" indent="0">
              <a:buNone/>
              <a:defRPr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4pPr>
            <a:lvl5pPr marL="1462366" indent="0">
              <a:buNone/>
              <a:defRPr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5pPr>
          </a:lstStyle>
          <a:p>
            <a:pPr lvl="0"/>
            <a:r>
              <a:rPr lang="en-US" dirty="0"/>
              <a:t>Add code here</a:t>
            </a:r>
          </a:p>
        </p:txBody>
      </p:sp>
      <p:sp>
        <p:nvSpPr>
          <p:cNvPr id="6" name="Text Placeholder 9"/>
          <p:cNvSpPr>
            <a:spLocks noGrp="1"/>
          </p:cNvSpPr>
          <p:nvPr>
            <p:ph type="body" sz="quarter" idx="17" hasCustomPrompt="1"/>
          </p:nvPr>
        </p:nvSpPr>
        <p:spPr>
          <a:xfrm>
            <a:off x="268224" y="167876"/>
            <a:ext cx="4509375" cy="419853"/>
          </a:xfrm>
          <a:prstGeom prst="rect">
            <a:avLst/>
          </a:prstGeom>
        </p:spPr>
        <p:txBody>
          <a:bodyPr lIns="0" anchor="ctr">
            <a:noAutofit/>
          </a:bodyPr>
          <a:lstStyle>
            <a:lvl1pPr>
              <a:defRPr sz="1867" b="1" i="0">
                <a:solidFill>
                  <a:schemeClr val="bg1"/>
                </a:solidFill>
                <a:latin typeface="+mn-lt"/>
                <a:ea typeface="PS TT Commons DemiBold" charset="0"/>
                <a:cs typeface="PS TT Commons DemiBold" charset="0"/>
              </a:defRPr>
            </a:lvl1pPr>
          </a:lstStyle>
          <a:p>
            <a:pPr lvl="0"/>
            <a:r>
              <a:rPr lang="en-US"/>
              <a:t>Filename.here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9897354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de: Dark Full Page with Title and Description">
    <p:bg>
      <p:bgPr>
        <a:solidFill>
          <a:schemeClr val="bg2">
            <a:lumMod val="1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838200" y="573024"/>
            <a:ext cx="10515600" cy="543832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Add Title Slide in Title Case</a:t>
            </a:r>
          </a:p>
        </p:txBody>
      </p:sp>
      <p:sp>
        <p:nvSpPr>
          <p:cNvPr id="5" name="Text Placeholder 6"/>
          <p:cNvSpPr>
            <a:spLocks noGrp="1"/>
          </p:cNvSpPr>
          <p:nvPr>
            <p:ph type="body" sz="quarter" idx="10" hasCustomPrompt="1"/>
          </p:nvPr>
        </p:nvSpPr>
        <p:spPr>
          <a:xfrm>
            <a:off x="268189" y="1950720"/>
            <a:ext cx="11643396" cy="4644952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10000"/>
              </a:lnSpc>
              <a:spcBef>
                <a:spcPts val="0"/>
              </a:spcBef>
              <a:buNone/>
              <a:defRPr sz="1733" baseline="0">
                <a:solidFill>
                  <a:schemeClr val="bg1"/>
                </a:solidFill>
                <a:latin typeface="Roboto Mono" pitchFamily="2" charset="0"/>
                <a:ea typeface="Roboto Mono" pitchFamily="2" charset="0"/>
                <a:cs typeface="Consolas" panose="020B0609020204030204" pitchFamily="49" charset="0"/>
              </a:defRPr>
            </a:lvl1pPr>
            <a:lvl2pPr marL="396117" indent="0">
              <a:buNone/>
              <a:defRPr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2pPr>
            <a:lvl3pPr marL="794938" indent="0">
              <a:buNone/>
              <a:defRPr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3pPr>
            <a:lvl4pPr marL="1177492" indent="0">
              <a:buNone/>
              <a:defRPr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4pPr>
            <a:lvl5pPr marL="1462366" indent="0">
              <a:buNone/>
              <a:defRPr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5pPr>
          </a:lstStyle>
          <a:p>
            <a:pPr lvl="0"/>
            <a:r>
              <a:rPr lang="en-US" dirty="0"/>
              <a:t>Add code here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18" hasCustomPrompt="1"/>
          </p:nvPr>
        </p:nvSpPr>
        <p:spPr>
          <a:xfrm>
            <a:off x="838200" y="1127760"/>
            <a:ext cx="10515600" cy="502705"/>
          </a:xfrm>
          <a:prstGeom prst="rect">
            <a:avLst/>
          </a:prstGeom>
        </p:spPr>
        <p:txBody>
          <a:bodyPr>
            <a:noAutofit/>
          </a:bodyPr>
          <a:lstStyle>
            <a:lvl1pPr algn="ctr">
              <a:spcBef>
                <a:spcPts val="0"/>
              </a:spcBef>
              <a:defRPr sz="2133" b="0" i="0">
                <a:solidFill>
                  <a:schemeClr val="bg1"/>
                </a:solidFill>
                <a:latin typeface="PS TT Commons Book" charset="0"/>
                <a:ea typeface="PS TT Commons Book" charset="0"/>
                <a:cs typeface="PS TT Commons Book" charset="0"/>
              </a:defRPr>
            </a:lvl1pPr>
          </a:lstStyle>
          <a:p>
            <a:pPr lvl="0"/>
            <a:r>
              <a:rPr lang="en-US"/>
              <a:t>Add a line of text here if needed</a:t>
            </a:r>
          </a:p>
        </p:txBody>
      </p:sp>
    </p:spTree>
    <p:extLst>
      <p:ext uri="{BB962C8B-B14F-4D97-AF65-F5344CB8AC3E}">
        <p14:creationId xmlns:p14="http://schemas.microsoft.com/office/powerpoint/2010/main" val="3793724462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de: Light Full Page with Title and Description">
    <p:bg>
      <p:bgPr>
        <a:solidFill>
          <a:schemeClr val="bg1">
            <a:lumMod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838200" y="573024"/>
            <a:ext cx="10515600" cy="54383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Add Title Slide in Title Case</a:t>
            </a:r>
          </a:p>
        </p:txBody>
      </p:sp>
      <p:sp>
        <p:nvSpPr>
          <p:cNvPr id="5" name="Text Placeholder 6"/>
          <p:cNvSpPr>
            <a:spLocks noGrp="1"/>
          </p:cNvSpPr>
          <p:nvPr>
            <p:ph type="body" sz="quarter" idx="10" hasCustomPrompt="1"/>
          </p:nvPr>
        </p:nvSpPr>
        <p:spPr>
          <a:xfrm>
            <a:off x="268189" y="1950720"/>
            <a:ext cx="11643396" cy="4644952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10000"/>
              </a:lnSpc>
              <a:spcBef>
                <a:spcPts val="0"/>
              </a:spcBef>
              <a:buNone/>
              <a:defRPr sz="1733" baseline="0">
                <a:solidFill>
                  <a:schemeClr val="tx1"/>
                </a:solidFill>
                <a:latin typeface="Roboto Mono" pitchFamily="2" charset="0"/>
                <a:ea typeface="Roboto Mono" pitchFamily="2" charset="0"/>
                <a:cs typeface="Consolas" panose="020B0609020204030204" pitchFamily="49" charset="0"/>
              </a:defRPr>
            </a:lvl1pPr>
            <a:lvl2pPr marL="396117" indent="0">
              <a:buNone/>
              <a:defRPr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2pPr>
            <a:lvl3pPr marL="794938" indent="0">
              <a:buNone/>
              <a:defRPr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3pPr>
            <a:lvl4pPr marL="1177492" indent="0">
              <a:buNone/>
              <a:defRPr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4pPr>
            <a:lvl5pPr marL="1462366" indent="0">
              <a:buNone/>
              <a:defRPr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5pPr>
          </a:lstStyle>
          <a:p>
            <a:pPr lvl="0"/>
            <a:r>
              <a:rPr lang="en-US" dirty="0"/>
              <a:t>Add code here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18" hasCustomPrompt="1"/>
          </p:nvPr>
        </p:nvSpPr>
        <p:spPr>
          <a:xfrm>
            <a:off x="838200" y="1127760"/>
            <a:ext cx="10515600" cy="502705"/>
          </a:xfrm>
          <a:prstGeom prst="rect">
            <a:avLst/>
          </a:prstGeom>
        </p:spPr>
        <p:txBody>
          <a:bodyPr>
            <a:noAutofit/>
          </a:bodyPr>
          <a:lstStyle>
            <a:lvl1pPr algn="ctr">
              <a:spcBef>
                <a:spcPts val="0"/>
              </a:spcBef>
              <a:defRPr sz="2133" b="0" i="0">
                <a:solidFill>
                  <a:schemeClr val="tx1"/>
                </a:solidFill>
                <a:latin typeface="PS TT Commons Book" charset="0"/>
                <a:ea typeface="PS TT Commons Book" charset="0"/>
                <a:cs typeface="PS TT Commons Book" charset="0"/>
              </a:defRPr>
            </a:lvl1pPr>
          </a:lstStyle>
          <a:p>
            <a:pPr lvl="0"/>
            <a:r>
              <a:rPr lang="en-US"/>
              <a:t>Add a line of text here if needed</a:t>
            </a:r>
          </a:p>
        </p:txBody>
      </p:sp>
    </p:spTree>
    <p:extLst>
      <p:ext uri="{BB962C8B-B14F-4D97-AF65-F5344CB8AC3E}">
        <p14:creationId xmlns:p14="http://schemas.microsoft.com/office/powerpoint/2010/main" val="2252054320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de: Title Half Page with Tab and Output">
    <p:bg>
      <p:bgPr>
        <a:solidFill>
          <a:schemeClr val="bg2">
            <a:lumMod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838200" y="573024"/>
            <a:ext cx="10515600" cy="543832"/>
          </a:xfrm>
        </p:spPr>
        <p:txBody>
          <a:bodyPr/>
          <a:lstStyle>
            <a:lvl1pPr>
              <a:defRPr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Add Title Slide in Title Case</a:t>
            </a:r>
          </a:p>
        </p:txBody>
      </p:sp>
      <p:sp>
        <p:nvSpPr>
          <p:cNvPr id="3" name="Text Placeholder 8"/>
          <p:cNvSpPr>
            <a:spLocks noGrp="1"/>
          </p:cNvSpPr>
          <p:nvPr>
            <p:ph type="body" sz="quarter" idx="18" hasCustomPrompt="1"/>
          </p:nvPr>
        </p:nvSpPr>
        <p:spPr>
          <a:xfrm>
            <a:off x="838200" y="1127760"/>
            <a:ext cx="10515600" cy="502705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defRPr sz="2133" b="0" i="0">
                <a:solidFill>
                  <a:schemeClr val="bg1"/>
                </a:solidFill>
                <a:latin typeface="PS TT Commons Book" charset="0"/>
                <a:ea typeface="PS TT Commons Book" charset="0"/>
                <a:cs typeface="PS TT Commons Book" charset="0"/>
              </a:defRPr>
            </a:lvl1pPr>
          </a:lstStyle>
          <a:p>
            <a:pPr lvl="0"/>
            <a:r>
              <a:rPr lang="en-US"/>
              <a:t>Add a line of text here if needed</a:t>
            </a:r>
          </a:p>
        </p:txBody>
      </p:sp>
      <p:sp>
        <p:nvSpPr>
          <p:cNvPr id="4" name="Rectangle 3"/>
          <p:cNvSpPr/>
          <p:nvPr/>
        </p:nvSpPr>
        <p:spPr>
          <a:xfrm>
            <a:off x="-1" y="2295434"/>
            <a:ext cx="12192001" cy="2616241"/>
          </a:xfrm>
          <a:prstGeom prst="rect">
            <a:avLst/>
          </a:prstGeom>
          <a:solidFill>
            <a:schemeClr val="bg2">
              <a:lumMod val="10000"/>
            </a:schemeClr>
          </a:solidFill>
          <a:ln>
            <a:noFill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lIns="243840" tIns="243840" rIns="243840" bIns="243840" rtlCol="0" anchor="t" anchorCtr="0"/>
          <a:lstStyle/>
          <a:p>
            <a:pPr algn="ctr">
              <a:spcBef>
                <a:spcPts val="800"/>
              </a:spcBef>
            </a:pPr>
            <a:endParaRPr lang="en-US" sz="2667" b="0" i="0" dirty="0">
              <a:solidFill>
                <a:schemeClr val="bg1"/>
              </a:solidFill>
              <a:latin typeface="PS TT Commons" charset="0"/>
              <a:ea typeface="PS TT Commons" charset="0"/>
              <a:cs typeface="PS TT Commons" charset="0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0" y="1710660"/>
            <a:ext cx="4014264" cy="795127"/>
          </a:xfrm>
          <a:prstGeom prst="rect">
            <a:avLst/>
          </a:prstGeom>
          <a:solidFill>
            <a:schemeClr val="bg2">
              <a:lumMod val="10000"/>
            </a:schemeClr>
          </a:solidFill>
          <a:ln>
            <a:noFill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lIns="243840" tIns="243840" rIns="243840" bIns="243840" rtlCol="0" anchor="ctr"/>
          <a:lstStyle/>
          <a:p>
            <a:pPr algn="ctr">
              <a:spcBef>
                <a:spcPts val="800"/>
              </a:spcBef>
            </a:pPr>
            <a:endParaRPr lang="en-US" sz="2667" b="0" i="0" dirty="0">
              <a:solidFill>
                <a:schemeClr val="bg1"/>
              </a:solidFill>
              <a:latin typeface="PS TT Commons" charset="0"/>
              <a:ea typeface="PS TT Commons" charset="0"/>
              <a:cs typeface="PS TT Commons" charset="0"/>
            </a:endParaRPr>
          </a:p>
        </p:txBody>
      </p:sp>
      <p:sp>
        <p:nvSpPr>
          <p:cNvPr id="6" name="Text Placeholder 6"/>
          <p:cNvSpPr>
            <a:spLocks noGrp="1"/>
          </p:cNvSpPr>
          <p:nvPr>
            <p:ph type="body" sz="quarter" idx="10" hasCustomPrompt="1"/>
          </p:nvPr>
        </p:nvSpPr>
        <p:spPr>
          <a:xfrm>
            <a:off x="268224" y="2505787"/>
            <a:ext cx="11583534" cy="2155213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10000"/>
              </a:lnSpc>
              <a:spcBef>
                <a:spcPts val="0"/>
              </a:spcBef>
              <a:buNone/>
              <a:defRPr sz="1733" baseline="0">
                <a:solidFill>
                  <a:schemeClr val="bg1"/>
                </a:solidFill>
                <a:latin typeface="Roboto Mono" pitchFamily="2" charset="0"/>
                <a:ea typeface="Roboto Mono" pitchFamily="2" charset="0"/>
                <a:cs typeface="Consolas" panose="020B0609020204030204" pitchFamily="49" charset="0"/>
              </a:defRPr>
            </a:lvl1pPr>
            <a:lvl2pPr marL="396117" indent="0">
              <a:buNone/>
              <a:defRPr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2pPr>
            <a:lvl3pPr marL="794938" indent="0">
              <a:buNone/>
              <a:defRPr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3pPr>
            <a:lvl4pPr marL="1177492" indent="0">
              <a:buNone/>
              <a:defRPr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4pPr>
            <a:lvl5pPr marL="1462366" indent="0">
              <a:buNone/>
              <a:defRPr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5pPr>
          </a:lstStyle>
          <a:p>
            <a:pPr lvl="0"/>
            <a:r>
              <a:rPr lang="en-US" dirty="0"/>
              <a:t>Add code here</a:t>
            </a:r>
          </a:p>
        </p:txBody>
      </p:sp>
      <p:sp>
        <p:nvSpPr>
          <p:cNvPr id="7" name="Text Placeholder 9"/>
          <p:cNvSpPr>
            <a:spLocks noGrp="1"/>
          </p:cNvSpPr>
          <p:nvPr>
            <p:ph type="body" sz="quarter" idx="17" hasCustomPrompt="1"/>
          </p:nvPr>
        </p:nvSpPr>
        <p:spPr>
          <a:xfrm>
            <a:off x="268224" y="1835258"/>
            <a:ext cx="3223292" cy="419853"/>
          </a:xfrm>
          <a:prstGeom prst="rect">
            <a:avLst/>
          </a:prstGeom>
        </p:spPr>
        <p:txBody>
          <a:bodyPr lIns="0" anchor="ctr">
            <a:noAutofit/>
          </a:bodyPr>
          <a:lstStyle>
            <a:lvl1pPr>
              <a:defRPr sz="1867" b="1" i="0">
                <a:solidFill>
                  <a:schemeClr val="bg1"/>
                </a:solidFill>
                <a:latin typeface="+mn-lt"/>
                <a:ea typeface="PS TT Commons DemiBold" charset="0"/>
                <a:cs typeface="PS TT Commons DemiBold" charset="0"/>
              </a:defRPr>
            </a:lvl1pPr>
          </a:lstStyle>
          <a:p>
            <a:pPr lvl="0"/>
            <a:r>
              <a:rPr lang="en-US"/>
              <a:t>Filename.here</a:t>
            </a:r>
            <a:endParaRPr lang="en-US" dirty="0"/>
          </a:p>
        </p:txBody>
      </p:sp>
      <p:sp>
        <p:nvSpPr>
          <p:cNvPr id="8" name="Rectangle 7"/>
          <p:cNvSpPr/>
          <p:nvPr/>
        </p:nvSpPr>
        <p:spPr>
          <a:xfrm>
            <a:off x="-3" y="4911676"/>
            <a:ext cx="12192003" cy="1946325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lIns="243840" tIns="243840" rIns="243840" bIns="243840" rtlCol="0" anchor="t" anchorCtr="0"/>
          <a:lstStyle/>
          <a:p>
            <a:pPr algn="ctr">
              <a:spcBef>
                <a:spcPts val="800"/>
              </a:spcBef>
            </a:pPr>
            <a:endParaRPr lang="en-US" sz="2667" b="0" i="0" dirty="0">
              <a:solidFill>
                <a:schemeClr val="bg1"/>
              </a:solidFill>
              <a:latin typeface="PS TT Commons" charset="0"/>
              <a:ea typeface="PS TT Commons" charset="0"/>
              <a:cs typeface="PS TT Commons" charset="0"/>
            </a:endParaRPr>
          </a:p>
        </p:txBody>
      </p:sp>
      <p:sp>
        <p:nvSpPr>
          <p:cNvPr id="9" name="Text Placeholder 6"/>
          <p:cNvSpPr>
            <a:spLocks noGrp="1"/>
          </p:cNvSpPr>
          <p:nvPr>
            <p:ph type="body" sz="quarter" idx="11" hasCustomPrompt="1"/>
          </p:nvPr>
        </p:nvSpPr>
        <p:spPr>
          <a:xfrm>
            <a:off x="268224" y="5010912"/>
            <a:ext cx="11583533" cy="1584760"/>
          </a:xfrm>
          <a:prstGeom prst="rect">
            <a:avLst/>
          </a:prstGeom>
        </p:spPr>
        <p:txBody>
          <a:bodyPr anchor="t" anchorCtr="0">
            <a:noAutofit/>
          </a:bodyPr>
          <a:lstStyle>
            <a:lvl1pPr marL="0" indent="0">
              <a:lnSpc>
                <a:spcPct val="110000"/>
              </a:lnSpc>
              <a:spcBef>
                <a:spcPts val="0"/>
              </a:spcBef>
              <a:buNone/>
              <a:defRPr sz="1733" baseline="0">
                <a:solidFill>
                  <a:schemeClr val="tx1">
                    <a:lumMod val="75000"/>
                  </a:schemeClr>
                </a:solidFill>
                <a:latin typeface="Roboto Mono" pitchFamily="2" charset="0"/>
                <a:ea typeface="Roboto Mono" pitchFamily="2" charset="0"/>
                <a:cs typeface="Consolas" panose="020B0609020204030204" pitchFamily="49" charset="0"/>
              </a:defRPr>
            </a:lvl1pPr>
            <a:lvl2pPr marL="396117" indent="0">
              <a:buNone/>
              <a:defRPr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2pPr>
            <a:lvl3pPr marL="794938" indent="0">
              <a:buNone/>
              <a:defRPr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3pPr>
            <a:lvl4pPr marL="1177492" indent="0">
              <a:buNone/>
              <a:defRPr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4pPr>
            <a:lvl5pPr marL="1462366" indent="0">
              <a:buNone/>
              <a:defRPr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5pPr>
          </a:lstStyle>
          <a:p>
            <a:pPr lvl="0"/>
            <a:r>
              <a:rPr lang="en-US"/>
              <a:t>&gt; Console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64552728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de: Dark Half Page Horizontal">
    <p:bg>
      <p:bgPr>
        <a:solidFill>
          <a:schemeClr val="bg2">
            <a:lumMod val="1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-3" y="4230625"/>
            <a:ext cx="12192003" cy="2627376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lIns="243840" tIns="243840" rIns="243840" bIns="243840" rtlCol="0" anchor="t" anchorCtr="0"/>
          <a:lstStyle/>
          <a:p>
            <a:pPr algn="ctr">
              <a:spcBef>
                <a:spcPts val="800"/>
              </a:spcBef>
            </a:pPr>
            <a:endParaRPr lang="en-US" sz="2667" b="0" i="0" dirty="0">
              <a:solidFill>
                <a:schemeClr val="bg1"/>
              </a:solidFill>
              <a:latin typeface="PS TT Commons" charset="0"/>
              <a:ea typeface="PS TT Commons" charset="0"/>
              <a:cs typeface="PS TT Commons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68187" y="4484497"/>
            <a:ext cx="11655588" cy="543832"/>
          </a:xfrm>
        </p:spPr>
        <p:txBody>
          <a:bodyPr>
            <a:noAutofit/>
          </a:bodyPr>
          <a:lstStyle>
            <a:lvl1pPr algn="l">
              <a:defRPr sz="2933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Add Title Slide in Title Case</a:t>
            </a:r>
          </a:p>
        </p:txBody>
      </p:sp>
      <p:sp>
        <p:nvSpPr>
          <p:cNvPr id="3" name="Text Placeholder 8"/>
          <p:cNvSpPr>
            <a:spLocks noGrp="1"/>
          </p:cNvSpPr>
          <p:nvPr>
            <p:ph type="body" sz="quarter" idx="18"/>
          </p:nvPr>
        </p:nvSpPr>
        <p:spPr>
          <a:xfrm>
            <a:off x="268187" y="5113867"/>
            <a:ext cx="11655588" cy="1421045"/>
          </a:xfrm>
          <a:prstGeom prst="rect">
            <a:avLst/>
          </a:prstGeom>
        </p:spPr>
        <p:txBody>
          <a:bodyPr lIns="9144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Font typeface="Arial" charset="0"/>
              <a:buNone/>
              <a:defRPr sz="2000" b="0" i="0">
                <a:solidFill>
                  <a:schemeClr val="tx1"/>
                </a:solidFill>
                <a:latin typeface="+mn-lt"/>
                <a:ea typeface="PS TT Commons Medium" charset="0"/>
                <a:cs typeface="PS TT Commons Medium" charset="0"/>
              </a:defRPr>
            </a:lvl1pPr>
          </a:lstStyle>
          <a:p>
            <a:pPr lvl="0"/>
            <a:endParaRPr lang="en-US"/>
          </a:p>
        </p:txBody>
      </p:sp>
      <p:sp>
        <p:nvSpPr>
          <p:cNvPr id="6" name="Text Placeholder 6"/>
          <p:cNvSpPr>
            <a:spLocks noGrp="1"/>
          </p:cNvSpPr>
          <p:nvPr>
            <p:ph type="body" sz="quarter" idx="10" hasCustomPrompt="1"/>
          </p:nvPr>
        </p:nvSpPr>
        <p:spPr>
          <a:xfrm>
            <a:off x="268189" y="292609"/>
            <a:ext cx="11655588" cy="3711471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>
              <a:lnSpc>
                <a:spcPct val="110000"/>
              </a:lnSpc>
              <a:spcBef>
                <a:spcPts val="0"/>
              </a:spcBef>
              <a:buNone/>
              <a:defRPr sz="1733" baseline="0">
                <a:solidFill>
                  <a:schemeClr val="bg1"/>
                </a:solidFill>
                <a:latin typeface="Roboto Mono" pitchFamily="2" charset="0"/>
                <a:ea typeface="Roboto Mono" pitchFamily="2" charset="0"/>
                <a:cs typeface="Consolas" panose="020B0609020204030204" pitchFamily="49" charset="0"/>
              </a:defRPr>
            </a:lvl1pPr>
            <a:lvl2pPr marL="396117" indent="0">
              <a:buNone/>
              <a:defRPr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2pPr>
            <a:lvl3pPr marL="794938" indent="0">
              <a:buNone/>
              <a:defRPr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3pPr>
            <a:lvl4pPr marL="1177492" indent="0">
              <a:buNone/>
              <a:defRPr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4pPr>
            <a:lvl5pPr marL="1462366" indent="0">
              <a:buNone/>
              <a:defRPr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5pPr>
          </a:lstStyle>
          <a:p>
            <a:pPr lvl="0"/>
            <a:r>
              <a:rPr lang="en-US" dirty="0"/>
              <a:t>Add code here</a:t>
            </a:r>
          </a:p>
        </p:txBody>
      </p:sp>
    </p:spTree>
    <p:extLst>
      <p:ext uri="{BB962C8B-B14F-4D97-AF65-F5344CB8AC3E}">
        <p14:creationId xmlns:p14="http://schemas.microsoft.com/office/powerpoint/2010/main" val="219427993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de: Light Half Page Horizontal">
    <p:bg>
      <p:bgPr>
        <a:solidFill>
          <a:schemeClr val="bg1">
            <a:lumMod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-3" y="4230625"/>
            <a:ext cx="12192003" cy="2627376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lIns="243840" tIns="243840" rIns="243840" bIns="243840" rtlCol="0" anchor="t" anchorCtr="0"/>
          <a:lstStyle/>
          <a:p>
            <a:pPr algn="ctr">
              <a:spcBef>
                <a:spcPts val="800"/>
              </a:spcBef>
            </a:pPr>
            <a:endParaRPr lang="en-US" sz="2667" b="0" i="0" dirty="0">
              <a:solidFill>
                <a:schemeClr val="bg1"/>
              </a:solidFill>
              <a:latin typeface="PS TT Commons" charset="0"/>
              <a:ea typeface="PS TT Commons" charset="0"/>
              <a:cs typeface="PS TT Commons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68187" y="4484497"/>
            <a:ext cx="11655588" cy="543832"/>
          </a:xfrm>
        </p:spPr>
        <p:txBody>
          <a:bodyPr/>
          <a:lstStyle>
            <a:lvl1pPr algn="l">
              <a:defRPr sz="2933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Add Title Slide in Title Case</a:t>
            </a:r>
          </a:p>
        </p:txBody>
      </p:sp>
      <p:sp>
        <p:nvSpPr>
          <p:cNvPr id="6" name="Text Placeholder 6"/>
          <p:cNvSpPr>
            <a:spLocks noGrp="1"/>
          </p:cNvSpPr>
          <p:nvPr>
            <p:ph type="body" sz="quarter" idx="10" hasCustomPrompt="1"/>
          </p:nvPr>
        </p:nvSpPr>
        <p:spPr>
          <a:xfrm>
            <a:off x="268189" y="292609"/>
            <a:ext cx="11655588" cy="3711471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>
              <a:lnSpc>
                <a:spcPct val="110000"/>
              </a:lnSpc>
              <a:buNone/>
              <a:defRPr sz="1733" baseline="0">
                <a:solidFill>
                  <a:schemeClr val="tx1"/>
                </a:solidFill>
                <a:latin typeface="Roboto Mono" pitchFamily="2" charset="0"/>
                <a:ea typeface="Roboto Mono" pitchFamily="2" charset="0"/>
                <a:cs typeface="Consolas" panose="020B0609020204030204" pitchFamily="49" charset="0"/>
              </a:defRPr>
            </a:lvl1pPr>
            <a:lvl2pPr marL="396117" indent="0">
              <a:buNone/>
              <a:defRPr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2pPr>
            <a:lvl3pPr marL="794938" indent="0">
              <a:buNone/>
              <a:defRPr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3pPr>
            <a:lvl4pPr marL="1177492" indent="0">
              <a:buNone/>
              <a:defRPr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4pPr>
            <a:lvl5pPr marL="1462366" indent="0">
              <a:buNone/>
              <a:defRPr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5pPr>
          </a:lstStyle>
          <a:p>
            <a:pPr lvl="0"/>
            <a:r>
              <a:rPr lang="en-US" dirty="0"/>
              <a:t>Add code here</a:t>
            </a:r>
          </a:p>
        </p:txBody>
      </p:sp>
      <p:sp>
        <p:nvSpPr>
          <p:cNvPr id="7" name="Text Placeholder 8"/>
          <p:cNvSpPr>
            <a:spLocks noGrp="1"/>
          </p:cNvSpPr>
          <p:nvPr>
            <p:ph type="body" sz="quarter" idx="18" hasCustomPrompt="1"/>
          </p:nvPr>
        </p:nvSpPr>
        <p:spPr>
          <a:xfrm>
            <a:off x="268187" y="5113867"/>
            <a:ext cx="11655588" cy="1421045"/>
          </a:xfrm>
          <a:prstGeom prst="rect">
            <a:avLst/>
          </a:prstGeom>
        </p:spPr>
        <p:txBody>
          <a:bodyPr lIns="9144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000" b="0" i="0">
                <a:solidFill>
                  <a:schemeClr val="tx1"/>
                </a:solidFill>
                <a:latin typeface="+mn-lt"/>
                <a:ea typeface="PS TT Commons Medium" charset="0"/>
                <a:cs typeface="PS TT Commons Medium" charset="0"/>
              </a:defRPr>
            </a:lvl1pPr>
          </a:lstStyle>
          <a:p>
            <a:pPr lvl="0"/>
            <a:r>
              <a:rPr lang="en-US"/>
              <a:t>Add text here</a:t>
            </a:r>
          </a:p>
        </p:txBody>
      </p:sp>
    </p:spTree>
    <p:extLst>
      <p:ext uri="{BB962C8B-B14F-4D97-AF65-F5344CB8AC3E}">
        <p14:creationId xmlns:p14="http://schemas.microsoft.com/office/powerpoint/2010/main" val="1596533889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de: Dark Full Page with Title">
    <p:bg>
      <p:bgPr>
        <a:solidFill>
          <a:schemeClr val="bg2">
            <a:lumMod val="1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838200" y="573024"/>
            <a:ext cx="10515600" cy="543832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Add Title Slide in Title Case</a:t>
            </a:r>
          </a:p>
        </p:txBody>
      </p:sp>
      <p:sp>
        <p:nvSpPr>
          <p:cNvPr id="5" name="Text Placeholder 6"/>
          <p:cNvSpPr>
            <a:spLocks noGrp="1"/>
          </p:cNvSpPr>
          <p:nvPr>
            <p:ph type="body" sz="quarter" idx="10" hasCustomPrompt="1"/>
          </p:nvPr>
        </p:nvSpPr>
        <p:spPr>
          <a:xfrm>
            <a:off x="268189" y="1365504"/>
            <a:ext cx="11643396" cy="51816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10000"/>
              </a:lnSpc>
              <a:spcBef>
                <a:spcPts val="0"/>
              </a:spcBef>
              <a:buNone/>
              <a:defRPr sz="1733" baseline="0">
                <a:solidFill>
                  <a:schemeClr val="bg1"/>
                </a:solidFill>
                <a:latin typeface="Roboto Mono" pitchFamily="2" charset="0"/>
                <a:ea typeface="Roboto Mono" pitchFamily="2" charset="0"/>
                <a:cs typeface="Consolas" panose="020B0609020204030204" pitchFamily="49" charset="0"/>
              </a:defRPr>
            </a:lvl1pPr>
            <a:lvl2pPr marL="396117" indent="0">
              <a:buNone/>
              <a:defRPr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2pPr>
            <a:lvl3pPr marL="794938" indent="0">
              <a:buNone/>
              <a:defRPr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3pPr>
            <a:lvl4pPr marL="1177492" indent="0">
              <a:buNone/>
              <a:defRPr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4pPr>
            <a:lvl5pPr marL="1462366" indent="0">
              <a:buNone/>
              <a:defRPr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5pPr>
          </a:lstStyle>
          <a:p>
            <a:pPr lvl="0"/>
            <a:r>
              <a:rPr lang="en-US" dirty="0"/>
              <a:t>Add code here</a:t>
            </a:r>
          </a:p>
        </p:txBody>
      </p:sp>
    </p:spTree>
    <p:extLst>
      <p:ext uri="{BB962C8B-B14F-4D97-AF65-F5344CB8AC3E}">
        <p14:creationId xmlns:p14="http://schemas.microsoft.com/office/powerpoint/2010/main" val="1752284243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de: Light Full Page with Title">
    <p:bg>
      <p:bgPr>
        <a:solidFill>
          <a:srgbClr val="D9D9D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838200" y="573024"/>
            <a:ext cx="10515600" cy="54383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Add Title Slide in Title Case</a:t>
            </a:r>
          </a:p>
        </p:txBody>
      </p:sp>
      <p:sp>
        <p:nvSpPr>
          <p:cNvPr id="5" name="Text Placeholder 6"/>
          <p:cNvSpPr>
            <a:spLocks noGrp="1"/>
          </p:cNvSpPr>
          <p:nvPr>
            <p:ph type="body" sz="quarter" idx="10" hasCustomPrompt="1"/>
          </p:nvPr>
        </p:nvSpPr>
        <p:spPr>
          <a:xfrm>
            <a:off x="268189" y="1365504"/>
            <a:ext cx="11643396" cy="51816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10000"/>
              </a:lnSpc>
              <a:spcBef>
                <a:spcPts val="0"/>
              </a:spcBef>
              <a:buNone/>
              <a:defRPr sz="1733" baseline="0">
                <a:solidFill>
                  <a:schemeClr val="tx1"/>
                </a:solidFill>
                <a:latin typeface="Roboto Mono" pitchFamily="2" charset="0"/>
                <a:ea typeface="Roboto Mono" pitchFamily="2" charset="0"/>
                <a:cs typeface="Consolas" panose="020B0609020204030204" pitchFamily="49" charset="0"/>
              </a:defRPr>
            </a:lvl1pPr>
            <a:lvl2pPr marL="396117" indent="0">
              <a:buNone/>
              <a:defRPr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2pPr>
            <a:lvl3pPr marL="794938" indent="0">
              <a:buNone/>
              <a:defRPr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3pPr>
            <a:lvl4pPr marL="1177492" indent="0">
              <a:buNone/>
              <a:defRPr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4pPr>
            <a:lvl5pPr marL="1462366" indent="0">
              <a:buNone/>
              <a:defRPr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5pPr>
          </a:lstStyle>
          <a:p>
            <a:pPr lvl="0"/>
            <a:r>
              <a:rPr lang="en-US" dirty="0"/>
              <a:t>Add code here</a:t>
            </a:r>
          </a:p>
        </p:txBody>
      </p:sp>
    </p:spTree>
    <p:extLst>
      <p:ext uri="{BB962C8B-B14F-4D97-AF65-F5344CB8AC3E}">
        <p14:creationId xmlns:p14="http://schemas.microsoft.com/office/powerpoint/2010/main" val="2166269290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de: Dark Half Page Vertical with Points">
    <p:bg>
      <p:bgPr>
        <a:solidFill>
          <a:schemeClr val="bg2">
            <a:lumMod val="1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6108192" y="1"/>
            <a:ext cx="6083808" cy="6858001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lIns="243840" tIns="243840" rIns="243840" bIns="243840" rtlCol="0" anchor="t" anchorCtr="0"/>
          <a:lstStyle/>
          <a:p>
            <a:pPr algn="ctr">
              <a:spcBef>
                <a:spcPts val="800"/>
              </a:spcBef>
            </a:pPr>
            <a:endParaRPr lang="en-US" sz="2667" b="0" i="0" dirty="0">
              <a:solidFill>
                <a:schemeClr val="bg1"/>
              </a:solidFill>
              <a:latin typeface="PS TT Commons" charset="0"/>
              <a:ea typeface="PS TT Commons" charset="0"/>
              <a:cs typeface="PS TT Commons" charset="0"/>
            </a:endParaRPr>
          </a:p>
        </p:txBody>
      </p:sp>
      <p:sp>
        <p:nvSpPr>
          <p:cNvPr id="6" name="Text Placeholder 6"/>
          <p:cNvSpPr>
            <a:spLocks noGrp="1"/>
          </p:cNvSpPr>
          <p:nvPr>
            <p:ph type="body" sz="quarter" idx="10" hasCustomPrompt="1"/>
          </p:nvPr>
        </p:nvSpPr>
        <p:spPr>
          <a:xfrm>
            <a:off x="268189" y="304799"/>
            <a:ext cx="5486436" cy="618744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lnSpc>
                <a:spcPct val="110000"/>
              </a:lnSpc>
              <a:spcBef>
                <a:spcPts val="0"/>
              </a:spcBef>
              <a:buNone/>
              <a:defRPr sz="1733" baseline="0">
                <a:solidFill>
                  <a:schemeClr val="bg1"/>
                </a:solidFill>
                <a:latin typeface="Roboto Mono" pitchFamily="2" charset="0"/>
                <a:ea typeface="Roboto Mono" pitchFamily="2" charset="0"/>
                <a:cs typeface="Consolas" panose="020B0609020204030204" pitchFamily="49" charset="0"/>
              </a:defRPr>
            </a:lvl1pPr>
            <a:lvl2pPr marL="396117" indent="0">
              <a:buNone/>
              <a:defRPr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2pPr>
            <a:lvl3pPr marL="794938" indent="0">
              <a:buNone/>
              <a:defRPr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3pPr>
            <a:lvl4pPr marL="1177492" indent="0">
              <a:buNone/>
              <a:defRPr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4pPr>
            <a:lvl5pPr marL="1462366" indent="0">
              <a:buNone/>
              <a:defRPr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5pPr>
          </a:lstStyle>
          <a:p>
            <a:r>
              <a:rPr lang="en-US" dirty="0"/>
              <a:t>// Put code on this side</a:t>
            </a:r>
          </a:p>
          <a:p>
            <a:r>
              <a:rPr lang="en-US" dirty="0"/>
              <a:t>let website = {</a:t>
            </a:r>
            <a:br>
              <a:rPr lang="en-US" dirty="0"/>
            </a:br>
            <a:r>
              <a:rPr lang="en-US" dirty="0"/>
              <a:t>  name: 'Pluralsight',</a:t>
            </a:r>
          </a:p>
          <a:p>
            <a:pPr>
              <a:spcBef>
                <a:spcPts val="300"/>
              </a:spcBef>
            </a:pPr>
            <a:r>
              <a:rPr lang="en-US" dirty="0"/>
              <a:t>  </a:t>
            </a:r>
            <a:r>
              <a:rPr lang="en-US" dirty="0" err="1"/>
              <a:t>url</a:t>
            </a:r>
            <a:r>
              <a:rPr lang="en-US" dirty="0"/>
              <a:t>: 'https://</a:t>
            </a:r>
            <a:r>
              <a:rPr lang="en-US" dirty="0" err="1"/>
              <a:t>pluralsight.com</a:t>
            </a:r>
            <a:r>
              <a:rPr lang="en-US" dirty="0"/>
              <a:t>'</a:t>
            </a:r>
            <a:br>
              <a:rPr lang="en-US" dirty="0"/>
            </a:br>
            <a:r>
              <a:rPr lang="en-US" dirty="0"/>
              <a:t>};</a:t>
            </a:r>
          </a:p>
          <a:p>
            <a:pPr>
              <a:spcBef>
                <a:spcPts val="0"/>
              </a:spcBef>
            </a:pPr>
            <a:br>
              <a:rPr lang="en-US" dirty="0"/>
            </a:br>
            <a:r>
              <a:rPr lang="en-US" dirty="0"/>
              <a:t>function </a:t>
            </a:r>
            <a:r>
              <a:rPr lang="en-US" dirty="0" err="1"/>
              <a:t>makeUrl</a:t>
            </a:r>
            <a:r>
              <a:rPr lang="en-US" dirty="0"/>
              <a:t>() {}</a:t>
            </a:r>
          </a:p>
          <a:p>
            <a:pPr>
              <a:spcBef>
                <a:spcPts val="0"/>
              </a:spcBef>
            </a:pPr>
            <a:endParaRPr lang="en-US" dirty="0"/>
          </a:p>
          <a:p>
            <a:pPr>
              <a:spcBef>
                <a:spcPts val="0"/>
              </a:spcBef>
            </a:pPr>
            <a:r>
              <a:rPr lang="en-US" dirty="0"/>
              <a:t>let sites = []</a:t>
            </a:r>
          </a:p>
          <a:p>
            <a:pPr>
              <a:spcBef>
                <a:spcPts val="0"/>
              </a:spcBef>
            </a:pPr>
            <a:r>
              <a:rPr lang="en-US" dirty="0" err="1"/>
              <a:t>sites.push</a:t>
            </a:r>
            <a:r>
              <a:rPr lang="en-US" dirty="0"/>
              <a:t>(website)</a:t>
            </a:r>
          </a:p>
          <a:p>
            <a:pPr>
              <a:spcBef>
                <a:spcPts val="0"/>
              </a:spcBef>
            </a:pPr>
            <a:endParaRPr lang="en-US" dirty="0"/>
          </a:p>
          <a:p>
            <a:pPr>
              <a:spcBef>
                <a:spcPts val="0"/>
              </a:spcBef>
            </a:pPr>
            <a:r>
              <a:rPr lang="en-US" dirty="0" err="1"/>
              <a:t>console.log</a:t>
            </a:r>
            <a:r>
              <a:rPr lang="en-US" dirty="0"/>
              <a:t>(sites[0].name</a:t>
            </a:r>
          </a:p>
        </p:txBody>
      </p:sp>
      <p:sp>
        <p:nvSpPr>
          <p:cNvPr id="7" name="Text Placeholder 5"/>
          <p:cNvSpPr>
            <a:spLocks noGrp="1"/>
          </p:cNvSpPr>
          <p:nvPr>
            <p:ph type="body" sz="quarter" idx="18" hasCustomPrompt="1"/>
          </p:nvPr>
        </p:nvSpPr>
        <p:spPr>
          <a:xfrm>
            <a:off x="6273666" y="304799"/>
            <a:ext cx="5650992" cy="6187440"/>
          </a:xfrm>
          <a:prstGeom prst="rect">
            <a:avLst/>
          </a:prstGeom>
        </p:spPr>
        <p:txBody>
          <a:bodyPr>
            <a:noAutofit/>
          </a:bodyPr>
          <a:lstStyle>
            <a:lvl1pPr marL="178232" indent="-239195">
              <a:lnSpc>
                <a:spcPct val="120000"/>
              </a:lnSpc>
              <a:spcBef>
                <a:spcPts val="0"/>
              </a:spcBef>
              <a:buSzPct val="70000"/>
              <a:buFont typeface="Wingdings 3" panose="05040102010807070707" pitchFamily="18" charset="2"/>
              <a:buChar char="t"/>
              <a:tabLst/>
              <a:defRPr sz="1867" b="0" i="0" baseline="0">
                <a:solidFill>
                  <a:schemeClr val="tx1"/>
                </a:solidFill>
                <a:latin typeface="+mn-lt"/>
                <a:ea typeface="PS TT Commons Medium" charset="0"/>
                <a:cs typeface="PS TT Commons Medium" charset="0"/>
              </a:defRPr>
            </a:lvl1pPr>
            <a:lvl2pPr marL="378903" indent="0">
              <a:lnSpc>
                <a:spcPts val="2667"/>
              </a:lnSpc>
              <a:buFontTx/>
              <a:buNone/>
              <a:defRPr/>
            </a:lvl2pPr>
            <a:lvl3pPr marL="378903" indent="0">
              <a:buFontTx/>
              <a:buNone/>
              <a:defRPr/>
            </a:lvl3pPr>
            <a:lvl4pPr marL="378903" indent="0">
              <a:buFontTx/>
              <a:buNone/>
              <a:defRPr/>
            </a:lvl4pPr>
            <a:lvl5pPr marL="378903" indent="0">
              <a:buFontTx/>
              <a:buNone/>
              <a:defRPr/>
            </a:lvl5pPr>
          </a:lstStyle>
          <a:p>
            <a:pPr marL="267335">
              <a:lnSpc>
                <a:spcPct val="120000"/>
              </a:lnSpc>
            </a:pPr>
            <a:r>
              <a:rPr lang="en-US" dirty="0"/>
              <a:t>Line up with these notes</a:t>
            </a:r>
          </a:p>
          <a:p>
            <a:pPr marL="267335">
              <a:lnSpc>
                <a:spcPct val="120000"/>
              </a:lnSpc>
            </a:pPr>
            <a:endParaRPr lang="en-US" dirty="0"/>
          </a:p>
          <a:p>
            <a:pPr marL="267335">
              <a:lnSpc>
                <a:spcPct val="120000"/>
              </a:lnSpc>
            </a:pPr>
            <a:r>
              <a:rPr lang="en-US" dirty="0"/>
              <a:t>Create an object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endParaRPr lang="en-US" dirty="0"/>
          </a:p>
          <a:p>
            <a:pPr marL="267335">
              <a:lnSpc>
                <a:spcPct val="120000"/>
              </a:lnSpc>
            </a:pPr>
            <a:r>
              <a:rPr lang="en-US" dirty="0"/>
              <a:t>Define a function</a:t>
            </a:r>
            <a:br>
              <a:rPr lang="en-US" dirty="0"/>
            </a:br>
            <a:endParaRPr lang="en-US" dirty="0"/>
          </a:p>
          <a:p>
            <a:pPr marL="267335">
              <a:lnSpc>
                <a:spcPct val="120000"/>
              </a:lnSpc>
            </a:pPr>
            <a:r>
              <a:rPr lang="en-US" dirty="0"/>
              <a:t>Add the object to an array</a:t>
            </a:r>
          </a:p>
          <a:p>
            <a:pPr marL="267335">
              <a:lnSpc>
                <a:spcPct val="120000"/>
              </a:lnSpc>
            </a:pPr>
            <a:endParaRPr lang="en-US" dirty="0"/>
          </a:p>
          <a:p>
            <a:pPr marL="267335">
              <a:lnSpc>
                <a:spcPct val="120000"/>
              </a:lnSpc>
            </a:pPr>
            <a:r>
              <a:rPr lang="en-US" dirty="0"/>
              <a:t>Log the site name to the console</a:t>
            </a:r>
          </a:p>
        </p:txBody>
      </p:sp>
    </p:spTree>
    <p:extLst>
      <p:ext uri="{BB962C8B-B14F-4D97-AF65-F5344CB8AC3E}">
        <p14:creationId xmlns:p14="http://schemas.microsoft.com/office/powerpoint/2010/main" val="30992301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BEBEBE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BEBEBE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BEBEBE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BEBEBE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BEBEBE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uiExpand="1" build="p">
        <p:tmplLst>
          <p:tmpl lvl="1">
            <p:tnLst>
              <p:par>
                <p:cTn presetID="1" presetClass="entr" presetSubtype="0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7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  <p:subTnLst>
                    <p:animClr clrSpc="rgb" dir="cw">
                      <p:cBhvr override="childStyle">
                        <p:cTn dur="1" fill="hold" display="0" masterRel="nextClick" afterEffect="1"/>
                        <p:tgtEl>
                          <p:spTgt spid="7"/>
                        </p:tgtEl>
                        <p:attrNameLst>
                          <p:attrName>ppt_c</p:attrName>
                        </p:attrNameLst>
                      </p:cBhvr>
                      <p:to>
                        <a:srgbClr val="BEBEBE"/>
                      </p:to>
                    </p:animClr>
                  </p:subTnLst>
                </p:cTn>
              </p:par>
            </p:tnLst>
          </p:tmpl>
        </p:tmplLst>
      </p:bldP>
    </p:bldLst>
  </p:timing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Code: Dark Half Page Vertical with Points">
    <p:bg>
      <p:bgPr>
        <a:solidFill>
          <a:schemeClr val="bg1">
            <a:lumMod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6108192" y="1"/>
            <a:ext cx="6083808" cy="6858001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lIns="243840" tIns="243840" rIns="243840" bIns="243840" rtlCol="0" anchor="t" anchorCtr="0"/>
          <a:lstStyle/>
          <a:p>
            <a:pPr algn="ctr">
              <a:spcBef>
                <a:spcPts val="800"/>
              </a:spcBef>
            </a:pPr>
            <a:endParaRPr lang="en-US" sz="2667" b="0" i="0" dirty="0">
              <a:solidFill>
                <a:schemeClr val="bg1"/>
              </a:solidFill>
              <a:latin typeface="PS TT Commons" charset="0"/>
              <a:ea typeface="PS TT Commons" charset="0"/>
              <a:cs typeface="PS TT Commons" charset="0"/>
            </a:endParaRPr>
          </a:p>
        </p:txBody>
      </p:sp>
      <p:sp>
        <p:nvSpPr>
          <p:cNvPr id="6" name="Text Placeholder 6"/>
          <p:cNvSpPr>
            <a:spLocks noGrp="1"/>
          </p:cNvSpPr>
          <p:nvPr>
            <p:ph type="body" sz="quarter" idx="10" hasCustomPrompt="1"/>
          </p:nvPr>
        </p:nvSpPr>
        <p:spPr>
          <a:xfrm>
            <a:off x="268189" y="304800"/>
            <a:ext cx="5486436" cy="6188148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lnSpc>
                <a:spcPct val="110000"/>
              </a:lnSpc>
              <a:spcBef>
                <a:spcPts val="0"/>
              </a:spcBef>
              <a:buNone/>
              <a:defRPr sz="1733" baseline="0">
                <a:solidFill>
                  <a:schemeClr val="tx1"/>
                </a:solidFill>
                <a:latin typeface="Roboto Mono" pitchFamily="2" charset="0"/>
                <a:ea typeface="Roboto Mono" pitchFamily="2" charset="0"/>
                <a:cs typeface="Consolas" panose="020B0609020204030204" pitchFamily="49" charset="0"/>
              </a:defRPr>
            </a:lvl1pPr>
            <a:lvl2pPr marL="396117" indent="0">
              <a:buNone/>
              <a:defRPr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2pPr>
            <a:lvl3pPr marL="794938" indent="0">
              <a:buNone/>
              <a:defRPr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3pPr>
            <a:lvl4pPr marL="1177492" indent="0">
              <a:buNone/>
              <a:defRPr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4pPr>
            <a:lvl5pPr marL="1462366" indent="0">
              <a:buNone/>
              <a:defRPr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5pPr>
          </a:lstStyle>
          <a:p>
            <a:r>
              <a:rPr lang="en-US" dirty="0"/>
              <a:t>// Put code on this side</a:t>
            </a:r>
          </a:p>
          <a:p>
            <a:r>
              <a:rPr lang="en-US" dirty="0"/>
              <a:t>let website = {</a:t>
            </a:r>
            <a:br>
              <a:rPr lang="en-US" dirty="0"/>
            </a:br>
            <a:r>
              <a:rPr lang="en-US" dirty="0"/>
              <a:t>  name: 'Pluralsight',</a:t>
            </a:r>
          </a:p>
          <a:p>
            <a:pPr>
              <a:spcBef>
                <a:spcPts val="300"/>
              </a:spcBef>
            </a:pPr>
            <a:r>
              <a:rPr lang="en-US" dirty="0"/>
              <a:t>  </a:t>
            </a:r>
            <a:r>
              <a:rPr lang="en-US" dirty="0" err="1"/>
              <a:t>url</a:t>
            </a:r>
            <a:r>
              <a:rPr lang="en-US" dirty="0"/>
              <a:t>: 'https://</a:t>
            </a:r>
            <a:r>
              <a:rPr lang="en-US" dirty="0" err="1"/>
              <a:t>pluralsight.com</a:t>
            </a:r>
            <a:r>
              <a:rPr lang="en-US" dirty="0"/>
              <a:t>'</a:t>
            </a:r>
            <a:br>
              <a:rPr lang="en-US" dirty="0"/>
            </a:br>
            <a:r>
              <a:rPr lang="en-US" dirty="0"/>
              <a:t>};</a:t>
            </a:r>
          </a:p>
          <a:p>
            <a:pPr>
              <a:spcBef>
                <a:spcPts val="0"/>
              </a:spcBef>
            </a:pPr>
            <a:br>
              <a:rPr lang="en-US" dirty="0"/>
            </a:br>
            <a:r>
              <a:rPr lang="en-US" dirty="0"/>
              <a:t>function </a:t>
            </a:r>
            <a:r>
              <a:rPr lang="en-US" dirty="0" err="1"/>
              <a:t>makeUrl</a:t>
            </a:r>
            <a:r>
              <a:rPr lang="en-US" dirty="0"/>
              <a:t>() {}</a:t>
            </a:r>
          </a:p>
          <a:p>
            <a:pPr>
              <a:spcBef>
                <a:spcPts val="0"/>
              </a:spcBef>
            </a:pPr>
            <a:endParaRPr lang="en-US" dirty="0"/>
          </a:p>
          <a:p>
            <a:pPr>
              <a:spcBef>
                <a:spcPts val="0"/>
              </a:spcBef>
            </a:pPr>
            <a:r>
              <a:rPr lang="en-US" dirty="0"/>
              <a:t>let sites = []</a:t>
            </a:r>
          </a:p>
          <a:p>
            <a:pPr>
              <a:spcBef>
                <a:spcPts val="0"/>
              </a:spcBef>
            </a:pPr>
            <a:r>
              <a:rPr lang="en-US" dirty="0" err="1"/>
              <a:t>sites.push</a:t>
            </a:r>
            <a:r>
              <a:rPr lang="en-US" dirty="0"/>
              <a:t>(website)</a:t>
            </a:r>
          </a:p>
          <a:p>
            <a:pPr>
              <a:spcBef>
                <a:spcPts val="0"/>
              </a:spcBef>
            </a:pPr>
            <a:endParaRPr lang="en-US" dirty="0"/>
          </a:p>
          <a:p>
            <a:pPr>
              <a:spcBef>
                <a:spcPts val="0"/>
              </a:spcBef>
            </a:pPr>
            <a:r>
              <a:rPr lang="en-US" dirty="0" err="1"/>
              <a:t>console.log</a:t>
            </a:r>
            <a:r>
              <a:rPr lang="en-US" dirty="0"/>
              <a:t>(sites[0].name</a:t>
            </a:r>
          </a:p>
        </p:txBody>
      </p:sp>
      <p:sp>
        <p:nvSpPr>
          <p:cNvPr id="7" name="Text Placeholder 5"/>
          <p:cNvSpPr>
            <a:spLocks noGrp="1"/>
          </p:cNvSpPr>
          <p:nvPr>
            <p:ph type="body" sz="quarter" idx="18" hasCustomPrompt="1"/>
          </p:nvPr>
        </p:nvSpPr>
        <p:spPr>
          <a:xfrm>
            <a:off x="6273666" y="304800"/>
            <a:ext cx="5648976" cy="6188149"/>
          </a:xfrm>
          <a:prstGeom prst="rect">
            <a:avLst/>
          </a:prstGeom>
        </p:spPr>
        <p:txBody>
          <a:bodyPr>
            <a:noAutofit/>
          </a:bodyPr>
          <a:lstStyle>
            <a:lvl1pPr marL="178232" indent="-239195">
              <a:lnSpc>
                <a:spcPct val="120000"/>
              </a:lnSpc>
              <a:spcBef>
                <a:spcPts val="0"/>
              </a:spcBef>
              <a:buSzPct val="70000"/>
              <a:buFont typeface="Wingdings 3" panose="05040102010807070707" pitchFamily="18" charset="2"/>
              <a:buChar char="t"/>
              <a:tabLst/>
              <a:defRPr sz="1867" b="0" i="0" baseline="0">
                <a:solidFill>
                  <a:schemeClr val="tx1"/>
                </a:solidFill>
                <a:latin typeface="+mn-lt"/>
                <a:ea typeface="PS TT Commons Medium" charset="0"/>
                <a:cs typeface="PS TT Commons Medium" charset="0"/>
              </a:defRPr>
            </a:lvl1pPr>
            <a:lvl2pPr marL="378903" indent="0">
              <a:lnSpc>
                <a:spcPts val="2667"/>
              </a:lnSpc>
              <a:buFontTx/>
              <a:buNone/>
              <a:defRPr/>
            </a:lvl2pPr>
            <a:lvl3pPr marL="378903" indent="0">
              <a:buFontTx/>
              <a:buNone/>
              <a:defRPr/>
            </a:lvl3pPr>
            <a:lvl4pPr marL="378903" indent="0">
              <a:buFontTx/>
              <a:buNone/>
              <a:defRPr/>
            </a:lvl4pPr>
            <a:lvl5pPr marL="378903" indent="0">
              <a:buFontTx/>
              <a:buNone/>
              <a:defRPr/>
            </a:lvl5pPr>
          </a:lstStyle>
          <a:p>
            <a:pPr marL="267335">
              <a:lnSpc>
                <a:spcPct val="120000"/>
              </a:lnSpc>
            </a:pPr>
            <a:r>
              <a:rPr lang="en-US" dirty="0"/>
              <a:t>Line up with these notes</a:t>
            </a:r>
          </a:p>
          <a:p>
            <a:pPr marL="267335">
              <a:lnSpc>
                <a:spcPct val="120000"/>
              </a:lnSpc>
            </a:pPr>
            <a:endParaRPr lang="en-US" dirty="0"/>
          </a:p>
          <a:p>
            <a:pPr marL="267335">
              <a:lnSpc>
                <a:spcPct val="120000"/>
              </a:lnSpc>
            </a:pPr>
            <a:r>
              <a:rPr lang="en-US" dirty="0"/>
              <a:t>Create an object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endParaRPr lang="en-US" dirty="0"/>
          </a:p>
          <a:p>
            <a:pPr marL="267335">
              <a:lnSpc>
                <a:spcPct val="120000"/>
              </a:lnSpc>
            </a:pPr>
            <a:r>
              <a:rPr lang="en-US" dirty="0"/>
              <a:t>Define a function</a:t>
            </a:r>
            <a:br>
              <a:rPr lang="en-US" dirty="0"/>
            </a:br>
            <a:endParaRPr lang="en-US" dirty="0"/>
          </a:p>
          <a:p>
            <a:pPr marL="267335">
              <a:lnSpc>
                <a:spcPct val="120000"/>
              </a:lnSpc>
            </a:pPr>
            <a:r>
              <a:rPr lang="en-US" dirty="0"/>
              <a:t>Add the object to an array</a:t>
            </a:r>
          </a:p>
          <a:p>
            <a:pPr marL="267335">
              <a:lnSpc>
                <a:spcPct val="120000"/>
              </a:lnSpc>
            </a:pPr>
            <a:endParaRPr lang="en-US" dirty="0"/>
          </a:p>
          <a:p>
            <a:pPr marL="267335">
              <a:lnSpc>
                <a:spcPct val="120000"/>
              </a:lnSpc>
            </a:pPr>
            <a:r>
              <a:rPr lang="en-US" dirty="0"/>
              <a:t>Log the site name to the console</a:t>
            </a:r>
          </a:p>
        </p:txBody>
      </p:sp>
    </p:spTree>
    <p:extLst>
      <p:ext uri="{BB962C8B-B14F-4D97-AF65-F5344CB8AC3E}">
        <p14:creationId xmlns:p14="http://schemas.microsoft.com/office/powerpoint/2010/main" val="8394237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BEBEBE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BEBEBE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BEBEBE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BEBEBE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BEBEBE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uiExpand="1" build="p">
        <p:tmplLst>
          <p:tmpl lvl="1">
            <p:tnLst>
              <p:par>
                <p:cTn presetID="1" presetClass="entr" presetSubtype="0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7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  <p:subTnLst>
                    <p:animClr clrSpc="rgb" dir="cw">
                      <p:cBhvr override="childStyle">
                        <p:cTn dur="1" fill="hold" display="0" masterRel="nextClick" afterEffect="1"/>
                        <p:tgtEl>
                          <p:spTgt spid="7"/>
                        </p:tgtEl>
                        <p:attrNameLst>
                          <p:attrName>ppt_c</p:attrName>
                        </p:attrNameLst>
                      </p:cBhvr>
                      <p:to>
                        <a:srgbClr val="BEBEBE"/>
                      </p:to>
                    </p:animClr>
                  </p:subTnLst>
                </p:cTn>
              </p:par>
            </p:tnLst>
          </p:tmpl>
        </p:tmplLst>
      </p:bldP>
    </p:bldLst>
  </p:timing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Left | Title/Image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16"/>
          <p:cNvSpPr>
            <a:spLocks noGrp="1"/>
          </p:cNvSpPr>
          <p:nvPr>
            <p:ph type="body" sz="quarter" idx="12" hasCustomPrompt="1"/>
          </p:nvPr>
        </p:nvSpPr>
        <p:spPr>
          <a:xfrm>
            <a:off x="631373" y="469054"/>
            <a:ext cx="3745556" cy="5919895"/>
          </a:xfrm>
          <a:prstGeom prst="rect">
            <a:avLst/>
          </a:prstGeom>
        </p:spPr>
        <p:txBody>
          <a:bodyPr anchor="ctr">
            <a:noAutofit/>
          </a:bodyPr>
          <a:lstStyle>
            <a:lvl1pPr algn="r">
              <a:defRPr sz="2267" b="0" i="0">
                <a:solidFill>
                  <a:schemeClr val="accent1"/>
                </a:solidFill>
                <a:latin typeface="+mn-lt"/>
                <a:ea typeface="PS TT Commons DemiBold" charset="0"/>
                <a:cs typeface="PS TT Commons DemiBold" charset="0"/>
              </a:defRPr>
            </a:lvl1pPr>
            <a:lvl2pPr marL="781376" indent="-385259" algn="r">
              <a:buFont typeface="Myriad Pro" panose="020B0503030403020204" pitchFamily="34" charset="0"/>
              <a:buChar char=" "/>
              <a:defRPr sz="2267" b="0" i="0">
                <a:solidFill>
                  <a:schemeClr val="accent1"/>
                </a:solidFill>
                <a:latin typeface="PS TT Commons" charset="0"/>
                <a:ea typeface="PS TT Commons" charset="0"/>
                <a:cs typeface="PS TT Commons" charset="0"/>
              </a:defRPr>
            </a:lvl2pPr>
            <a:lvl3pPr marL="1177491" indent="-382550" algn="r">
              <a:buFont typeface="Myriad Pro" panose="020B0503030403020204" pitchFamily="34" charset="0"/>
              <a:buChar char=" "/>
              <a:defRPr sz="2267" b="0" i="0">
                <a:solidFill>
                  <a:schemeClr val="accent1"/>
                </a:solidFill>
                <a:latin typeface="PS TT Commons" charset="0"/>
                <a:ea typeface="PS TT Commons" charset="0"/>
                <a:cs typeface="PS TT Commons" charset="0"/>
              </a:defRPr>
            </a:lvl3pPr>
            <a:lvl4pPr marL="1462372" indent="-284878" algn="r">
              <a:buFont typeface="Myriad Pro" panose="020B0503030403020204" pitchFamily="34" charset="0"/>
              <a:buChar char=" "/>
              <a:defRPr sz="2267" b="0" i="0">
                <a:solidFill>
                  <a:schemeClr val="accent1"/>
                </a:solidFill>
                <a:latin typeface="PS TT Commons" charset="0"/>
                <a:ea typeface="PS TT Commons" charset="0"/>
                <a:cs typeface="PS TT Commons" charset="0"/>
              </a:defRPr>
            </a:lvl4pPr>
            <a:lvl5pPr marL="1462369" indent="0" algn="r">
              <a:buFont typeface="Myriad Pro" panose="020B0503030403020204" pitchFamily="34" charset="0"/>
              <a:buNone/>
              <a:defRPr sz="2267" b="0" i="0">
                <a:solidFill>
                  <a:schemeClr val="accent1"/>
                </a:solidFill>
                <a:latin typeface="PS TT Commons" charset="0"/>
                <a:ea typeface="PS TT Commons" charset="0"/>
                <a:cs typeface="PS TT Commons" charset="0"/>
              </a:defRPr>
            </a:lvl5pPr>
          </a:lstStyle>
          <a:p>
            <a:pPr lvl="0"/>
            <a:r>
              <a:rPr lang="en-US" dirty="0"/>
              <a:t>Click to add short text 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8" name="Straight Connector 7"/>
          <p:cNvCxnSpPr/>
          <p:nvPr/>
        </p:nvCxnSpPr>
        <p:spPr>
          <a:xfrm>
            <a:off x="4714917" y="469054"/>
            <a:ext cx="0" cy="5919895"/>
          </a:xfrm>
          <a:prstGeom prst="line">
            <a:avLst/>
          </a:prstGeom>
          <a:ln w="50800">
            <a:solidFill>
              <a:schemeClr val="accent1"/>
            </a:solidFill>
            <a:headEnd type="non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Content Placeholder 2"/>
          <p:cNvSpPr>
            <a:spLocks noGrp="1"/>
          </p:cNvSpPr>
          <p:nvPr>
            <p:ph sz="quarter" idx="14" hasCustomPrompt="1"/>
          </p:nvPr>
        </p:nvSpPr>
        <p:spPr>
          <a:xfrm>
            <a:off x="5052909" y="998318"/>
            <a:ext cx="6570132" cy="4861367"/>
          </a:xfrm>
          <a:prstGeom prst="rect">
            <a:avLst/>
          </a:prstGeom>
        </p:spPr>
        <p:txBody>
          <a:bodyPr anchor="ctr">
            <a:noAutofit/>
          </a:bodyPr>
          <a:lstStyle>
            <a:lvl1pPr>
              <a:lnSpc>
                <a:spcPct val="100000"/>
              </a:lnSpc>
              <a:defRPr sz="3600" b="0" i="0">
                <a:latin typeface="+mj-lt"/>
                <a:ea typeface="PS TT Commons Light" charset="0"/>
                <a:cs typeface="PS TT Commons Light" charset="0"/>
              </a:defRPr>
            </a:lvl1pPr>
          </a:lstStyle>
          <a:p>
            <a:pPr lvl="0"/>
            <a:r>
              <a:rPr lang="en-US" dirty="0"/>
              <a:t>Click to Add Title or </a:t>
            </a:r>
            <a:r>
              <a:rPr lang="en-US"/>
              <a:t>Click </a:t>
            </a:r>
            <a:br>
              <a:rPr lang="en-US"/>
            </a:br>
            <a:r>
              <a:rPr lang="en-US"/>
              <a:t>Icon </a:t>
            </a:r>
            <a:r>
              <a:rPr lang="en-US" dirty="0"/>
              <a:t>to Add Graphic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" y="-474034"/>
            <a:ext cx="4776604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 defTabSz="1219232"/>
            <a:r>
              <a:rPr lang="en-US" sz="1600" b="1" i="0">
                <a:solidFill>
                  <a:srgbClr val="404040"/>
                </a:solidFill>
                <a:latin typeface="PS TT Commons DemiBold" charset="0"/>
                <a:ea typeface="PS TT Commons DemiBold" charset="0"/>
                <a:cs typeface="PS TT Commons DemiBold" charset="0"/>
              </a:rPr>
              <a:t>This slidelist is </a:t>
            </a:r>
            <a:r>
              <a:rPr lang="en-US" sz="1600" b="1" i="0">
                <a:solidFill>
                  <a:srgbClr val="F05A28"/>
                </a:solidFill>
                <a:latin typeface="PS TT Commons DemiBold" charset="0"/>
                <a:ea typeface="PS TT Commons DemiBold" charset="0"/>
                <a:cs typeface="PS TT Commons DemiBold" charset="0"/>
              </a:rPr>
              <a:t>preset </a:t>
            </a:r>
            <a:r>
              <a:rPr lang="en-US" sz="1600" b="1" i="0">
                <a:solidFill>
                  <a:srgbClr val="404040"/>
                </a:solidFill>
                <a:latin typeface="PS TT Commons DemiBold" charset="0"/>
                <a:ea typeface="PS TT Commons DemiBold" charset="0"/>
                <a:cs typeface="PS TT Commons DemiBold" charset="0"/>
              </a:rPr>
              <a:t>with</a:t>
            </a:r>
            <a:r>
              <a:rPr lang="en-US" sz="1600" b="1" i="0" baseline="0">
                <a:solidFill>
                  <a:srgbClr val="404040"/>
                </a:solidFill>
                <a:latin typeface="PS TT Commons DemiBold" charset="0"/>
                <a:ea typeface="PS TT Commons DemiBold" charset="0"/>
                <a:cs typeface="PS TT Commons DemiBold" charset="0"/>
              </a:rPr>
              <a:t> </a:t>
            </a:r>
            <a:r>
              <a:rPr lang="en-US" sz="1600" b="1" i="0">
                <a:solidFill>
                  <a:srgbClr val="F05A28"/>
                </a:solidFill>
                <a:latin typeface="PS TT Commons DemiBold" charset="0"/>
                <a:ea typeface="PS TT Commons DemiBold" charset="0"/>
                <a:cs typeface="PS TT Commons DemiBold" charset="0"/>
              </a:rPr>
              <a:t>animations</a:t>
            </a:r>
            <a:endParaRPr lang="en-US" sz="1600" b="1" i="0" dirty="0">
              <a:solidFill>
                <a:srgbClr val="F05A28"/>
              </a:solidFill>
              <a:latin typeface="PS TT Commons DemiBold" charset="0"/>
              <a:ea typeface="PS TT Commons DemiBold" charset="0"/>
              <a:cs typeface="PS TT Commons DemiBold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719278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uiExpand="1" build="p">
        <p:tmplLst>
          <p:tmpl lvl="1">
            <p:tnLst>
              <p:par>
                <p:cTn presetID="1" presetClass="entr" presetSubtype="0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7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  <p:subTnLst>
                    <p:animClr clrSpc="rgb" dir="cw">
                      <p:cBhvr override="childStyle">
                        <p:cTn dur="1" fill="hold" display="0" masterRel="nextClick" afterEffect="1"/>
                        <p:tgtEl>
                          <p:spTgt spid="7"/>
                        </p:tgtEl>
                        <p:attrNameLst>
                          <p:attrName>ppt_c</p:attrName>
                        </p:attrNameLst>
                      </p:cBhvr>
                      <p:to>
                        <a:schemeClr val="tx2"/>
                      </p:to>
                    </p:animClr>
                  </p:subTnLst>
                </p:cTn>
              </p:par>
            </p:tnLst>
          </p:tmpl>
          <p:tmpl lvl="2">
            <p:tnLst>
              <p:par>
                <p:cTn presetID="1" presetClass="entr" presetSubtype="0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7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  <p:subTnLst>
                    <p:animClr clrSpc="rgb" dir="cw">
                      <p:cBhvr override="childStyle">
                        <p:cTn dur="1" fill="hold" display="0" masterRel="nextClick" afterEffect="1"/>
                        <p:tgtEl>
                          <p:spTgt spid="7"/>
                        </p:tgtEl>
                        <p:attrNameLst>
                          <p:attrName>ppt_c</p:attrName>
                        </p:attrNameLst>
                      </p:cBhvr>
                      <p:to>
                        <a:schemeClr val="tx2"/>
                      </p:to>
                    </p:animClr>
                  </p:subTnLst>
                </p:cTn>
              </p:par>
            </p:tnLst>
          </p:tmpl>
          <p:tmpl lvl="3">
            <p:tnLst>
              <p:par>
                <p:cTn presetID="1" presetClass="entr" presetSubtype="0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7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  <p:subTnLst>
                    <p:animClr clrSpc="rgb" dir="cw">
                      <p:cBhvr override="childStyle">
                        <p:cTn dur="1" fill="hold" display="0" masterRel="nextClick" afterEffect="1"/>
                        <p:tgtEl>
                          <p:spTgt spid="7"/>
                        </p:tgtEl>
                        <p:attrNameLst>
                          <p:attrName>ppt_c</p:attrName>
                        </p:attrNameLst>
                      </p:cBhvr>
                      <p:to>
                        <a:schemeClr val="tx2"/>
                      </p:to>
                    </p:animClr>
                  </p:subTnLst>
                </p:cTn>
              </p:par>
            </p:tnLst>
          </p:tmpl>
          <p:tmpl lvl="4">
            <p:tnLst>
              <p:par>
                <p:cTn presetID="1" presetClass="entr" presetSubtype="0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7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  <p:subTnLst>
                    <p:animClr clrSpc="rgb" dir="cw">
                      <p:cBhvr override="childStyle">
                        <p:cTn dur="1" fill="hold" display="0" masterRel="nextClick" afterEffect="1"/>
                        <p:tgtEl>
                          <p:spTgt spid="7"/>
                        </p:tgtEl>
                        <p:attrNameLst>
                          <p:attrName>ppt_c</p:attrName>
                        </p:attrNameLst>
                      </p:cBhvr>
                      <p:to>
                        <a:schemeClr val="tx2"/>
                      </p:to>
                    </p:animClr>
                  </p:subTnLst>
                </p:cTn>
              </p:par>
            </p:tnLst>
          </p:tmpl>
          <p:tmpl lvl="5">
            <p:tnLst>
              <p:par>
                <p:cTn presetID="1" presetClass="entr" presetSubtype="0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7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  <p:subTnLst>
                    <p:animClr clrSpc="rgb" dir="cw">
                      <p:cBhvr override="childStyle">
                        <p:cTn dur="1" fill="hold" display="0" masterRel="nextClick" afterEffect="1"/>
                        <p:tgtEl>
                          <p:spTgt spid="7"/>
                        </p:tgtEl>
                        <p:attrNameLst>
                          <p:attrName>ppt_c</p:attrName>
                        </p:attrNameLst>
                      </p:cBhvr>
                      <p:to>
                        <a:schemeClr val="tx2"/>
                      </p:to>
                    </p:animClr>
                  </p:subTnLst>
                </p:cTn>
              </p:par>
            </p:tnLst>
          </p:tmpl>
        </p:tmplLst>
      </p:bldP>
    </p:bldLst>
  </p:timing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r Image Left | Content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ontent Placeholder 2"/>
          <p:cNvSpPr>
            <a:spLocks noGrp="1"/>
          </p:cNvSpPr>
          <p:nvPr>
            <p:ph sz="quarter" idx="14" hasCustomPrompt="1"/>
          </p:nvPr>
        </p:nvSpPr>
        <p:spPr>
          <a:xfrm>
            <a:off x="555414" y="469054"/>
            <a:ext cx="3589868" cy="5919895"/>
          </a:xfrm>
          <a:prstGeom prst="rect">
            <a:avLst/>
          </a:prstGeom>
        </p:spPr>
        <p:txBody>
          <a:bodyPr anchor="ctr">
            <a:noAutofit/>
          </a:bodyPr>
          <a:lstStyle>
            <a:lvl1pPr algn="r">
              <a:lnSpc>
                <a:spcPct val="100000"/>
              </a:lnSpc>
              <a:defRPr sz="3600" b="0" i="0">
                <a:latin typeface="+mj-lt"/>
                <a:ea typeface="PS TT Commons Light" charset="0"/>
                <a:cs typeface="PS TT Commons Light" charset="0"/>
              </a:defRPr>
            </a:lvl1pPr>
          </a:lstStyle>
          <a:p>
            <a:pPr lvl="0"/>
            <a:r>
              <a:rPr lang="en-US" dirty="0"/>
              <a:t>Click to Add Title or Click Icon to Add Graphic</a:t>
            </a:r>
          </a:p>
        </p:txBody>
      </p:sp>
      <p:cxnSp>
        <p:nvCxnSpPr>
          <p:cNvPr id="5" name="Straight Connector 4"/>
          <p:cNvCxnSpPr/>
          <p:nvPr/>
        </p:nvCxnSpPr>
        <p:spPr>
          <a:xfrm>
            <a:off x="4609253" y="469054"/>
            <a:ext cx="0" cy="5919895"/>
          </a:xfrm>
          <a:prstGeom prst="line">
            <a:avLst/>
          </a:prstGeom>
          <a:ln w="50800">
            <a:solidFill>
              <a:schemeClr val="accent1"/>
            </a:solidFill>
            <a:headEnd type="non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 Placeholder 7"/>
          <p:cNvSpPr>
            <a:spLocks noGrp="1"/>
          </p:cNvSpPr>
          <p:nvPr>
            <p:ph type="body" sz="quarter" idx="10" hasCustomPrompt="1"/>
          </p:nvPr>
        </p:nvSpPr>
        <p:spPr>
          <a:xfrm>
            <a:off x="5073227" y="469054"/>
            <a:ext cx="6509173" cy="5919895"/>
          </a:xfrm>
          <a:prstGeom prst="rect">
            <a:avLst/>
          </a:prstGeom>
        </p:spPr>
        <p:txBody>
          <a:bodyPr lIns="0" anchor="ctr">
            <a:noAutofit/>
          </a:bodyPr>
          <a:lstStyle>
            <a:lvl1pPr algn="l">
              <a:defRPr sz="2267" b="0" i="0" baseline="0">
                <a:solidFill>
                  <a:schemeClr val="accent1"/>
                </a:solidFill>
                <a:latin typeface="+mn-lt"/>
                <a:ea typeface="PS TT Commons DemiBold" charset="0"/>
                <a:cs typeface="PS TT Commons DemiBold" charset="0"/>
              </a:defRPr>
            </a:lvl1pPr>
            <a:lvl2pPr algn="l">
              <a:buSzPct val="100000"/>
              <a:defRPr sz="2267" b="0" i="0">
                <a:solidFill>
                  <a:schemeClr val="accent1"/>
                </a:solidFill>
                <a:latin typeface="PS TT Commons" charset="0"/>
                <a:ea typeface="PS TT Commons" charset="0"/>
                <a:cs typeface="PS TT Commons" charset="0"/>
              </a:defRPr>
            </a:lvl2pPr>
            <a:lvl3pPr marL="804374" indent="-208502" algn="l">
              <a:tabLst/>
              <a:defRPr sz="2267" b="0" i="0">
                <a:solidFill>
                  <a:schemeClr val="accent1"/>
                </a:solidFill>
                <a:latin typeface="PS TT Commons" charset="0"/>
                <a:ea typeface="PS TT Commons" charset="0"/>
                <a:cs typeface="PS TT Commons" charset="0"/>
              </a:defRPr>
            </a:lvl3pPr>
            <a:lvl4pPr marL="1072146" indent="-189451" algn="l">
              <a:tabLst/>
              <a:defRPr sz="2267" b="0" i="0">
                <a:solidFill>
                  <a:schemeClr val="accent1"/>
                </a:solidFill>
                <a:latin typeface="PS TT Commons" charset="0"/>
                <a:ea typeface="PS TT Commons" charset="0"/>
                <a:cs typeface="PS TT Commons" charset="0"/>
              </a:defRPr>
            </a:lvl4pPr>
            <a:lvl5pPr marL="1270064" indent="-173575" algn="l">
              <a:tabLst/>
              <a:defRPr sz="2267" b="0" i="0">
                <a:solidFill>
                  <a:schemeClr val="accent1"/>
                </a:solidFill>
                <a:latin typeface="PS TT Commons" charset="0"/>
                <a:ea typeface="PS TT Commons" charset="0"/>
                <a:cs typeface="PS TT Commons" charset="0"/>
              </a:defRPr>
            </a:lvl5pPr>
          </a:lstStyle>
          <a:p>
            <a:pPr lvl="0"/>
            <a:r>
              <a:rPr lang="en-US"/>
              <a:t>Click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6"/>
          <p:cNvSpPr/>
          <p:nvPr userDrawn="1"/>
        </p:nvSpPr>
        <p:spPr>
          <a:xfrm>
            <a:off x="1" y="-474034"/>
            <a:ext cx="4776604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 defTabSz="1219232"/>
            <a:r>
              <a:rPr lang="en-US" sz="1600" b="1" i="0">
                <a:solidFill>
                  <a:srgbClr val="404040"/>
                </a:solidFill>
                <a:latin typeface="PS TT Commons DemiBold" charset="0"/>
                <a:ea typeface="PS TT Commons DemiBold" charset="0"/>
                <a:cs typeface="PS TT Commons DemiBold" charset="0"/>
              </a:rPr>
              <a:t>This slidelist is </a:t>
            </a:r>
            <a:r>
              <a:rPr lang="en-US" sz="1600" b="1" i="0">
                <a:solidFill>
                  <a:srgbClr val="F05A28"/>
                </a:solidFill>
                <a:latin typeface="PS TT Commons DemiBold" charset="0"/>
                <a:ea typeface="PS TT Commons DemiBold" charset="0"/>
                <a:cs typeface="PS TT Commons DemiBold" charset="0"/>
              </a:rPr>
              <a:t>preset </a:t>
            </a:r>
            <a:r>
              <a:rPr lang="en-US" sz="1600" b="1" i="0">
                <a:solidFill>
                  <a:srgbClr val="404040"/>
                </a:solidFill>
                <a:latin typeface="PS TT Commons DemiBold" charset="0"/>
                <a:ea typeface="PS TT Commons DemiBold" charset="0"/>
                <a:cs typeface="PS TT Commons DemiBold" charset="0"/>
              </a:rPr>
              <a:t>with</a:t>
            </a:r>
            <a:r>
              <a:rPr lang="en-US" sz="1600" b="1" i="0" baseline="0">
                <a:solidFill>
                  <a:srgbClr val="404040"/>
                </a:solidFill>
                <a:latin typeface="PS TT Commons DemiBold" charset="0"/>
                <a:ea typeface="PS TT Commons DemiBold" charset="0"/>
                <a:cs typeface="PS TT Commons DemiBold" charset="0"/>
              </a:rPr>
              <a:t> </a:t>
            </a:r>
            <a:r>
              <a:rPr lang="en-US" sz="1600" b="1" i="0">
                <a:solidFill>
                  <a:srgbClr val="F05A28"/>
                </a:solidFill>
                <a:latin typeface="PS TT Commons DemiBold" charset="0"/>
                <a:ea typeface="PS TT Commons DemiBold" charset="0"/>
                <a:cs typeface="PS TT Commons DemiBold" charset="0"/>
              </a:rPr>
              <a:t>animations</a:t>
            </a:r>
            <a:endParaRPr lang="en-US" sz="1600" b="1" i="0" dirty="0">
              <a:solidFill>
                <a:srgbClr val="F05A28"/>
              </a:solidFill>
              <a:latin typeface="PS TT Commons DemiBold" charset="0"/>
              <a:ea typeface="PS TT Commons DemiBold" charset="0"/>
              <a:cs typeface="PS TT Commons DemiBold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974249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uiExpand="1" build="p" bldLvl="5">
        <p:tmplLst>
          <p:tmpl lvl="1">
            <p:tnLst>
              <p:par>
                <p:cTn presetID="1" presetClass="entr" presetSubtype="0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6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  <p:subTnLst>
                    <p:animClr clrSpc="rgb" dir="cw">
                      <p:cBhvr override="childStyle">
                        <p:cTn dur="1" fill="hold" display="0" masterRel="nextClick" afterEffect="1"/>
                        <p:tgtEl>
                          <p:spTgt spid="6"/>
                        </p:tgtEl>
                        <p:attrNameLst>
                          <p:attrName>ppt_c</p:attrName>
                        </p:attrNameLst>
                      </p:cBhvr>
                      <p:to>
                        <a:schemeClr val="tx2"/>
                      </p:to>
                    </p:animClr>
                  </p:subTnLst>
                </p:cTn>
              </p:par>
            </p:tnLst>
          </p:tmpl>
          <p:tmpl lvl="2">
            <p:tnLst>
              <p:par>
                <p:cTn presetID="1" presetClass="entr" presetSubtype="0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6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  <p:subTnLst>
                    <p:animClr clrSpc="rgb" dir="cw">
                      <p:cBhvr override="childStyle">
                        <p:cTn dur="1" fill="hold" display="0" masterRel="nextClick" afterEffect="1"/>
                        <p:tgtEl>
                          <p:spTgt spid="6"/>
                        </p:tgtEl>
                        <p:attrNameLst>
                          <p:attrName>ppt_c</p:attrName>
                        </p:attrNameLst>
                      </p:cBhvr>
                      <p:to>
                        <a:schemeClr val="tx2"/>
                      </p:to>
                    </p:animClr>
                  </p:subTnLst>
                </p:cTn>
              </p:par>
            </p:tnLst>
          </p:tmpl>
          <p:tmpl lvl="3">
            <p:tnLst>
              <p:par>
                <p:cTn presetID="1" presetClass="entr" presetSubtype="0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6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  <p:subTnLst>
                    <p:animClr clrSpc="rgb" dir="cw">
                      <p:cBhvr override="childStyle">
                        <p:cTn dur="1" fill="hold" display="0" masterRel="nextClick" afterEffect="1"/>
                        <p:tgtEl>
                          <p:spTgt spid="6"/>
                        </p:tgtEl>
                        <p:attrNameLst>
                          <p:attrName>ppt_c</p:attrName>
                        </p:attrNameLst>
                      </p:cBhvr>
                      <p:to>
                        <a:schemeClr val="tx2"/>
                      </p:to>
                    </p:animClr>
                  </p:subTnLst>
                </p:cTn>
              </p:par>
            </p:tnLst>
          </p:tmpl>
          <p:tmpl lvl="4">
            <p:tnLst>
              <p:par>
                <p:cTn presetID="1" presetClass="entr" presetSubtype="0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6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  <p:subTnLst>
                    <p:animClr clrSpc="rgb" dir="cw">
                      <p:cBhvr override="childStyle">
                        <p:cTn dur="1" fill="hold" display="0" masterRel="nextClick" afterEffect="1"/>
                        <p:tgtEl>
                          <p:spTgt spid="6"/>
                        </p:tgtEl>
                        <p:attrNameLst>
                          <p:attrName>ppt_c</p:attrName>
                        </p:attrNameLst>
                      </p:cBhvr>
                      <p:to>
                        <a:schemeClr val="tx2"/>
                      </p:to>
                    </p:animClr>
                  </p:subTnLst>
                </p:cTn>
              </p:par>
            </p:tnLst>
          </p:tmpl>
          <p:tmpl lvl="5">
            <p:tnLst>
              <p:par>
                <p:cTn presetID="1" presetClass="entr" presetSubtype="0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6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  <p:subTnLst>
                    <p:animClr clrSpc="rgb" dir="cw">
                      <p:cBhvr override="childStyle">
                        <p:cTn dur="1" fill="hold" display="0" masterRel="nextClick" afterEffect="1"/>
                        <p:tgtEl>
                          <p:spTgt spid="6"/>
                        </p:tgtEl>
                        <p:attrNameLst>
                          <p:attrName>ppt_c</p:attrName>
                        </p:attrNameLst>
                      </p:cBhvr>
                      <p:to>
                        <a:schemeClr val="tx2"/>
                      </p:to>
                    </p:animClr>
                  </p:subTnLst>
                </p:cTn>
              </p:par>
            </p:tnLst>
          </p:tmpl>
        </p:tmplLst>
      </p:bldP>
    </p:bldLst>
  </p:timing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itle or Image Left | Content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B7937E-1F6E-4748-B7B4-7B58CEB11A1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/>
            </a:lvl1pPr>
          </a:lstStyle>
          <a:p>
            <a:r>
              <a:rPr lang="en-US"/>
              <a:t>Add Slide Title in Title Case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E5B6AF-0944-49FB-913E-31C7E9779510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838199" y="1625601"/>
            <a:ext cx="3496735" cy="4551364"/>
          </a:xfrm>
          <a:prstGeom prst="rect">
            <a:avLst/>
          </a:prstGeom>
        </p:spPr>
        <p:txBody>
          <a:bodyPr anchor="ctr">
            <a:noAutofit/>
          </a:bodyPr>
          <a:lstStyle>
            <a:lvl1pPr algn="r">
              <a:defRPr sz="3600" baseline="0">
                <a:latin typeface="+mj-lt"/>
              </a:defRPr>
            </a:lvl1pPr>
          </a:lstStyle>
          <a:p>
            <a:pPr lvl="0"/>
            <a:r>
              <a:rPr lang="en-US"/>
              <a:t>Click to add title or click icon to add graphic</a:t>
            </a:r>
          </a:p>
        </p:txBody>
      </p:sp>
      <p:cxnSp>
        <p:nvCxnSpPr>
          <p:cNvPr id="8" name="Straight Connector 7"/>
          <p:cNvCxnSpPr/>
          <p:nvPr/>
        </p:nvCxnSpPr>
        <p:spPr>
          <a:xfrm>
            <a:off x="4717627" y="1625601"/>
            <a:ext cx="0" cy="4551364"/>
          </a:xfrm>
          <a:prstGeom prst="line">
            <a:avLst/>
          </a:prstGeom>
          <a:ln w="50800">
            <a:solidFill>
              <a:schemeClr val="accent1"/>
            </a:solidFill>
            <a:headEnd type="non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 Placeholder 7"/>
          <p:cNvSpPr>
            <a:spLocks noGrp="1"/>
          </p:cNvSpPr>
          <p:nvPr>
            <p:ph type="body" sz="quarter" idx="10" hasCustomPrompt="1"/>
          </p:nvPr>
        </p:nvSpPr>
        <p:spPr>
          <a:xfrm>
            <a:off x="5073227" y="1625601"/>
            <a:ext cx="6509173" cy="4551364"/>
          </a:xfrm>
          <a:prstGeom prst="rect">
            <a:avLst/>
          </a:prstGeom>
        </p:spPr>
        <p:txBody>
          <a:bodyPr lIns="0" anchor="ctr">
            <a:noAutofit/>
          </a:bodyPr>
          <a:lstStyle>
            <a:lvl1pPr algn="l">
              <a:defRPr sz="2267" b="0" i="0" baseline="0">
                <a:solidFill>
                  <a:schemeClr val="accent1"/>
                </a:solidFill>
                <a:latin typeface="+mn-lt"/>
                <a:ea typeface="PS TT Commons DemiBold" charset="0"/>
                <a:cs typeface="PS TT Commons DemiBold" charset="0"/>
              </a:defRPr>
            </a:lvl1pPr>
            <a:lvl2pPr algn="l">
              <a:buSzPct val="100000"/>
              <a:defRPr sz="2267" b="0" i="0">
                <a:solidFill>
                  <a:schemeClr val="accent1"/>
                </a:solidFill>
                <a:latin typeface="PS TT Commons" charset="0"/>
                <a:ea typeface="PS TT Commons" charset="0"/>
                <a:cs typeface="PS TT Commons" charset="0"/>
              </a:defRPr>
            </a:lvl2pPr>
            <a:lvl3pPr marL="804374" indent="-208502" algn="l">
              <a:tabLst/>
              <a:defRPr sz="2267" b="0" i="0">
                <a:solidFill>
                  <a:schemeClr val="accent1"/>
                </a:solidFill>
                <a:latin typeface="PS TT Commons" charset="0"/>
                <a:ea typeface="PS TT Commons" charset="0"/>
                <a:cs typeface="PS TT Commons" charset="0"/>
              </a:defRPr>
            </a:lvl3pPr>
            <a:lvl4pPr marL="1072146" indent="-189451" algn="l">
              <a:tabLst/>
              <a:defRPr sz="2267" b="0" i="0">
                <a:solidFill>
                  <a:schemeClr val="accent1"/>
                </a:solidFill>
                <a:latin typeface="PS TT Commons" charset="0"/>
                <a:ea typeface="PS TT Commons" charset="0"/>
                <a:cs typeface="PS TT Commons" charset="0"/>
              </a:defRPr>
            </a:lvl4pPr>
            <a:lvl5pPr marL="1270064" indent="-173575" algn="l">
              <a:tabLst/>
              <a:defRPr sz="2267" b="0" i="0">
                <a:solidFill>
                  <a:schemeClr val="accent1"/>
                </a:solidFill>
                <a:latin typeface="PS TT Commons" charset="0"/>
                <a:ea typeface="PS TT Commons" charset="0"/>
                <a:cs typeface="PS TT Commons" charset="0"/>
              </a:defRPr>
            </a:lvl5pPr>
          </a:lstStyle>
          <a:p>
            <a:pPr lvl="0"/>
            <a:r>
              <a:rPr lang="en-US"/>
              <a:t>Click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Box 3"/>
          <p:cNvSpPr txBox="1"/>
          <p:nvPr userDrawn="1"/>
        </p:nvSpPr>
        <p:spPr>
          <a:xfrm>
            <a:off x="7827264" y="4767072"/>
            <a:ext cx="609600" cy="609600"/>
          </a:xfrm>
          <a:prstGeom prst="rect">
            <a:avLst/>
          </a:prstGeom>
        </p:spPr>
        <p:txBody>
          <a:bodyPr vert="horz" wrap="none" lIns="0" tIns="21980" rIns="43959" bIns="21980" rtlCol="0" anchor="b" anchorCtr="0">
            <a:noAutofit/>
          </a:bodyPr>
          <a:lstStyle/>
          <a:p>
            <a:pPr marL="0" marR="0" indent="0" algn="l" defTabSz="293016" rtl="0" eaLnBrk="1" fontAlgn="auto" latinLnBrk="0" hangingPunct="1">
              <a:lnSpc>
                <a:spcPct val="85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2350" b="0" i="0" u="none" strike="noStrike" kern="1200" cap="none" spc="0" normalizeH="0" baseline="0" noProof="0" dirty="0">
              <a:ln>
                <a:noFill/>
              </a:ln>
              <a:solidFill>
                <a:srgbClr val="E5E5E5">
                  <a:lumMod val="10000"/>
                </a:srgbClr>
              </a:solidFill>
              <a:effectLst/>
              <a:uLnTx/>
              <a:uFillTx/>
              <a:latin typeface="PS TT Commons" charset="0"/>
              <a:ea typeface="PS TT Commons" charset="0"/>
              <a:cs typeface="PS TT Commons" charset="0"/>
            </a:endParaRPr>
          </a:p>
        </p:txBody>
      </p:sp>
      <p:sp>
        <p:nvSpPr>
          <p:cNvPr id="9" name="Rectangle 8"/>
          <p:cNvSpPr/>
          <p:nvPr userDrawn="1"/>
        </p:nvSpPr>
        <p:spPr>
          <a:xfrm>
            <a:off x="1" y="-474034"/>
            <a:ext cx="4776604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 defTabSz="1219232"/>
            <a:r>
              <a:rPr lang="en-US" sz="1600" b="1" i="0">
                <a:solidFill>
                  <a:srgbClr val="404040"/>
                </a:solidFill>
                <a:latin typeface="PS TT Commons DemiBold" charset="0"/>
                <a:ea typeface="PS TT Commons DemiBold" charset="0"/>
                <a:cs typeface="PS TT Commons DemiBold" charset="0"/>
              </a:rPr>
              <a:t>This slidelist is </a:t>
            </a:r>
            <a:r>
              <a:rPr lang="en-US" sz="1600" b="1" i="0">
                <a:solidFill>
                  <a:srgbClr val="F05A28"/>
                </a:solidFill>
                <a:latin typeface="PS TT Commons DemiBold" charset="0"/>
                <a:ea typeface="PS TT Commons DemiBold" charset="0"/>
                <a:cs typeface="PS TT Commons DemiBold" charset="0"/>
              </a:rPr>
              <a:t>preset </a:t>
            </a:r>
            <a:r>
              <a:rPr lang="en-US" sz="1600" b="1" i="0">
                <a:solidFill>
                  <a:srgbClr val="404040"/>
                </a:solidFill>
                <a:latin typeface="PS TT Commons DemiBold" charset="0"/>
                <a:ea typeface="PS TT Commons DemiBold" charset="0"/>
                <a:cs typeface="PS TT Commons DemiBold" charset="0"/>
              </a:rPr>
              <a:t>with</a:t>
            </a:r>
            <a:r>
              <a:rPr lang="en-US" sz="1600" b="1" i="0" baseline="0">
                <a:solidFill>
                  <a:srgbClr val="404040"/>
                </a:solidFill>
                <a:latin typeface="PS TT Commons DemiBold" charset="0"/>
                <a:ea typeface="PS TT Commons DemiBold" charset="0"/>
                <a:cs typeface="PS TT Commons DemiBold" charset="0"/>
              </a:rPr>
              <a:t> </a:t>
            </a:r>
            <a:r>
              <a:rPr lang="en-US" sz="1600" b="1" i="0">
                <a:solidFill>
                  <a:srgbClr val="F05A28"/>
                </a:solidFill>
                <a:latin typeface="PS TT Commons DemiBold" charset="0"/>
                <a:ea typeface="PS TT Commons DemiBold" charset="0"/>
                <a:cs typeface="PS TT Commons DemiBold" charset="0"/>
              </a:rPr>
              <a:t>animations</a:t>
            </a:r>
            <a:endParaRPr lang="en-US" sz="1600" b="1" i="0" dirty="0">
              <a:solidFill>
                <a:srgbClr val="F05A28"/>
              </a:solidFill>
              <a:latin typeface="PS TT Commons DemiBold" charset="0"/>
              <a:ea typeface="PS TT Commons DemiBold" charset="0"/>
              <a:cs typeface="PS TT Commons DemiBold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241589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uiExpand="1" build="p" bldLvl="5">
        <p:tmplLst>
          <p:tmpl lvl="1">
            <p:tnLst>
              <p:par>
                <p:cTn presetID="1" presetClass="entr" presetSubtype="0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7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  <p:subTnLst>
                    <p:animClr clrSpc="rgb" dir="cw">
                      <p:cBhvr override="childStyle">
                        <p:cTn dur="1" fill="hold" display="0" masterRel="nextClick" afterEffect="1"/>
                        <p:tgtEl>
                          <p:spTgt spid="7"/>
                        </p:tgtEl>
                        <p:attrNameLst>
                          <p:attrName>ppt_c</p:attrName>
                        </p:attrNameLst>
                      </p:cBhvr>
                      <p:to>
                        <a:schemeClr val="tx2"/>
                      </p:to>
                    </p:animClr>
                  </p:subTnLst>
                </p:cTn>
              </p:par>
            </p:tnLst>
          </p:tmpl>
          <p:tmpl lvl="2">
            <p:tnLst>
              <p:par>
                <p:cTn presetID="1" presetClass="entr" presetSubtype="0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7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  <p:subTnLst>
                    <p:animClr clrSpc="rgb" dir="cw">
                      <p:cBhvr override="childStyle">
                        <p:cTn dur="1" fill="hold" display="0" masterRel="nextClick" afterEffect="1"/>
                        <p:tgtEl>
                          <p:spTgt spid="7"/>
                        </p:tgtEl>
                        <p:attrNameLst>
                          <p:attrName>ppt_c</p:attrName>
                        </p:attrNameLst>
                      </p:cBhvr>
                      <p:to>
                        <a:schemeClr val="tx2"/>
                      </p:to>
                    </p:animClr>
                  </p:subTnLst>
                </p:cTn>
              </p:par>
            </p:tnLst>
          </p:tmpl>
          <p:tmpl lvl="3">
            <p:tnLst>
              <p:par>
                <p:cTn presetID="1" presetClass="entr" presetSubtype="0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7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  <p:subTnLst>
                    <p:animClr clrSpc="rgb" dir="cw">
                      <p:cBhvr override="childStyle">
                        <p:cTn dur="1" fill="hold" display="0" masterRel="nextClick" afterEffect="1"/>
                        <p:tgtEl>
                          <p:spTgt spid="7"/>
                        </p:tgtEl>
                        <p:attrNameLst>
                          <p:attrName>ppt_c</p:attrName>
                        </p:attrNameLst>
                      </p:cBhvr>
                      <p:to>
                        <a:schemeClr val="tx2"/>
                      </p:to>
                    </p:animClr>
                  </p:subTnLst>
                </p:cTn>
              </p:par>
            </p:tnLst>
          </p:tmpl>
          <p:tmpl lvl="4">
            <p:tnLst>
              <p:par>
                <p:cTn presetID="1" presetClass="entr" presetSubtype="0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7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  <p:subTnLst>
                    <p:animClr clrSpc="rgb" dir="cw">
                      <p:cBhvr override="childStyle">
                        <p:cTn dur="1" fill="hold" display="0" masterRel="nextClick" afterEffect="1"/>
                        <p:tgtEl>
                          <p:spTgt spid="7"/>
                        </p:tgtEl>
                        <p:attrNameLst>
                          <p:attrName>ppt_c</p:attrName>
                        </p:attrNameLst>
                      </p:cBhvr>
                      <p:to>
                        <a:schemeClr val="tx2"/>
                      </p:to>
                    </p:animClr>
                  </p:subTnLst>
                </p:cTn>
              </p:par>
            </p:tnLst>
          </p:tmpl>
          <p:tmpl lvl="5">
            <p:tnLst>
              <p:par>
                <p:cTn presetID="1" presetClass="entr" presetSubtype="0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7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  <p:subTnLst>
                    <p:animClr clrSpc="rgb" dir="cw">
                      <p:cBhvr override="childStyle">
                        <p:cTn dur="1" fill="hold" display="0" masterRel="nextClick" afterEffect="1"/>
                        <p:tgtEl>
                          <p:spTgt spid="7"/>
                        </p:tgtEl>
                        <p:attrNameLst>
                          <p:attrName>ppt_c</p:attrName>
                        </p:attrNameLst>
                      </p:cBhvr>
                      <p:to>
                        <a:schemeClr val="tx2"/>
                      </p:to>
                    </p:animClr>
                  </p:subTnLst>
                </p:cTn>
              </p:par>
            </p:tnLst>
          </p:tmpl>
        </p:tmplLst>
      </p:bldP>
    </p:bldLst>
  </p:timing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, Title or Image Left | Content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B7937E-1F6E-4748-B7B4-7B58CEB11A1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/>
            </a:lvl1pPr>
          </a:lstStyle>
          <a:p>
            <a:r>
              <a:rPr lang="en-US"/>
              <a:t>Click to Add Slide Title in Title Case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E5B6AF-0944-49FB-913E-31C7E9779510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7379627" y="1625601"/>
            <a:ext cx="3974173" cy="4551364"/>
          </a:xfrm>
          <a:prstGeom prst="rect">
            <a:avLst/>
          </a:prstGeom>
        </p:spPr>
        <p:txBody>
          <a:bodyPr anchor="ctr">
            <a:noAutofit/>
          </a:bodyPr>
          <a:lstStyle>
            <a:lvl1pPr algn="l">
              <a:defRPr sz="3600" baseline="0">
                <a:latin typeface="+mj-lt"/>
              </a:defRPr>
            </a:lvl1pPr>
          </a:lstStyle>
          <a:p>
            <a:pPr lvl="0"/>
            <a:r>
              <a:rPr lang="en-US"/>
              <a:t>Click to add title or click icon to add graphic</a:t>
            </a:r>
          </a:p>
        </p:txBody>
      </p:sp>
      <p:cxnSp>
        <p:nvCxnSpPr>
          <p:cNvPr id="8" name="Straight Connector 7"/>
          <p:cNvCxnSpPr/>
          <p:nvPr/>
        </p:nvCxnSpPr>
        <p:spPr>
          <a:xfrm>
            <a:off x="7127673" y="1625601"/>
            <a:ext cx="0" cy="4551364"/>
          </a:xfrm>
          <a:prstGeom prst="line">
            <a:avLst/>
          </a:prstGeom>
          <a:ln w="50800">
            <a:solidFill>
              <a:schemeClr val="accent1"/>
            </a:solidFill>
            <a:headEnd type="non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 Placeholder 7"/>
          <p:cNvSpPr>
            <a:spLocks noGrp="1"/>
          </p:cNvSpPr>
          <p:nvPr>
            <p:ph type="body" sz="quarter" idx="10" hasCustomPrompt="1"/>
          </p:nvPr>
        </p:nvSpPr>
        <p:spPr>
          <a:xfrm>
            <a:off x="838200" y="1625601"/>
            <a:ext cx="6037521" cy="4551364"/>
          </a:xfrm>
          <a:prstGeom prst="rect">
            <a:avLst/>
          </a:prstGeom>
        </p:spPr>
        <p:txBody>
          <a:bodyPr lIns="0" anchor="ctr">
            <a:noAutofit/>
          </a:bodyPr>
          <a:lstStyle>
            <a:lvl1pPr marL="0" indent="0" algn="r">
              <a:buNone/>
              <a:defRPr sz="2267" b="0" i="0" baseline="0">
                <a:solidFill>
                  <a:schemeClr val="accent1"/>
                </a:solidFill>
                <a:latin typeface="+mn-lt"/>
                <a:ea typeface="PS TT Commons DemiBold" charset="0"/>
                <a:cs typeface="PS TT Commons DemiBold" charset="0"/>
              </a:defRPr>
            </a:lvl1pPr>
            <a:lvl2pPr marL="297080" indent="0" algn="r">
              <a:buSzPct val="100000"/>
              <a:buNone/>
              <a:defRPr sz="2267" b="0" i="0">
                <a:solidFill>
                  <a:schemeClr val="accent1"/>
                </a:solidFill>
                <a:latin typeface="PS TT Commons" charset="0"/>
                <a:ea typeface="PS TT Commons" charset="0"/>
                <a:cs typeface="PS TT Commons" charset="0"/>
              </a:defRPr>
            </a:lvl2pPr>
            <a:lvl3pPr marL="596192" indent="0" algn="r">
              <a:buNone/>
              <a:defRPr sz="2267" b="0" i="0">
                <a:solidFill>
                  <a:schemeClr val="accent1"/>
                </a:solidFill>
                <a:latin typeface="PS TT Commons" charset="0"/>
                <a:ea typeface="PS TT Commons" charset="0"/>
                <a:cs typeface="PS TT Commons" charset="0"/>
              </a:defRPr>
            </a:lvl3pPr>
            <a:lvl4pPr marL="882673" indent="0" algn="r">
              <a:buNone/>
              <a:defRPr sz="2267" b="0" i="0">
                <a:solidFill>
                  <a:schemeClr val="accent1"/>
                </a:solidFill>
                <a:latin typeface="PS TT Commons" charset="0"/>
                <a:ea typeface="PS TT Commons" charset="0"/>
                <a:cs typeface="PS TT Commons" charset="0"/>
              </a:defRPr>
            </a:lvl4pPr>
            <a:lvl5pPr marL="1096990" indent="0" algn="r">
              <a:buNone/>
              <a:defRPr sz="2267" b="0" i="0">
                <a:solidFill>
                  <a:schemeClr val="accent1"/>
                </a:solidFill>
                <a:latin typeface="PS TT Commons" charset="0"/>
                <a:ea typeface="PS TT Commons" charset="0"/>
                <a:cs typeface="PS TT Commons" charset="0"/>
              </a:defRPr>
            </a:lvl5pPr>
          </a:lstStyle>
          <a:p>
            <a:pPr lvl="0"/>
            <a:r>
              <a:rPr lang="en-US"/>
              <a:t>Click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6"/>
          <p:cNvSpPr/>
          <p:nvPr userDrawn="1"/>
        </p:nvSpPr>
        <p:spPr>
          <a:xfrm>
            <a:off x="1" y="-474034"/>
            <a:ext cx="4776604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 defTabSz="1219232"/>
            <a:r>
              <a:rPr lang="en-US" sz="1600" b="1" i="0">
                <a:solidFill>
                  <a:srgbClr val="404040"/>
                </a:solidFill>
                <a:latin typeface="PS TT Commons DemiBold" charset="0"/>
                <a:ea typeface="PS TT Commons DemiBold" charset="0"/>
                <a:cs typeface="PS TT Commons DemiBold" charset="0"/>
              </a:rPr>
              <a:t>This slidelist is </a:t>
            </a:r>
            <a:r>
              <a:rPr lang="en-US" sz="1600" b="1" i="0">
                <a:solidFill>
                  <a:srgbClr val="F05A28"/>
                </a:solidFill>
                <a:latin typeface="PS TT Commons DemiBold" charset="0"/>
                <a:ea typeface="PS TT Commons DemiBold" charset="0"/>
                <a:cs typeface="PS TT Commons DemiBold" charset="0"/>
              </a:rPr>
              <a:t>preset </a:t>
            </a:r>
            <a:r>
              <a:rPr lang="en-US" sz="1600" b="1" i="0">
                <a:solidFill>
                  <a:srgbClr val="404040"/>
                </a:solidFill>
                <a:latin typeface="PS TT Commons DemiBold" charset="0"/>
                <a:ea typeface="PS TT Commons DemiBold" charset="0"/>
                <a:cs typeface="PS TT Commons DemiBold" charset="0"/>
              </a:rPr>
              <a:t>with</a:t>
            </a:r>
            <a:r>
              <a:rPr lang="en-US" sz="1600" b="1" i="0" baseline="0">
                <a:solidFill>
                  <a:srgbClr val="404040"/>
                </a:solidFill>
                <a:latin typeface="PS TT Commons DemiBold" charset="0"/>
                <a:ea typeface="PS TT Commons DemiBold" charset="0"/>
                <a:cs typeface="PS TT Commons DemiBold" charset="0"/>
              </a:rPr>
              <a:t> </a:t>
            </a:r>
            <a:r>
              <a:rPr lang="en-US" sz="1600" b="1" i="0">
                <a:solidFill>
                  <a:srgbClr val="F05A28"/>
                </a:solidFill>
                <a:latin typeface="PS TT Commons DemiBold" charset="0"/>
                <a:ea typeface="PS TT Commons DemiBold" charset="0"/>
                <a:cs typeface="PS TT Commons DemiBold" charset="0"/>
              </a:rPr>
              <a:t>animations</a:t>
            </a:r>
            <a:endParaRPr lang="en-US" sz="1600" b="1" i="0" dirty="0">
              <a:solidFill>
                <a:srgbClr val="F05A28"/>
              </a:solidFill>
              <a:latin typeface="PS TT Commons DemiBold" charset="0"/>
              <a:ea typeface="PS TT Commons DemiBold" charset="0"/>
              <a:cs typeface="PS TT Commons DemiBold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098897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build="p" bldLvl="5">
        <p:tmplLst>
          <p:tmpl lvl="1">
            <p:tnLst>
              <p:par>
                <p:cTn presetID="1" presetClass="entr" presetSubtype="0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  <p:subTnLst>
                    <p:animClr clrSpc="rgb" dir="cw">
                      <p:cBhvr override="childStyle">
                        <p:cTn dur="1" fill="hold" display="0" masterRel="nextClick" afterEffect="1"/>
                        <p:tgtEl>
                          <p:spTgt spid="9"/>
                        </p:tgtEl>
                        <p:attrNameLst>
                          <p:attrName>ppt_c</p:attrName>
                        </p:attrNameLst>
                      </p:cBhvr>
                      <p:to>
                        <a:schemeClr val="tx2"/>
                      </p:to>
                    </p:animClr>
                  </p:subTnLst>
                </p:cTn>
              </p:par>
            </p:tnLst>
          </p:tmpl>
          <p:tmpl lvl="2">
            <p:tnLst>
              <p:par>
                <p:cTn presetID="1" presetClass="entr" presetSubtype="0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  <p:subTnLst>
                    <p:animClr clrSpc="rgb" dir="cw">
                      <p:cBhvr override="childStyle">
                        <p:cTn dur="1" fill="hold" display="0" masterRel="nextClick" afterEffect="1"/>
                        <p:tgtEl>
                          <p:spTgt spid="9"/>
                        </p:tgtEl>
                        <p:attrNameLst>
                          <p:attrName>ppt_c</p:attrName>
                        </p:attrNameLst>
                      </p:cBhvr>
                      <p:to>
                        <a:schemeClr val="tx2"/>
                      </p:to>
                    </p:animClr>
                  </p:subTnLst>
                </p:cTn>
              </p:par>
            </p:tnLst>
          </p:tmpl>
          <p:tmpl lvl="3">
            <p:tnLst>
              <p:par>
                <p:cTn presetID="1" presetClass="entr" presetSubtype="0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  <p:subTnLst>
                    <p:animClr clrSpc="rgb" dir="cw">
                      <p:cBhvr override="childStyle">
                        <p:cTn dur="1" fill="hold" display="0" masterRel="nextClick" afterEffect="1"/>
                        <p:tgtEl>
                          <p:spTgt spid="9"/>
                        </p:tgtEl>
                        <p:attrNameLst>
                          <p:attrName>ppt_c</p:attrName>
                        </p:attrNameLst>
                      </p:cBhvr>
                      <p:to>
                        <a:schemeClr val="tx2"/>
                      </p:to>
                    </p:animClr>
                  </p:subTnLst>
                </p:cTn>
              </p:par>
            </p:tnLst>
          </p:tmpl>
          <p:tmpl lvl="4">
            <p:tnLst>
              <p:par>
                <p:cTn presetID="1" presetClass="entr" presetSubtype="0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  <p:subTnLst>
                    <p:animClr clrSpc="rgb" dir="cw">
                      <p:cBhvr override="childStyle">
                        <p:cTn dur="1" fill="hold" display="0" masterRel="nextClick" afterEffect="1"/>
                        <p:tgtEl>
                          <p:spTgt spid="9"/>
                        </p:tgtEl>
                        <p:attrNameLst>
                          <p:attrName>ppt_c</p:attrName>
                        </p:attrNameLst>
                      </p:cBhvr>
                      <p:to>
                        <a:schemeClr val="tx2"/>
                      </p:to>
                    </p:animClr>
                  </p:subTnLst>
                </p:cTn>
              </p:par>
            </p:tnLst>
          </p:tmpl>
          <p:tmpl lvl="5">
            <p:tnLst>
              <p:par>
                <p:cTn presetID="1" presetClass="entr" presetSubtype="0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  <p:subTnLst>
                    <p:animClr clrSpc="rgb" dir="cw">
                      <p:cBhvr override="childStyle">
                        <p:cTn dur="1" fill="hold" display="0" masterRel="nextClick" afterEffect="1"/>
                        <p:tgtEl>
                          <p:spTgt spid="9"/>
                        </p:tgtEl>
                        <p:attrNameLst>
                          <p:attrName>ppt_c</p:attrName>
                        </p:attrNameLst>
                      </p:cBhvr>
                      <p:to>
                        <a:schemeClr val="tx2"/>
                      </p:to>
                    </p:animClr>
                  </p:subTnLst>
                </p:cTn>
              </p:par>
            </p:tnLst>
          </p:tmpl>
        </p:tmplLst>
      </p:bldP>
    </p:bldLst>
  </p:timing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hree Edge Bleed Image Left | Content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16"/>
          <p:cNvSpPr>
            <a:spLocks noGrp="1"/>
          </p:cNvSpPr>
          <p:nvPr>
            <p:ph type="body" sz="quarter" idx="12" hasCustomPrompt="1"/>
          </p:nvPr>
        </p:nvSpPr>
        <p:spPr>
          <a:xfrm>
            <a:off x="5364480" y="482601"/>
            <a:ext cx="6339840" cy="5892801"/>
          </a:xfrm>
          <a:prstGeom prst="rect">
            <a:avLst/>
          </a:prstGeom>
        </p:spPr>
        <p:txBody>
          <a:bodyPr anchor="ctr">
            <a:noAutofit/>
          </a:bodyPr>
          <a:lstStyle>
            <a:lvl1pPr algn="l">
              <a:lnSpc>
                <a:spcPct val="100000"/>
              </a:lnSpc>
              <a:defRPr sz="2267" b="0" i="0" baseline="0">
                <a:solidFill>
                  <a:schemeClr val="accent1"/>
                </a:solidFill>
                <a:latin typeface="+mn-lt"/>
                <a:ea typeface="PS TT Commons DemiBold" charset="0"/>
                <a:cs typeface="PS TT Commons DemiBold" charset="0"/>
              </a:defRPr>
            </a:lvl1pPr>
            <a:lvl2pPr algn="l">
              <a:buSzPct val="100000"/>
              <a:defRPr sz="2267" b="0" i="0">
                <a:solidFill>
                  <a:schemeClr val="accent1"/>
                </a:solidFill>
                <a:latin typeface="PS TT Commons" charset="0"/>
                <a:ea typeface="PS TT Commons" charset="0"/>
                <a:cs typeface="PS TT Commons" charset="0"/>
              </a:defRPr>
            </a:lvl2pPr>
            <a:lvl3pPr marL="804374" indent="-208502" algn="l">
              <a:tabLst/>
              <a:defRPr sz="2267" b="0" i="0">
                <a:solidFill>
                  <a:schemeClr val="accent1"/>
                </a:solidFill>
                <a:latin typeface="PS TT Commons" charset="0"/>
                <a:ea typeface="PS TT Commons" charset="0"/>
                <a:cs typeface="PS TT Commons" charset="0"/>
              </a:defRPr>
            </a:lvl3pPr>
            <a:lvl4pPr marL="1114481" indent="-231787" algn="l">
              <a:tabLst/>
              <a:defRPr sz="2267" b="0" i="0">
                <a:solidFill>
                  <a:schemeClr val="accent1"/>
                </a:solidFill>
                <a:latin typeface="PS TT Commons" charset="0"/>
                <a:ea typeface="PS TT Commons" charset="0"/>
                <a:cs typeface="PS TT Commons" charset="0"/>
              </a:defRPr>
            </a:lvl4pPr>
            <a:lvl5pPr marL="1297582" indent="-201093" algn="l">
              <a:tabLst/>
              <a:defRPr sz="2267" b="0" i="0">
                <a:solidFill>
                  <a:schemeClr val="accent1"/>
                </a:solidFill>
                <a:latin typeface="PS TT Commons" charset="0"/>
                <a:ea typeface="PS TT Commons" charset="0"/>
                <a:cs typeface="PS TT Commons" charset="0"/>
              </a:defRPr>
            </a:lvl5pPr>
            <a:lvl6pPr>
              <a:defRPr>
                <a:solidFill>
                  <a:schemeClr val="accent1"/>
                </a:solidFill>
              </a:defRPr>
            </a:lvl6pPr>
            <a:lvl7pPr>
              <a:defRPr>
                <a:solidFill>
                  <a:schemeClr val="accent1"/>
                </a:solidFill>
              </a:defRPr>
            </a:lvl7pPr>
            <a:lvl8pPr>
              <a:defRPr>
                <a:solidFill>
                  <a:schemeClr val="accent1"/>
                </a:solidFill>
              </a:defRPr>
            </a:lvl8pPr>
            <a:lvl9pPr>
              <a:defRPr>
                <a:solidFill>
                  <a:schemeClr val="accent1"/>
                </a:solidFill>
              </a:defRPr>
            </a:lvl9pPr>
          </a:lstStyle>
          <a:p>
            <a:pPr lvl="0"/>
            <a:r>
              <a:rPr lang="en-US"/>
              <a:t>Click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Picture Placeholder 8"/>
          <p:cNvSpPr>
            <a:spLocks noGrp="1"/>
          </p:cNvSpPr>
          <p:nvPr>
            <p:ph type="pic" sz="quarter" idx="13" hasCustomPrompt="1"/>
          </p:nvPr>
        </p:nvSpPr>
        <p:spPr>
          <a:xfrm>
            <a:off x="1" y="0"/>
            <a:ext cx="4822612" cy="6858000"/>
          </a:xfrm>
          <a:prstGeom prst="rect">
            <a:avLst/>
          </a:prstGeom>
          <a:solidFill>
            <a:schemeClr val="bg1"/>
          </a:solidFill>
        </p:spPr>
        <p:txBody>
          <a:bodyPr anchor="ctr">
            <a:noAutofit/>
          </a:bodyPr>
          <a:lstStyle>
            <a:lvl1pPr algn="ctr">
              <a:defRPr sz="3067" b="0" i="0">
                <a:latin typeface="PS TT Commons Light" charset="0"/>
                <a:ea typeface="PS TT Commons Light" charset="0"/>
                <a:cs typeface="PS TT Commons Light" charset="0"/>
              </a:defRPr>
            </a:lvl1pPr>
          </a:lstStyle>
          <a:p>
            <a:pPr lvl="0"/>
            <a:r>
              <a:rPr lang="en-US" dirty="0"/>
              <a:t>Click Icon</a:t>
            </a:r>
            <a:br>
              <a:rPr lang="en-US" dirty="0"/>
            </a:br>
            <a:r>
              <a:rPr lang="en-US" dirty="0"/>
              <a:t>to Add Graphic</a:t>
            </a:r>
          </a:p>
        </p:txBody>
      </p:sp>
      <p:sp>
        <p:nvSpPr>
          <p:cNvPr id="6" name="Rectangle 5"/>
          <p:cNvSpPr/>
          <p:nvPr userDrawn="1"/>
        </p:nvSpPr>
        <p:spPr>
          <a:xfrm>
            <a:off x="1" y="-474034"/>
            <a:ext cx="4776604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 defTabSz="1219232"/>
            <a:r>
              <a:rPr lang="en-US" sz="1600" b="1" i="0">
                <a:solidFill>
                  <a:srgbClr val="404040"/>
                </a:solidFill>
                <a:latin typeface="PS TT Commons DemiBold" charset="0"/>
                <a:ea typeface="PS TT Commons DemiBold" charset="0"/>
                <a:cs typeface="PS TT Commons DemiBold" charset="0"/>
              </a:rPr>
              <a:t>This slidelist is </a:t>
            </a:r>
            <a:r>
              <a:rPr lang="en-US" sz="1600" b="1" i="0">
                <a:solidFill>
                  <a:srgbClr val="F05A28"/>
                </a:solidFill>
                <a:latin typeface="PS TT Commons DemiBold" charset="0"/>
                <a:ea typeface="PS TT Commons DemiBold" charset="0"/>
                <a:cs typeface="PS TT Commons DemiBold" charset="0"/>
              </a:rPr>
              <a:t>preset </a:t>
            </a:r>
            <a:r>
              <a:rPr lang="en-US" sz="1600" b="1" i="0">
                <a:solidFill>
                  <a:srgbClr val="404040"/>
                </a:solidFill>
                <a:latin typeface="PS TT Commons DemiBold" charset="0"/>
                <a:ea typeface="PS TT Commons DemiBold" charset="0"/>
                <a:cs typeface="PS TT Commons DemiBold" charset="0"/>
              </a:rPr>
              <a:t>with</a:t>
            </a:r>
            <a:r>
              <a:rPr lang="en-US" sz="1600" b="1" i="0" baseline="0">
                <a:solidFill>
                  <a:srgbClr val="404040"/>
                </a:solidFill>
                <a:latin typeface="PS TT Commons DemiBold" charset="0"/>
                <a:ea typeface="PS TT Commons DemiBold" charset="0"/>
                <a:cs typeface="PS TT Commons DemiBold" charset="0"/>
              </a:rPr>
              <a:t> </a:t>
            </a:r>
            <a:r>
              <a:rPr lang="en-US" sz="1600" b="1" i="0">
                <a:solidFill>
                  <a:srgbClr val="F05A28"/>
                </a:solidFill>
                <a:latin typeface="PS TT Commons DemiBold" charset="0"/>
                <a:ea typeface="PS TT Commons DemiBold" charset="0"/>
                <a:cs typeface="PS TT Commons DemiBold" charset="0"/>
              </a:rPr>
              <a:t>animations</a:t>
            </a:r>
            <a:endParaRPr lang="en-US" sz="1600" b="1" i="0" dirty="0">
              <a:solidFill>
                <a:srgbClr val="F05A28"/>
              </a:solidFill>
              <a:latin typeface="PS TT Commons DemiBold" charset="0"/>
              <a:ea typeface="PS TT Commons DemiBold" charset="0"/>
              <a:cs typeface="PS TT Commons DemiBold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343895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5">
        <p:tmplLst>
          <p:tmpl lvl="1">
            <p:tnLst>
              <p:par>
                <p:cTn presetID="1" presetClass="entr" presetSubtype="0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3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  <p:subTnLst>
                    <p:animClr clrSpc="rgb" dir="cw">
                      <p:cBhvr override="childStyle">
                        <p:cTn dur="1" fill="hold" display="0" masterRel="nextClick" afterEffect="1"/>
                        <p:tgtEl>
                          <p:spTgt spid="3"/>
                        </p:tgtEl>
                        <p:attrNameLst>
                          <p:attrName>ppt_c</p:attrName>
                        </p:attrNameLst>
                      </p:cBhvr>
                      <p:to>
                        <a:schemeClr val="tx2"/>
                      </p:to>
                    </p:animClr>
                  </p:subTnLst>
                </p:cTn>
              </p:par>
            </p:tnLst>
          </p:tmpl>
          <p:tmpl lvl="2">
            <p:tnLst>
              <p:par>
                <p:cTn presetID="1" presetClass="entr" presetSubtype="0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3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  <p:subTnLst>
                    <p:animClr clrSpc="rgb" dir="cw">
                      <p:cBhvr override="childStyle">
                        <p:cTn dur="1" fill="hold" display="0" masterRel="nextClick" afterEffect="1"/>
                        <p:tgtEl>
                          <p:spTgt spid="3"/>
                        </p:tgtEl>
                        <p:attrNameLst>
                          <p:attrName>ppt_c</p:attrName>
                        </p:attrNameLst>
                      </p:cBhvr>
                      <p:to>
                        <a:schemeClr val="tx2"/>
                      </p:to>
                    </p:animClr>
                  </p:subTnLst>
                </p:cTn>
              </p:par>
            </p:tnLst>
          </p:tmpl>
          <p:tmpl lvl="3">
            <p:tnLst>
              <p:par>
                <p:cTn presetID="1" presetClass="entr" presetSubtype="0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3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  <p:subTnLst>
                    <p:animClr clrSpc="rgb" dir="cw">
                      <p:cBhvr override="childStyle">
                        <p:cTn dur="1" fill="hold" display="0" masterRel="nextClick" afterEffect="1"/>
                        <p:tgtEl>
                          <p:spTgt spid="3"/>
                        </p:tgtEl>
                        <p:attrNameLst>
                          <p:attrName>ppt_c</p:attrName>
                        </p:attrNameLst>
                      </p:cBhvr>
                      <p:to>
                        <a:schemeClr val="tx2"/>
                      </p:to>
                    </p:animClr>
                  </p:subTnLst>
                </p:cTn>
              </p:par>
            </p:tnLst>
          </p:tmpl>
          <p:tmpl lvl="4">
            <p:tnLst>
              <p:par>
                <p:cTn presetID="1" presetClass="entr" presetSubtype="0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3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  <p:subTnLst>
                    <p:animClr clrSpc="rgb" dir="cw">
                      <p:cBhvr override="childStyle">
                        <p:cTn dur="1" fill="hold" display="0" masterRel="nextClick" afterEffect="1"/>
                        <p:tgtEl>
                          <p:spTgt spid="3"/>
                        </p:tgtEl>
                        <p:attrNameLst>
                          <p:attrName>ppt_c</p:attrName>
                        </p:attrNameLst>
                      </p:cBhvr>
                      <p:to>
                        <a:schemeClr val="tx2"/>
                      </p:to>
                    </p:animClr>
                  </p:subTnLst>
                </p:cTn>
              </p:par>
            </p:tnLst>
          </p:tmpl>
          <p:tmpl lvl="5">
            <p:tnLst>
              <p:par>
                <p:cTn presetID="1" presetClass="entr" presetSubtype="0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3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  <p:subTnLst>
                    <p:animClr clrSpc="rgb" dir="cw">
                      <p:cBhvr override="childStyle">
                        <p:cTn dur="1" fill="hold" display="0" masterRel="nextClick" afterEffect="1"/>
                        <p:tgtEl>
                          <p:spTgt spid="3"/>
                        </p:tgtEl>
                        <p:attrNameLst>
                          <p:attrName>ppt_c</p:attrName>
                        </p:attrNameLst>
                      </p:cBhvr>
                      <p:to>
                        <a:schemeClr val="tx2"/>
                      </p:to>
                    </p:animClr>
                  </p:subTnLst>
                </p:cTn>
              </p:par>
            </p:tnLst>
          </p:tmpl>
        </p:tmplLst>
      </p:bldP>
    </p:bldLst>
  </p:timing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rcle Image Left | Title and Content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523232" y="2245410"/>
            <a:ext cx="6778752" cy="745872"/>
          </a:xfrm>
        </p:spPr>
        <p:txBody>
          <a:bodyPr anchor="b">
            <a:noAutofit/>
          </a:bodyPr>
          <a:lstStyle>
            <a:lvl1pPr algn="l">
              <a:defRPr sz="3334"/>
            </a:lvl1pPr>
          </a:lstStyle>
          <a:p>
            <a:r>
              <a:rPr lang="en-US"/>
              <a:t>Add Slide Title in Title Case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sz="quarter" idx="15" hasCustomPrompt="1"/>
          </p:nvPr>
        </p:nvSpPr>
        <p:spPr>
          <a:xfrm>
            <a:off x="954620" y="1954960"/>
            <a:ext cx="2887105" cy="2887105"/>
          </a:xfrm>
          <a:prstGeom prst="ellipse">
            <a:avLst/>
          </a:prstGeom>
          <a:noFill/>
          <a:ln>
            <a:solidFill>
              <a:schemeClr val="bg1">
                <a:lumMod val="95000"/>
              </a:schemeClr>
            </a:solidFill>
          </a:ln>
        </p:spPr>
        <p:txBody>
          <a:bodyPr anchor="ctr"/>
          <a:lstStyle>
            <a:lvl1pPr algn="ctr">
              <a:defRPr sz="2667" b="0" i="0">
                <a:latin typeface="PS TT Commons Light" charset="0"/>
                <a:ea typeface="PS TT Commons Light" charset="0"/>
                <a:cs typeface="PS TT Commons Light" charset="0"/>
              </a:defRPr>
            </a:lvl1pPr>
          </a:lstStyle>
          <a:p>
            <a:r>
              <a:rPr lang="en-US" dirty="0"/>
              <a:t>Click to </a:t>
            </a:r>
            <a:br>
              <a:rPr lang="en-US" dirty="0"/>
            </a:br>
            <a:r>
              <a:rPr lang="en-US" dirty="0"/>
              <a:t>add photo</a:t>
            </a:r>
          </a:p>
        </p:txBody>
      </p:sp>
      <p:sp>
        <p:nvSpPr>
          <p:cNvPr id="4" name="Text Placeholder 16"/>
          <p:cNvSpPr>
            <a:spLocks noGrp="1"/>
          </p:cNvSpPr>
          <p:nvPr>
            <p:ph type="body" sz="quarter" idx="12" hasCustomPrompt="1"/>
          </p:nvPr>
        </p:nvSpPr>
        <p:spPr>
          <a:xfrm>
            <a:off x="4523232" y="3247313"/>
            <a:ext cx="6778752" cy="2543887"/>
          </a:xfrm>
          <a:prstGeom prst="rect">
            <a:avLst/>
          </a:prstGeom>
        </p:spPr>
        <p:txBody>
          <a:bodyPr anchor="t">
            <a:noAutofit/>
          </a:bodyPr>
          <a:lstStyle>
            <a:lvl1pPr algn="l">
              <a:lnSpc>
                <a:spcPct val="100000"/>
              </a:lnSpc>
              <a:defRPr sz="2267" b="0" i="0" baseline="0">
                <a:solidFill>
                  <a:schemeClr val="accent1"/>
                </a:solidFill>
                <a:latin typeface="+mn-lt"/>
                <a:ea typeface="PS TT Commons DemiBold" charset="0"/>
                <a:cs typeface="PS TT Commons DemiBold" charset="0"/>
              </a:defRPr>
            </a:lvl1pPr>
            <a:lvl2pPr algn="l">
              <a:buSzPct val="100000"/>
              <a:defRPr sz="2267" b="0" i="0">
                <a:solidFill>
                  <a:schemeClr val="accent1"/>
                </a:solidFill>
                <a:latin typeface="PS TT Commons" charset="0"/>
                <a:ea typeface="PS TT Commons" charset="0"/>
                <a:cs typeface="PS TT Commons" charset="0"/>
              </a:defRPr>
            </a:lvl2pPr>
            <a:lvl3pPr algn="l">
              <a:defRPr sz="2400" b="0" i="0">
                <a:solidFill>
                  <a:schemeClr val="accent1"/>
                </a:solidFill>
                <a:latin typeface="PS TT Commons" charset="0"/>
                <a:ea typeface="PS TT Commons" charset="0"/>
                <a:cs typeface="PS TT Commons" charset="0"/>
              </a:defRPr>
            </a:lvl3pPr>
            <a:lvl4pPr algn="l">
              <a:defRPr sz="2400" b="0" i="0">
                <a:solidFill>
                  <a:schemeClr val="accent1"/>
                </a:solidFill>
                <a:latin typeface="PS TT Commons" charset="0"/>
                <a:ea typeface="PS TT Commons" charset="0"/>
                <a:cs typeface="PS TT Commons" charset="0"/>
              </a:defRPr>
            </a:lvl4pPr>
            <a:lvl5pPr algn="l">
              <a:defRPr sz="2400" b="0" i="0">
                <a:solidFill>
                  <a:schemeClr val="accent1"/>
                </a:solidFill>
                <a:latin typeface="PS TT Commons" charset="0"/>
                <a:ea typeface="PS TT Commons" charset="0"/>
                <a:cs typeface="PS TT Commons" charset="0"/>
              </a:defRPr>
            </a:lvl5pPr>
            <a:lvl6pPr>
              <a:defRPr>
                <a:solidFill>
                  <a:schemeClr val="accent1"/>
                </a:solidFill>
              </a:defRPr>
            </a:lvl6pPr>
            <a:lvl7pPr>
              <a:defRPr>
                <a:solidFill>
                  <a:schemeClr val="accent1"/>
                </a:solidFill>
              </a:defRPr>
            </a:lvl7pPr>
            <a:lvl8pPr>
              <a:defRPr>
                <a:solidFill>
                  <a:schemeClr val="accent1"/>
                </a:solidFill>
              </a:defRPr>
            </a:lvl8pPr>
            <a:lvl9pPr>
              <a:defRPr>
                <a:solidFill>
                  <a:schemeClr val="accent1"/>
                </a:solidFill>
              </a:defRPr>
            </a:lvl9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/>
              <a:t>Second level</a:t>
            </a:r>
            <a:endParaRPr lang="en-US" dirty="0"/>
          </a:p>
        </p:txBody>
      </p:sp>
      <p:sp>
        <p:nvSpPr>
          <p:cNvPr id="6" name="Rectangle 5"/>
          <p:cNvSpPr/>
          <p:nvPr userDrawn="1"/>
        </p:nvSpPr>
        <p:spPr>
          <a:xfrm>
            <a:off x="1" y="-474034"/>
            <a:ext cx="4776604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 defTabSz="1219232"/>
            <a:r>
              <a:rPr lang="en-US" sz="1600" b="1" i="0">
                <a:solidFill>
                  <a:srgbClr val="404040"/>
                </a:solidFill>
                <a:latin typeface="PS TT Commons DemiBold" charset="0"/>
                <a:ea typeface="PS TT Commons DemiBold" charset="0"/>
                <a:cs typeface="PS TT Commons DemiBold" charset="0"/>
              </a:rPr>
              <a:t>This slidelist is </a:t>
            </a:r>
            <a:r>
              <a:rPr lang="en-US" sz="1600" b="1" i="0">
                <a:solidFill>
                  <a:srgbClr val="F05A28"/>
                </a:solidFill>
                <a:latin typeface="PS TT Commons DemiBold" charset="0"/>
                <a:ea typeface="PS TT Commons DemiBold" charset="0"/>
                <a:cs typeface="PS TT Commons DemiBold" charset="0"/>
              </a:rPr>
              <a:t>preset </a:t>
            </a:r>
            <a:r>
              <a:rPr lang="en-US" sz="1600" b="1" i="0">
                <a:solidFill>
                  <a:srgbClr val="404040"/>
                </a:solidFill>
                <a:latin typeface="PS TT Commons DemiBold" charset="0"/>
                <a:ea typeface="PS TT Commons DemiBold" charset="0"/>
                <a:cs typeface="PS TT Commons DemiBold" charset="0"/>
              </a:rPr>
              <a:t>with</a:t>
            </a:r>
            <a:r>
              <a:rPr lang="en-US" sz="1600" b="1" i="0" baseline="0">
                <a:solidFill>
                  <a:srgbClr val="404040"/>
                </a:solidFill>
                <a:latin typeface="PS TT Commons DemiBold" charset="0"/>
                <a:ea typeface="PS TT Commons DemiBold" charset="0"/>
                <a:cs typeface="PS TT Commons DemiBold" charset="0"/>
              </a:rPr>
              <a:t> </a:t>
            </a:r>
            <a:r>
              <a:rPr lang="en-US" sz="1600" b="1" i="0">
                <a:solidFill>
                  <a:srgbClr val="F05A28"/>
                </a:solidFill>
                <a:latin typeface="PS TT Commons DemiBold" charset="0"/>
                <a:ea typeface="PS TT Commons DemiBold" charset="0"/>
                <a:cs typeface="PS TT Commons DemiBold" charset="0"/>
              </a:rPr>
              <a:t>animations</a:t>
            </a:r>
            <a:endParaRPr lang="en-US" sz="1600" b="1" i="0" dirty="0">
              <a:solidFill>
                <a:srgbClr val="F05A28"/>
              </a:solidFill>
              <a:latin typeface="PS TT Commons DemiBold" charset="0"/>
              <a:ea typeface="PS TT Commons DemiBold" charset="0"/>
              <a:cs typeface="PS TT Commons DemiBold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1105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 bldLvl="5">
        <p:tmplLst>
          <p:tmpl lvl="1">
            <p:tnLst>
              <p:par>
                <p:cTn presetID="1" presetClass="entr" presetSubtype="0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4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  <p:subTnLst>
                    <p:animClr clrSpc="rgb" dir="cw">
                      <p:cBhvr override="childStyle">
                        <p:cTn dur="1" fill="hold" display="0" masterRel="nextClick" afterEffect="1"/>
                        <p:tgtEl>
                          <p:spTgt spid="4"/>
                        </p:tgtEl>
                        <p:attrNameLst>
                          <p:attrName>ppt_c</p:attrName>
                        </p:attrNameLst>
                      </p:cBhvr>
                      <p:to>
                        <a:schemeClr val="tx2"/>
                      </p:to>
                    </p:animClr>
                  </p:subTnLst>
                </p:cTn>
              </p:par>
            </p:tnLst>
          </p:tmpl>
          <p:tmpl lvl="2">
            <p:tnLst>
              <p:par>
                <p:cTn presetID="1" presetClass="entr" presetSubtype="0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4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</p:cTn>
              </p:par>
            </p:tnLst>
          </p:tmpl>
          <p:tmpl lvl="3">
            <p:tnLst>
              <p:par>
                <p:cTn presetID="1" presetClass="entr" presetSubtype="0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4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  <p:subTnLst>
                    <p:animClr clrSpc="rgb" dir="cw">
                      <p:cBhvr override="childStyle">
                        <p:cTn dur="1" fill="hold" display="0" masterRel="nextClick" afterEffect="1"/>
                        <p:tgtEl>
                          <p:spTgt spid="4"/>
                        </p:tgtEl>
                        <p:attrNameLst>
                          <p:attrName>ppt_c</p:attrName>
                        </p:attrNameLst>
                      </p:cBhvr>
                      <p:to>
                        <a:schemeClr val="tx2"/>
                      </p:to>
                    </p:animClr>
                  </p:subTnLst>
                </p:cTn>
              </p:par>
            </p:tnLst>
          </p:tmpl>
          <p:tmpl lvl="4">
            <p:tnLst>
              <p:par>
                <p:cTn presetID="1" presetClass="entr" presetSubtype="0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4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  <p:subTnLst>
                    <p:animClr clrSpc="rgb" dir="cw">
                      <p:cBhvr override="childStyle">
                        <p:cTn dur="1" fill="hold" display="0" masterRel="nextClick" afterEffect="1"/>
                        <p:tgtEl>
                          <p:spTgt spid="4"/>
                        </p:tgtEl>
                        <p:attrNameLst>
                          <p:attrName>ppt_c</p:attrName>
                        </p:attrNameLst>
                      </p:cBhvr>
                      <p:to>
                        <a:schemeClr val="tx2"/>
                      </p:to>
                    </p:animClr>
                  </p:subTnLst>
                </p:cTn>
              </p:par>
            </p:tnLst>
          </p:tmpl>
          <p:tmpl lvl="5">
            <p:tnLst>
              <p:par>
                <p:cTn presetID="1" presetClass="entr" presetSubtype="0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4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  <p:subTnLst>
                    <p:animClr clrSpc="rgb" dir="cw">
                      <p:cBhvr override="childStyle">
                        <p:cTn dur="1" fill="hold" display="0" masterRel="nextClick" afterEffect="1"/>
                        <p:tgtEl>
                          <p:spTgt spid="4"/>
                        </p:tgtEl>
                        <p:attrNameLst>
                          <p:attrName>ppt_c</p:attrName>
                        </p:attrNameLst>
                      </p:cBhvr>
                      <p:to>
                        <a:schemeClr val="tx2"/>
                      </p:to>
                    </p:animClr>
                  </p:subTnLst>
                </p:cTn>
              </p:par>
            </p:tnLst>
          </p:tmpl>
        </p:tmplLst>
      </p:bldP>
    </p:bldLst>
  </p:timing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: Point-by-Poi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Add Slide Title in Title Case</a:t>
            </a:r>
          </a:p>
        </p:txBody>
      </p:sp>
      <p:cxnSp>
        <p:nvCxnSpPr>
          <p:cNvPr id="3" name="Straight Connector 2"/>
          <p:cNvCxnSpPr/>
          <p:nvPr/>
        </p:nvCxnSpPr>
        <p:spPr>
          <a:xfrm>
            <a:off x="6096000" y="1631527"/>
            <a:ext cx="0" cy="4640580"/>
          </a:xfrm>
          <a:prstGeom prst="line">
            <a:avLst/>
          </a:prstGeom>
          <a:ln w="50800">
            <a:solidFill>
              <a:schemeClr val="accent1"/>
            </a:solidFill>
            <a:headEnd type="non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 Placeholder 6"/>
          <p:cNvSpPr>
            <a:spLocks noGrp="1"/>
          </p:cNvSpPr>
          <p:nvPr>
            <p:ph type="body" sz="quarter" idx="10" hasCustomPrompt="1"/>
          </p:nvPr>
        </p:nvSpPr>
        <p:spPr>
          <a:xfrm>
            <a:off x="539834" y="1631527"/>
            <a:ext cx="5285232" cy="450431"/>
          </a:xfrm>
          <a:prstGeom prst="rect">
            <a:avLst/>
          </a:prstGeom>
        </p:spPr>
        <p:txBody>
          <a:bodyPr>
            <a:noAutofit/>
          </a:bodyPr>
          <a:lstStyle>
            <a:lvl1pPr algn="r">
              <a:defRPr sz="2267" b="0" i="0" baseline="0">
                <a:solidFill>
                  <a:schemeClr val="accent1"/>
                </a:solidFill>
                <a:latin typeface="+mn-lt"/>
                <a:ea typeface="PS TT Commons DemiBold" charset="0"/>
                <a:cs typeface="PS TT Commons DemiBold" charset="0"/>
              </a:defRPr>
            </a:lvl1pPr>
          </a:lstStyle>
          <a:p>
            <a:pPr lvl="0"/>
            <a:r>
              <a:rPr lang="en-US"/>
              <a:t>Compare item one</a:t>
            </a:r>
            <a:endParaRPr lang="en-US" dirty="0"/>
          </a:p>
        </p:txBody>
      </p:sp>
      <p:sp>
        <p:nvSpPr>
          <p:cNvPr id="5" name="Text Placeholder 3"/>
          <p:cNvSpPr>
            <a:spLocks noGrp="1"/>
          </p:cNvSpPr>
          <p:nvPr>
            <p:ph type="body" sz="quarter" idx="15" hasCustomPrompt="1"/>
          </p:nvPr>
        </p:nvSpPr>
        <p:spPr>
          <a:xfrm>
            <a:off x="539834" y="2235200"/>
            <a:ext cx="5285233" cy="3928533"/>
          </a:xfrm>
          <a:prstGeom prst="rect">
            <a:avLst/>
          </a:prstGeom>
        </p:spPr>
        <p:txBody>
          <a:bodyPr>
            <a:noAutofit/>
          </a:bodyPr>
          <a:lstStyle>
            <a:lvl1pPr marL="0" marR="0" indent="0" algn="r" defTabSz="586017" rtl="0" eaLnBrk="1" fontAlgn="auto" latinLnBrk="0" hangingPunct="1">
              <a:lnSpc>
                <a:spcPct val="90000"/>
              </a:lnSpc>
              <a:spcBef>
                <a:spcPts val="1800"/>
              </a:spcBef>
              <a:spcAft>
                <a:spcPts val="0"/>
              </a:spcAft>
              <a:buClrTx/>
              <a:buSzPct val="75000"/>
              <a:buFont typeface="Myriad Pro" panose="020B0503030403020204" pitchFamily="34" charset="0"/>
              <a:buNone/>
              <a:tabLst/>
              <a:defRPr sz="2133" b="0" i="0">
                <a:latin typeface="+mn-lt"/>
                <a:ea typeface="PS TT Commons Medium" charset="0"/>
                <a:cs typeface="PS TT Commons Medium" charset="0"/>
              </a:defRPr>
            </a:lvl1pPr>
          </a:lstStyle>
          <a:p>
            <a:pPr lvl="0"/>
            <a:r>
              <a:rPr lang="en-US"/>
              <a:t>Point number 1</a:t>
            </a:r>
          </a:p>
          <a:p>
            <a:pPr marL="0" marR="0" lvl="0" indent="0" algn="r" defTabSz="586017" rtl="0" eaLnBrk="1" fontAlgn="auto" latinLnBrk="0" hangingPunct="1">
              <a:lnSpc>
                <a:spcPct val="90000"/>
              </a:lnSpc>
              <a:spcBef>
                <a:spcPts val="1800"/>
              </a:spcBef>
              <a:spcAft>
                <a:spcPts val="0"/>
              </a:spcAft>
              <a:buClrTx/>
              <a:buSzPct val="75000"/>
              <a:buFont typeface="Myriad Pro" panose="020B0503030403020204" pitchFamily="34" charset="0"/>
              <a:buNone/>
              <a:tabLst/>
              <a:defRPr/>
            </a:pPr>
            <a:r>
              <a:rPr lang="en-US"/>
              <a:t>Point number 2</a:t>
            </a:r>
          </a:p>
          <a:p>
            <a:pPr marL="0" marR="0" lvl="0" indent="0" algn="r" defTabSz="586017" rtl="0" eaLnBrk="1" fontAlgn="auto" latinLnBrk="0" hangingPunct="1">
              <a:lnSpc>
                <a:spcPct val="90000"/>
              </a:lnSpc>
              <a:spcBef>
                <a:spcPts val="1800"/>
              </a:spcBef>
              <a:spcAft>
                <a:spcPts val="0"/>
              </a:spcAft>
              <a:buClrTx/>
              <a:buSzPct val="75000"/>
              <a:buFont typeface="Myriad Pro" panose="020B0503030403020204" pitchFamily="34" charset="0"/>
              <a:buNone/>
              <a:tabLst/>
              <a:defRPr/>
            </a:pPr>
            <a:r>
              <a:rPr lang="en-US"/>
              <a:t>Point number 3</a:t>
            </a:r>
          </a:p>
          <a:p>
            <a:pPr marL="0" marR="0" lvl="0" indent="0" algn="r" defTabSz="586017" rtl="0" eaLnBrk="1" fontAlgn="auto" latinLnBrk="0" hangingPunct="1">
              <a:lnSpc>
                <a:spcPct val="90000"/>
              </a:lnSpc>
              <a:spcBef>
                <a:spcPts val="1800"/>
              </a:spcBef>
              <a:spcAft>
                <a:spcPts val="0"/>
              </a:spcAft>
              <a:buClrTx/>
              <a:buSzPct val="75000"/>
              <a:buFont typeface="Myriad Pro" panose="020B0503030403020204" pitchFamily="34" charset="0"/>
              <a:buNone/>
              <a:tabLst/>
              <a:defRPr/>
            </a:pPr>
            <a:r>
              <a:rPr lang="en-US"/>
              <a:t>Point number 4</a:t>
            </a:r>
          </a:p>
          <a:p>
            <a:pPr marL="0" marR="0" lvl="0" indent="0" algn="r" defTabSz="586017" rtl="0" eaLnBrk="1" fontAlgn="auto" latinLnBrk="0" hangingPunct="1">
              <a:lnSpc>
                <a:spcPct val="90000"/>
              </a:lnSpc>
              <a:spcBef>
                <a:spcPts val="1800"/>
              </a:spcBef>
              <a:spcAft>
                <a:spcPts val="0"/>
              </a:spcAft>
              <a:buClrTx/>
              <a:buSzPct val="75000"/>
              <a:buFont typeface="Myriad Pro" panose="020B0503030403020204" pitchFamily="34" charset="0"/>
              <a:buNone/>
              <a:tabLst/>
              <a:defRPr/>
            </a:pPr>
            <a:r>
              <a:rPr lang="en-US"/>
              <a:t>Point number 5</a:t>
            </a:r>
          </a:p>
          <a:p>
            <a:pPr lvl="0"/>
            <a:endParaRPr lang="en-US" dirty="0"/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6" hasCustomPrompt="1"/>
          </p:nvPr>
        </p:nvSpPr>
        <p:spPr>
          <a:xfrm>
            <a:off x="6366933" y="1631527"/>
            <a:ext cx="5285232" cy="450431"/>
          </a:xfrm>
          <a:prstGeom prst="rect">
            <a:avLst/>
          </a:prstGeom>
        </p:spPr>
        <p:txBody>
          <a:bodyPr lIns="0">
            <a:noAutofit/>
          </a:bodyPr>
          <a:lstStyle>
            <a:lvl1pPr algn="l">
              <a:defRPr sz="2267" b="0" i="0" baseline="0">
                <a:solidFill>
                  <a:schemeClr val="accent1"/>
                </a:solidFill>
                <a:latin typeface="+mn-lt"/>
                <a:ea typeface="PS TT Commons DemiBold" charset="0"/>
                <a:cs typeface="PS TT Commons DemiBold" charset="0"/>
              </a:defRPr>
            </a:lvl1pPr>
          </a:lstStyle>
          <a:p>
            <a:pPr lvl="0"/>
            <a:r>
              <a:rPr lang="en-US"/>
              <a:t>Compare item two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quarter" idx="17" hasCustomPrompt="1"/>
          </p:nvPr>
        </p:nvSpPr>
        <p:spPr>
          <a:xfrm>
            <a:off x="6366935" y="2235200"/>
            <a:ext cx="5286349" cy="3928533"/>
          </a:xfrm>
          <a:prstGeom prst="rect">
            <a:avLst/>
          </a:prstGeom>
        </p:spPr>
        <p:txBody>
          <a:bodyPr>
            <a:noAutofit/>
          </a:bodyPr>
          <a:lstStyle>
            <a:lvl1pPr marL="0" marR="0" indent="0" algn="l" defTabSz="586017" rtl="0" eaLnBrk="1" fontAlgn="auto" latinLnBrk="0" hangingPunct="1">
              <a:lnSpc>
                <a:spcPct val="90000"/>
              </a:lnSpc>
              <a:spcBef>
                <a:spcPts val="1800"/>
              </a:spcBef>
              <a:spcAft>
                <a:spcPts val="0"/>
              </a:spcAft>
              <a:buClrTx/>
              <a:buSzPct val="75000"/>
              <a:buFont typeface="Myriad Pro" panose="020B0503030403020204" pitchFamily="34" charset="0"/>
              <a:buNone/>
              <a:tabLst/>
              <a:defRPr sz="2133" b="0" i="0" baseline="0">
                <a:latin typeface="+mn-lt"/>
                <a:ea typeface="PS TT Commons Medium" charset="0"/>
                <a:cs typeface="PS TT Commons Medium" charset="0"/>
              </a:defRPr>
            </a:lvl1pPr>
          </a:lstStyle>
          <a:p>
            <a:pPr marL="0" marR="0" lvl="0" indent="0" algn="l" defTabSz="586017" rtl="0" eaLnBrk="1" fontAlgn="auto" latinLnBrk="0" hangingPunct="1">
              <a:lnSpc>
                <a:spcPct val="90000"/>
              </a:lnSpc>
              <a:spcBef>
                <a:spcPts val="1800"/>
              </a:spcBef>
              <a:spcAft>
                <a:spcPts val="0"/>
              </a:spcAft>
              <a:buClrTx/>
              <a:buSzPct val="75000"/>
              <a:buFont typeface="Myriad Pro" panose="020B0503030403020204" pitchFamily="34" charset="0"/>
              <a:buNone/>
              <a:tabLst/>
              <a:defRPr/>
            </a:pPr>
            <a:r>
              <a:rPr lang="en-US"/>
              <a:t>Counterpoint number 1</a:t>
            </a:r>
          </a:p>
          <a:p>
            <a:pPr marL="0" marR="0" lvl="0" indent="0" algn="l" defTabSz="586017" rtl="0" eaLnBrk="1" fontAlgn="auto" latinLnBrk="0" hangingPunct="1">
              <a:lnSpc>
                <a:spcPct val="90000"/>
              </a:lnSpc>
              <a:spcBef>
                <a:spcPts val="1800"/>
              </a:spcBef>
              <a:spcAft>
                <a:spcPts val="0"/>
              </a:spcAft>
              <a:buClrTx/>
              <a:buSzPct val="75000"/>
              <a:buFont typeface="Myriad Pro" panose="020B0503030403020204" pitchFamily="34" charset="0"/>
              <a:buNone/>
              <a:tabLst/>
              <a:defRPr/>
            </a:pPr>
            <a:r>
              <a:rPr lang="en-US"/>
              <a:t>Counterpoint number 2</a:t>
            </a:r>
          </a:p>
          <a:p>
            <a:pPr marL="0" marR="0" lvl="0" indent="0" algn="l" defTabSz="586017" rtl="0" eaLnBrk="1" fontAlgn="auto" latinLnBrk="0" hangingPunct="1">
              <a:lnSpc>
                <a:spcPct val="90000"/>
              </a:lnSpc>
              <a:spcBef>
                <a:spcPts val="1800"/>
              </a:spcBef>
              <a:spcAft>
                <a:spcPts val="0"/>
              </a:spcAft>
              <a:buClrTx/>
              <a:buSzPct val="75000"/>
              <a:buFont typeface="Myriad Pro" panose="020B0503030403020204" pitchFamily="34" charset="0"/>
              <a:buNone/>
              <a:tabLst/>
              <a:defRPr/>
            </a:pPr>
            <a:r>
              <a:rPr lang="en-US"/>
              <a:t>Counterpoint number 3</a:t>
            </a:r>
          </a:p>
          <a:p>
            <a:pPr marL="0" marR="0" lvl="0" indent="0" algn="l" defTabSz="586017" rtl="0" eaLnBrk="1" fontAlgn="auto" latinLnBrk="0" hangingPunct="1">
              <a:lnSpc>
                <a:spcPct val="90000"/>
              </a:lnSpc>
              <a:spcBef>
                <a:spcPts val="1800"/>
              </a:spcBef>
              <a:spcAft>
                <a:spcPts val="0"/>
              </a:spcAft>
              <a:buClrTx/>
              <a:buSzPct val="75000"/>
              <a:buFont typeface="Myriad Pro" panose="020B0503030403020204" pitchFamily="34" charset="0"/>
              <a:buNone/>
              <a:tabLst/>
              <a:defRPr/>
            </a:pPr>
            <a:r>
              <a:rPr lang="en-US"/>
              <a:t>Counterpoint number 4</a:t>
            </a:r>
          </a:p>
          <a:p>
            <a:pPr marL="0" marR="0" lvl="0" indent="0" algn="l" defTabSz="586017" rtl="0" eaLnBrk="1" fontAlgn="auto" latinLnBrk="0" hangingPunct="1">
              <a:lnSpc>
                <a:spcPct val="90000"/>
              </a:lnSpc>
              <a:spcBef>
                <a:spcPts val="1800"/>
              </a:spcBef>
              <a:spcAft>
                <a:spcPts val="0"/>
              </a:spcAft>
              <a:buClrTx/>
              <a:buSzPct val="75000"/>
              <a:buFont typeface="Myriad Pro" panose="020B0503030403020204" pitchFamily="34" charset="0"/>
              <a:buNone/>
              <a:tabLst/>
              <a:defRPr/>
            </a:pPr>
            <a:r>
              <a:rPr lang="en-US"/>
              <a:t>Counterpoint number 5</a:t>
            </a:r>
          </a:p>
          <a:p>
            <a:pPr marL="0" marR="0" lvl="0" indent="0" algn="l" defTabSz="586017" rtl="0" eaLnBrk="1" fontAlgn="auto" latinLnBrk="0" hangingPunct="1">
              <a:lnSpc>
                <a:spcPct val="90000"/>
              </a:lnSpc>
              <a:spcBef>
                <a:spcPts val="1800"/>
              </a:spcBef>
              <a:spcAft>
                <a:spcPts val="0"/>
              </a:spcAft>
              <a:buClrTx/>
              <a:buSzPct val="75000"/>
              <a:buFont typeface="Myriad Pro" panose="020B0503030403020204" pitchFamily="34" charset="0"/>
              <a:buNone/>
              <a:tabLst/>
              <a:defRPr/>
            </a:pPr>
            <a:endParaRPr lang="en-US"/>
          </a:p>
          <a:p>
            <a:pPr lvl="0"/>
            <a:endParaRPr lang="en-US" dirty="0"/>
          </a:p>
        </p:txBody>
      </p:sp>
      <p:sp>
        <p:nvSpPr>
          <p:cNvPr id="10" name="Rectangle 9"/>
          <p:cNvSpPr/>
          <p:nvPr userDrawn="1"/>
        </p:nvSpPr>
        <p:spPr>
          <a:xfrm>
            <a:off x="1" y="-474034"/>
            <a:ext cx="4776604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 defTabSz="1219232"/>
            <a:r>
              <a:rPr lang="en-US" sz="1600" b="1" i="0">
                <a:solidFill>
                  <a:srgbClr val="404040"/>
                </a:solidFill>
                <a:latin typeface="PS TT Commons DemiBold" charset="0"/>
                <a:ea typeface="PS TT Commons DemiBold" charset="0"/>
                <a:cs typeface="PS TT Commons DemiBold" charset="0"/>
              </a:rPr>
              <a:t>This slidelist is </a:t>
            </a:r>
            <a:r>
              <a:rPr lang="en-US" sz="1600" b="1" i="0">
                <a:solidFill>
                  <a:srgbClr val="F05A28"/>
                </a:solidFill>
                <a:latin typeface="PS TT Commons DemiBold" charset="0"/>
                <a:ea typeface="PS TT Commons DemiBold" charset="0"/>
                <a:cs typeface="PS TT Commons DemiBold" charset="0"/>
              </a:rPr>
              <a:t>preset </a:t>
            </a:r>
            <a:r>
              <a:rPr lang="en-US" sz="1600" b="1" i="0">
                <a:solidFill>
                  <a:srgbClr val="404040"/>
                </a:solidFill>
                <a:latin typeface="PS TT Commons DemiBold" charset="0"/>
                <a:ea typeface="PS TT Commons DemiBold" charset="0"/>
                <a:cs typeface="PS TT Commons DemiBold" charset="0"/>
              </a:rPr>
              <a:t>with</a:t>
            </a:r>
            <a:r>
              <a:rPr lang="en-US" sz="1600" b="1" i="0" baseline="0">
                <a:solidFill>
                  <a:srgbClr val="404040"/>
                </a:solidFill>
                <a:latin typeface="PS TT Commons DemiBold" charset="0"/>
                <a:ea typeface="PS TT Commons DemiBold" charset="0"/>
                <a:cs typeface="PS TT Commons DemiBold" charset="0"/>
              </a:rPr>
              <a:t> </a:t>
            </a:r>
            <a:r>
              <a:rPr lang="en-US" sz="1600" b="1" i="0">
                <a:solidFill>
                  <a:srgbClr val="F05A28"/>
                </a:solidFill>
                <a:latin typeface="PS TT Commons DemiBold" charset="0"/>
                <a:ea typeface="PS TT Commons DemiBold" charset="0"/>
                <a:cs typeface="PS TT Commons DemiBold" charset="0"/>
              </a:rPr>
              <a:t>animations</a:t>
            </a:r>
            <a:endParaRPr lang="en-US" sz="1600" b="1" i="0" dirty="0">
              <a:solidFill>
                <a:srgbClr val="F05A28"/>
              </a:solidFill>
              <a:latin typeface="PS TT Commons DemiBold" charset="0"/>
              <a:ea typeface="PS TT Commons DemiBold" charset="0"/>
              <a:cs typeface="PS TT Commons DemiBold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252732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>
        <p:tmplLst>
          <p:tmpl lvl="1">
            <p:tnLst>
              <p:par>
                <p:cTn presetID="1" presetClass="entr" presetSubtype="0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</p:cTn>
              </p:par>
            </p:tnLst>
          </p:tmpl>
        </p:tmplLst>
      </p:bldP>
      <p:bldP spid="8" grpId="0" build="p">
        <p:tmplLst>
          <p:tmpl lvl="1">
            <p:tnLst>
              <p:par>
                <p:cTn presetID="1" presetClass="entr" presetSubtype="0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</p:cTn>
              </p:par>
            </p:tnLst>
          </p:tmpl>
        </p:tmplLst>
      </p:bldP>
    </p:bldLst>
  </p:timing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: by It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Add Slide Title in Title Case</a:t>
            </a:r>
          </a:p>
        </p:txBody>
      </p:sp>
      <p:cxnSp>
        <p:nvCxnSpPr>
          <p:cNvPr id="3" name="Straight Connector 2"/>
          <p:cNvCxnSpPr/>
          <p:nvPr/>
        </p:nvCxnSpPr>
        <p:spPr>
          <a:xfrm>
            <a:off x="6096000" y="1631527"/>
            <a:ext cx="0" cy="4640580"/>
          </a:xfrm>
          <a:prstGeom prst="line">
            <a:avLst/>
          </a:prstGeom>
          <a:ln w="50800">
            <a:solidFill>
              <a:schemeClr val="accent1"/>
            </a:solidFill>
            <a:headEnd type="non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 Placeholder 6"/>
          <p:cNvSpPr>
            <a:spLocks noGrp="1"/>
          </p:cNvSpPr>
          <p:nvPr>
            <p:ph type="body" sz="quarter" idx="10" hasCustomPrompt="1"/>
          </p:nvPr>
        </p:nvSpPr>
        <p:spPr>
          <a:xfrm>
            <a:off x="539833" y="1631527"/>
            <a:ext cx="5285232" cy="450431"/>
          </a:xfrm>
          <a:prstGeom prst="rect">
            <a:avLst/>
          </a:prstGeom>
        </p:spPr>
        <p:txBody>
          <a:bodyPr>
            <a:noAutofit/>
          </a:bodyPr>
          <a:lstStyle>
            <a:lvl1pPr algn="r">
              <a:defRPr sz="2267" b="0" i="0" baseline="0">
                <a:solidFill>
                  <a:schemeClr val="accent1"/>
                </a:solidFill>
                <a:latin typeface="+mn-lt"/>
                <a:ea typeface="PS TT Commons DemiBold" charset="0"/>
                <a:cs typeface="PS TT Commons DemiBold" charset="0"/>
              </a:defRPr>
            </a:lvl1pPr>
          </a:lstStyle>
          <a:p>
            <a:pPr lvl="0"/>
            <a:r>
              <a:rPr lang="en-US"/>
              <a:t>Compare first thing</a:t>
            </a:r>
            <a:endParaRPr lang="en-US" dirty="0"/>
          </a:p>
        </p:txBody>
      </p:sp>
      <p:sp>
        <p:nvSpPr>
          <p:cNvPr id="5" name="Text Placeholder 3"/>
          <p:cNvSpPr>
            <a:spLocks noGrp="1"/>
          </p:cNvSpPr>
          <p:nvPr>
            <p:ph type="body" sz="quarter" idx="15" hasCustomPrompt="1"/>
          </p:nvPr>
        </p:nvSpPr>
        <p:spPr>
          <a:xfrm>
            <a:off x="539833" y="2235200"/>
            <a:ext cx="5285234" cy="3928533"/>
          </a:xfrm>
          <a:prstGeom prst="rect">
            <a:avLst/>
          </a:prstGeom>
        </p:spPr>
        <p:txBody>
          <a:bodyPr>
            <a:noAutofit/>
          </a:bodyPr>
          <a:lstStyle>
            <a:lvl1pPr marL="0" marR="0" indent="0" algn="r" defTabSz="586017" rtl="0" eaLnBrk="1" fontAlgn="auto" latinLnBrk="0" hangingPunct="1">
              <a:lnSpc>
                <a:spcPct val="90000"/>
              </a:lnSpc>
              <a:spcBef>
                <a:spcPts val="1800"/>
              </a:spcBef>
              <a:spcAft>
                <a:spcPts val="0"/>
              </a:spcAft>
              <a:buClrTx/>
              <a:buSzPct val="75000"/>
              <a:buFont typeface="Myriad Pro" panose="020B0503030403020204" pitchFamily="34" charset="0"/>
              <a:buNone/>
              <a:tabLst/>
              <a:defRPr sz="2133" b="0" i="0">
                <a:latin typeface="+mn-lt"/>
                <a:ea typeface="PS TT Commons Medium" charset="0"/>
                <a:cs typeface="PS TT Commons Medium" charset="0"/>
              </a:defRPr>
            </a:lvl1pPr>
          </a:lstStyle>
          <a:p>
            <a:pPr lvl="0"/>
            <a:r>
              <a:rPr lang="en-US"/>
              <a:t>Point number 1</a:t>
            </a:r>
          </a:p>
          <a:p>
            <a:pPr marL="0" marR="0" lvl="0" indent="0" algn="r" defTabSz="586017" rtl="0" eaLnBrk="1" fontAlgn="auto" latinLnBrk="0" hangingPunct="1">
              <a:lnSpc>
                <a:spcPct val="90000"/>
              </a:lnSpc>
              <a:spcBef>
                <a:spcPts val="1800"/>
              </a:spcBef>
              <a:spcAft>
                <a:spcPts val="0"/>
              </a:spcAft>
              <a:buClrTx/>
              <a:buSzPct val="75000"/>
              <a:buFont typeface="Myriad Pro" panose="020B0503030403020204" pitchFamily="34" charset="0"/>
              <a:buNone/>
              <a:tabLst/>
              <a:defRPr/>
            </a:pPr>
            <a:r>
              <a:rPr lang="en-US"/>
              <a:t>Point number 2</a:t>
            </a:r>
          </a:p>
          <a:p>
            <a:pPr marL="0" marR="0" lvl="0" indent="0" algn="r" defTabSz="586017" rtl="0" eaLnBrk="1" fontAlgn="auto" latinLnBrk="0" hangingPunct="1">
              <a:lnSpc>
                <a:spcPct val="90000"/>
              </a:lnSpc>
              <a:spcBef>
                <a:spcPts val="1800"/>
              </a:spcBef>
              <a:spcAft>
                <a:spcPts val="0"/>
              </a:spcAft>
              <a:buClrTx/>
              <a:buSzPct val="75000"/>
              <a:buFont typeface="Myriad Pro" panose="020B0503030403020204" pitchFamily="34" charset="0"/>
              <a:buNone/>
              <a:tabLst/>
              <a:defRPr/>
            </a:pPr>
            <a:r>
              <a:rPr lang="en-US"/>
              <a:t>Point number 3</a:t>
            </a:r>
          </a:p>
          <a:p>
            <a:pPr marL="0" marR="0" lvl="0" indent="0" algn="r" defTabSz="586017" rtl="0" eaLnBrk="1" fontAlgn="auto" latinLnBrk="0" hangingPunct="1">
              <a:lnSpc>
                <a:spcPct val="90000"/>
              </a:lnSpc>
              <a:spcBef>
                <a:spcPts val="1800"/>
              </a:spcBef>
              <a:spcAft>
                <a:spcPts val="0"/>
              </a:spcAft>
              <a:buClrTx/>
              <a:buSzPct val="75000"/>
              <a:buFont typeface="Myriad Pro" panose="020B0503030403020204" pitchFamily="34" charset="0"/>
              <a:buNone/>
              <a:tabLst/>
              <a:defRPr/>
            </a:pPr>
            <a:r>
              <a:rPr lang="en-US"/>
              <a:t>Point number 4</a:t>
            </a:r>
          </a:p>
          <a:p>
            <a:pPr marL="0" marR="0" lvl="0" indent="0" algn="r" defTabSz="586017" rtl="0" eaLnBrk="1" fontAlgn="auto" latinLnBrk="0" hangingPunct="1">
              <a:lnSpc>
                <a:spcPct val="90000"/>
              </a:lnSpc>
              <a:spcBef>
                <a:spcPts val="1800"/>
              </a:spcBef>
              <a:spcAft>
                <a:spcPts val="0"/>
              </a:spcAft>
              <a:buClrTx/>
              <a:buSzPct val="75000"/>
              <a:buFont typeface="Myriad Pro" panose="020B0503030403020204" pitchFamily="34" charset="0"/>
              <a:buNone/>
              <a:tabLst/>
              <a:defRPr/>
            </a:pPr>
            <a:r>
              <a:rPr lang="en-US"/>
              <a:t>Point number 5</a:t>
            </a:r>
          </a:p>
          <a:p>
            <a:pPr lvl="0"/>
            <a:endParaRPr lang="en-US" dirty="0"/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6" hasCustomPrompt="1"/>
          </p:nvPr>
        </p:nvSpPr>
        <p:spPr>
          <a:xfrm>
            <a:off x="6366934" y="1631527"/>
            <a:ext cx="5285232" cy="450431"/>
          </a:xfrm>
          <a:prstGeom prst="rect">
            <a:avLst/>
          </a:prstGeom>
        </p:spPr>
        <p:txBody>
          <a:bodyPr lIns="0">
            <a:noAutofit/>
          </a:bodyPr>
          <a:lstStyle>
            <a:lvl1pPr algn="l">
              <a:defRPr sz="2267" b="0" i="0" baseline="0">
                <a:solidFill>
                  <a:schemeClr val="accent1"/>
                </a:solidFill>
                <a:latin typeface="+mn-lt"/>
                <a:ea typeface="PS TT Commons DemiBold" charset="0"/>
                <a:cs typeface="PS TT Commons DemiBold" charset="0"/>
              </a:defRPr>
            </a:lvl1pPr>
          </a:lstStyle>
          <a:p>
            <a:pPr lvl="0"/>
            <a:r>
              <a:rPr lang="en-US"/>
              <a:t>Compare second thing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quarter" idx="17" hasCustomPrompt="1"/>
          </p:nvPr>
        </p:nvSpPr>
        <p:spPr>
          <a:xfrm>
            <a:off x="6366935" y="2235200"/>
            <a:ext cx="5285232" cy="3928533"/>
          </a:xfrm>
          <a:prstGeom prst="rect">
            <a:avLst/>
          </a:prstGeom>
        </p:spPr>
        <p:txBody>
          <a:bodyPr>
            <a:noAutofit/>
          </a:bodyPr>
          <a:lstStyle>
            <a:lvl1pPr marL="0" marR="0" indent="0" algn="l" defTabSz="586017" rtl="0" eaLnBrk="1" fontAlgn="auto" latinLnBrk="0" hangingPunct="1">
              <a:lnSpc>
                <a:spcPct val="90000"/>
              </a:lnSpc>
              <a:spcBef>
                <a:spcPts val="1800"/>
              </a:spcBef>
              <a:spcAft>
                <a:spcPts val="0"/>
              </a:spcAft>
              <a:buClrTx/>
              <a:buSzPct val="75000"/>
              <a:buFont typeface="Myriad Pro" panose="020B0503030403020204" pitchFamily="34" charset="0"/>
              <a:buNone/>
              <a:tabLst/>
              <a:defRPr sz="2133" b="0" i="0" baseline="0">
                <a:latin typeface="+mn-lt"/>
                <a:ea typeface="PS TT Commons Medium" charset="0"/>
                <a:cs typeface="PS TT Commons Medium" charset="0"/>
              </a:defRPr>
            </a:lvl1pPr>
          </a:lstStyle>
          <a:p>
            <a:pPr marL="0" marR="0" lvl="0" indent="0" algn="l" defTabSz="586017" rtl="0" eaLnBrk="1" fontAlgn="auto" latinLnBrk="0" hangingPunct="1">
              <a:lnSpc>
                <a:spcPct val="90000"/>
              </a:lnSpc>
              <a:spcBef>
                <a:spcPts val="1800"/>
              </a:spcBef>
              <a:spcAft>
                <a:spcPts val="0"/>
              </a:spcAft>
              <a:buClrTx/>
              <a:buSzPct val="75000"/>
              <a:buFont typeface="Myriad Pro" panose="020B0503030403020204" pitchFamily="34" charset="0"/>
              <a:buNone/>
              <a:tabLst/>
              <a:defRPr/>
            </a:pPr>
            <a:r>
              <a:rPr lang="en-US"/>
              <a:t>Counterpoint number 1</a:t>
            </a:r>
          </a:p>
          <a:p>
            <a:pPr marL="0" marR="0" lvl="0" indent="0" algn="l" defTabSz="586017" rtl="0" eaLnBrk="1" fontAlgn="auto" latinLnBrk="0" hangingPunct="1">
              <a:lnSpc>
                <a:spcPct val="90000"/>
              </a:lnSpc>
              <a:spcBef>
                <a:spcPts val="1800"/>
              </a:spcBef>
              <a:spcAft>
                <a:spcPts val="0"/>
              </a:spcAft>
              <a:buClrTx/>
              <a:buSzPct val="75000"/>
              <a:buFont typeface="Myriad Pro" panose="020B0503030403020204" pitchFamily="34" charset="0"/>
              <a:buNone/>
              <a:tabLst/>
              <a:defRPr/>
            </a:pPr>
            <a:r>
              <a:rPr lang="en-US"/>
              <a:t>Counterpoint number 2</a:t>
            </a:r>
          </a:p>
          <a:p>
            <a:pPr marL="0" marR="0" lvl="0" indent="0" algn="l" defTabSz="586017" rtl="0" eaLnBrk="1" fontAlgn="auto" latinLnBrk="0" hangingPunct="1">
              <a:lnSpc>
                <a:spcPct val="90000"/>
              </a:lnSpc>
              <a:spcBef>
                <a:spcPts val="1800"/>
              </a:spcBef>
              <a:spcAft>
                <a:spcPts val="0"/>
              </a:spcAft>
              <a:buClrTx/>
              <a:buSzPct val="75000"/>
              <a:buFont typeface="Myriad Pro" panose="020B0503030403020204" pitchFamily="34" charset="0"/>
              <a:buNone/>
              <a:tabLst/>
              <a:defRPr/>
            </a:pPr>
            <a:r>
              <a:rPr lang="en-US"/>
              <a:t>Counterpoint number 3</a:t>
            </a:r>
          </a:p>
          <a:p>
            <a:pPr marL="0" marR="0" lvl="0" indent="0" algn="l" defTabSz="586017" rtl="0" eaLnBrk="1" fontAlgn="auto" latinLnBrk="0" hangingPunct="1">
              <a:lnSpc>
                <a:spcPct val="90000"/>
              </a:lnSpc>
              <a:spcBef>
                <a:spcPts val="1800"/>
              </a:spcBef>
              <a:spcAft>
                <a:spcPts val="0"/>
              </a:spcAft>
              <a:buClrTx/>
              <a:buSzPct val="75000"/>
              <a:buFont typeface="Myriad Pro" panose="020B0503030403020204" pitchFamily="34" charset="0"/>
              <a:buNone/>
              <a:tabLst/>
              <a:defRPr/>
            </a:pPr>
            <a:r>
              <a:rPr lang="en-US"/>
              <a:t>Counterpoint number 4</a:t>
            </a:r>
          </a:p>
          <a:p>
            <a:pPr marL="0" marR="0" lvl="0" indent="0" algn="l" defTabSz="586017" rtl="0" eaLnBrk="1" fontAlgn="auto" latinLnBrk="0" hangingPunct="1">
              <a:lnSpc>
                <a:spcPct val="90000"/>
              </a:lnSpc>
              <a:spcBef>
                <a:spcPts val="1800"/>
              </a:spcBef>
              <a:spcAft>
                <a:spcPts val="0"/>
              </a:spcAft>
              <a:buClrTx/>
              <a:buSzPct val="75000"/>
              <a:buFont typeface="Myriad Pro" panose="020B0503030403020204" pitchFamily="34" charset="0"/>
              <a:buNone/>
              <a:tabLst/>
              <a:defRPr/>
            </a:pPr>
            <a:r>
              <a:rPr lang="en-US"/>
              <a:t>Counterpoint number 5</a:t>
            </a:r>
          </a:p>
          <a:p>
            <a:pPr marL="0" marR="0" lvl="0" indent="0" algn="l" defTabSz="586017" rtl="0" eaLnBrk="1" fontAlgn="auto" latinLnBrk="0" hangingPunct="1">
              <a:lnSpc>
                <a:spcPct val="90000"/>
              </a:lnSpc>
              <a:spcBef>
                <a:spcPts val="1800"/>
              </a:spcBef>
              <a:spcAft>
                <a:spcPts val="0"/>
              </a:spcAft>
              <a:buClrTx/>
              <a:buSzPct val="75000"/>
              <a:buFont typeface="Myriad Pro" panose="020B0503030403020204" pitchFamily="34" charset="0"/>
              <a:buNone/>
              <a:tabLst/>
              <a:defRPr/>
            </a:pPr>
            <a:endParaRPr lang="en-US"/>
          </a:p>
          <a:p>
            <a:pPr lvl="0"/>
            <a:endParaRPr lang="en-US" dirty="0"/>
          </a:p>
        </p:txBody>
      </p:sp>
      <p:sp>
        <p:nvSpPr>
          <p:cNvPr id="10" name="Rectangle 9"/>
          <p:cNvSpPr/>
          <p:nvPr userDrawn="1"/>
        </p:nvSpPr>
        <p:spPr>
          <a:xfrm>
            <a:off x="1" y="-474034"/>
            <a:ext cx="4776604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 defTabSz="1219232"/>
            <a:r>
              <a:rPr lang="en-US" sz="1600" b="1" i="0">
                <a:solidFill>
                  <a:srgbClr val="404040"/>
                </a:solidFill>
                <a:latin typeface="PS TT Commons DemiBold" charset="0"/>
                <a:ea typeface="PS TT Commons DemiBold" charset="0"/>
                <a:cs typeface="PS TT Commons DemiBold" charset="0"/>
              </a:rPr>
              <a:t>This slidelist is </a:t>
            </a:r>
            <a:r>
              <a:rPr lang="en-US" sz="1600" b="1" i="0">
                <a:solidFill>
                  <a:srgbClr val="F05A28"/>
                </a:solidFill>
                <a:latin typeface="PS TT Commons DemiBold" charset="0"/>
                <a:ea typeface="PS TT Commons DemiBold" charset="0"/>
                <a:cs typeface="PS TT Commons DemiBold" charset="0"/>
              </a:rPr>
              <a:t>preset </a:t>
            </a:r>
            <a:r>
              <a:rPr lang="en-US" sz="1600" b="1" i="0">
                <a:solidFill>
                  <a:srgbClr val="404040"/>
                </a:solidFill>
                <a:latin typeface="PS TT Commons DemiBold" charset="0"/>
                <a:ea typeface="PS TT Commons DemiBold" charset="0"/>
                <a:cs typeface="PS TT Commons DemiBold" charset="0"/>
              </a:rPr>
              <a:t>with</a:t>
            </a:r>
            <a:r>
              <a:rPr lang="en-US" sz="1600" b="1" i="0" baseline="0">
                <a:solidFill>
                  <a:srgbClr val="404040"/>
                </a:solidFill>
                <a:latin typeface="PS TT Commons DemiBold" charset="0"/>
                <a:ea typeface="PS TT Commons DemiBold" charset="0"/>
                <a:cs typeface="PS TT Commons DemiBold" charset="0"/>
              </a:rPr>
              <a:t> </a:t>
            </a:r>
            <a:r>
              <a:rPr lang="en-US" sz="1600" b="1" i="0">
                <a:solidFill>
                  <a:srgbClr val="F05A28"/>
                </a:solidFill>
                <a:latin typeface="PS TT Commons DemiBold" charset="0"/>
                <a:ea typeface="PS TT Commons DemiBold" charset="0"/>
                <a:cs typeface="PS TT Commons DemiBold" charset="0"/>
              </a:rPr>
              <a:t>animations</a:t>
            </a:r>
            <a:endParaRPr lang="en-US" sz="1600" b="1" i="0" dirty="0">
              <a:solidFill>
                <a:srgbClr val="F05A28"/>
              </a:solidFill>
              <a:latin typeface="PS TT Commons DemiBold" charset="0"/>
              <a:ea typeface="PS TT Commons DemiBold" charset="0"/>
              <a:cs typeface="PS TT Commons DemiBold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662931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>
        <p:tmplLst>
          <p:tmpl lvl="1">
            <p:tnLst>
              <p:par>
                <p:cTn presetID="1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</p:cTn>
              </p:par>
            </p:tnLst>
          </p:tmpl>
        </p:tmplLst>
      </p:bldP>
      <p:bldP spid="8" grpId="0" build="p">
        <p:tmplLst>
          <p:tmpl lvl="1">
            <p:tnLst>
              <p:par>
                <p:cTn presetID="1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</p:cTn>
              </p:par>
            </p:tnLst>
          </p:tmpl>
        </p:tmplLst>
      </p:bldP>
    </p:bldLst>
  </p:timing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portant Statement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125980" y="1167659"/>
            <a:ext cx="7940040" cy="4522683"/>
          </a:xfrm>
        </p:spPr>
        <p:txBody>
          <a:bodyPr/>
          <a:lstStyle>
            <a:lvl1pPr>
              <a:lnSpc>
                <a:spcPct val="100000"/>
              </a:lnSpc>
              <a:defRPr sz="440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This is a short, important statement to bring attention to something.</a:t>
            </a:r>
          </a:p>
        </p:txBody>
      </p:sp>
    </p:spTree>
    <p:extLst>
      <p:ext uri="{BB962C8B-B14F-4D97-AF65-F5344CB8AC3E}">
        <p14:creationId xmlns:p14="http://schemas.microsoft.com/office/powerpoint/2010/main" val="582776307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ation-sho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2"/>
          <p:cNvSpPr>
            <a:spLocks noGrp="1"/>
          </p:cNvSpPr>
          <p:nvPr>
            <p:ph type="title" hasCustomPrompt="1"/>
          </p:nvPr>
        </p:nvSpPr>
        <p:spPr>
          <a:xfrm>
            <a:off x="1076960" y="1055797"/>
            <a:ext cx="10038080" cy="2601804"/>
          </a:xfrm>
        </p:spPr>
        <p:txBody>
          <a:bodyPr anchor="b">
            <a:noAutofit/>
          </a:bodyPr>
          <a:lstStyle>
            <a:lvl1pPr marL="0" marR="0" indent="0" algn="l" defTabSz="781376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lang="en-US" sz="4400" b="0" i="0" baseline="0" smtClean="0">
                <a:solidFill>
                  <a:schemeClr val="accent4"/>
                </a:solidFill>
                <a:effectLst/>
                <a:latin typeface="PS TT Commons Light" charset="0"/>
                <a:ea typeface="PS TT Commons Light" charset="0"/>
                <a:cs typeface="PS TT Commons Light" charset="0"/>
              </a:defRPr>
            </a:lvl1pPr>
          </a:lstStyle>
          <a:p>
            <a:r>
              <a:rPr lang="en-US"/>
              <a:t>“Insert a short quote here”</a:t>
            </a:r>
            <a:endParaRPr lang="en-US" dirty="0"/>
          </a:p>
        </p:txBody>
      </p:sp>
      <p:sp>
        <p:nvSpPr>
          <p:cNvPr id="4" name="Text Placeholder 4"/>
          <p:cNvSpPr>
            <a:spLocks noGrp="1"/>
          </p:cNvSpPr>
          <p:nvPr>
            <p:ph type="body" sz="quarter" idx="10" hasCustomPrompt="1"/>
          </p:nvPr>
        </p:nvSpPr>
        <p:spPr>
          <a:xfrm>
            <a:off x="1076960" y="3871810"/>
            <a:ext cx="10038080" cy="54440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buNone/>
              <a:defRPr sz="2267" b="0" i="0" baseline="0">
                <a:latin typeface="PS TT Commons DemiBold" charset="0"/>
                <a:ea typeface="PS TT Commons DemiBold" charset="0"/>
                <a:cs typeface="PS TT Commons DemiBold" charset="0"/>
              </a:defRPr>
            </a:lvl1pPr>
          </a:lstStyle>
          <a:p>
            <a:pPr lvl="0"/>
            <a:r>
              <a:rPr lang="en-US"/>
              <a:t>Quote credit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17561389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ation-lo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2"/>
          <p:cNvSpPr>
            <a:spLocks noGrp="1"/>
          </p:cNvSpPr>
          <p:nvPr>
            <p:ph type="title" hasCustomPrompt="1"/>
          </p:nvPr>
        </p:nvSpPr>
        <p:spPr>
          <a:xfrm>
            <a:off x="1076960" y="1042250"/>
            <a:ext cx="10038080" cy="3401057"/>
          </a:xfrm>
        </p:spPr>
        <p:txBody>
          <a:bodyPr anchor="b">
            <a:noAutofit/>
          </a:bodyPr>
          <a:lstStyle>
            <a:lvl1pPr marL="0" marR="0" indent="0" algn="l" defTabSz="781376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lang="en-US" sz="4400" b="0" i="0" baseline="0" smtClean="0">
                <a:solidFill>
                  <a:schemeClr val="accent6"/>
                </a:solidFill>
                <a:effectLst/>
                <a:latin typeface="+mj-lt"/>
                <a:ea typeface="PS TT Commons Light" charset="0"/>
                <a:cs typeface="PS TT Commons Light" charset="0"/>
              </a:defRPr>
            </a:lvl1pPr>
          </a:lstStyle>
          <a:p>
            <a:r>
              <a:rPr lang="en-US"/>
              <a:t>“Insert a longer quote here”</a:t>
            </a:r>
            <a:endParaRPr lang="en-US" dirty="0"/>
          </a:p>
        </p:txBody>
      </p:sp>
      <p:sp>
        <p:nvSpPr>
          <p:cNvPr id="4" name="Text Placeholder 4"/>
          <p:cNvSpPr>
            <a:spLocks noGrp="1"/>
          </p:cNvSpPr>
          <p:nvPr>
            <p:ph type="body" sz="quarter" idx="10" hasCustomPrompt="1"/>
          </p:nvPr>
        </p:nvSpPr>
        <p:spPr>
          <a:xfrm>
            <a:off x="1076960" y="4616876"/>
            <a:ext cx="10038080" cy="54440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buNone/>
              <a:defRPr sz="2267" b="0" i="0" baseline="0">
                <a:latin typeface="PS TT Commons DemiBold" charset="0"/>
                <a:ea typeface="PS TT Commons DemiBold" charset="0"/>
                <a:cs typeface="PS TT Commons DemiBold" charset="0"/>
              </a:defRPr>
            </a:lvl1pPr>
          </a:lstStyle>
          <a:p>
            <a:pPr lvl="0"/>
            <a:r>
              <a:rPr lang="en-US"/>
              <a:t>Quote credit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95498998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fini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2"/>
          <p:cNvSpPr>
            <a:spLocks noGrp="1"/>
          </p:cNvSpPr>
          <p:nvPr>
            <p:ph type="title" hasCustomPrompt="1"/>
          </p:nvPr>
        </p:nvSpPr>
        <p:spPr>
          <a:xfrm>
            <a:off x="1076960" y="1923627"/>
            <a:ext cx="10038080" cy="785707"/>
          </a:xfrm>
        </p:spPr>
        <p:txBody>
          <a:bodyPr anchor="b">
            <a:noAutofit/>
          </a:bodyPr>
          <a:lstStyle>
            <a:lvl1pPr marL="0" marR="0" indent="0" algn="l" defTabSz="781376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lang="en-US" sz="4400" b="0" i="0" baseline="0" smtClean="0">
                <a:solidFill>
                  <a:schemeClr val="accent4"/>
                </a:solidFill>
                <a:effectLst/>
                <a:latin typeface="+mj-lt"/>
                <a:ea typeface="PS TT Commons Light" charset="0"/>
                <a:cs typeface="PS TT Commons Light" charset="0"/>
              </a:defRPr>
            </a:lvl1pPr>
          </a:lstStyle>
          <a:p>
            <a:r>
              <a:rPr lang="en-US"/>
              <a:t>Word to define</a:t>
            </a:r>
            <a:endParaRPr lang="en-US" dirty="0"/>
          </a:p>
        </p:txBody>
      </p:sp>
      <p:sp>
        <p:nvSpPr>
          <p:cNvPr id="4" name="Text Placeholder 4"/>
          <p:cNvSpPr>
            <a:spLocks noGrp="1"/>
          </p:cNvSpPr>
          <p:nvPr>
            <p:ph type="body" sz="quarter" idx="10" hasCustomPrompt="1"/>
          </p:nvPr>
        </p:nvSpPr>
        <p:spPr>
          <a:xfrm>
            <a:off x="1076960" y="2896449"/>
            <a:ext cx="10038080" cy="263059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buNone/>
              <a:defRPr sz="2267" b="0" i="0" spc="0" baseline="0">
                <a:latin typeface="+mn-lt"/>
                <a:ea typeface="PS TT Commons" charset="0"/>
                <a:cs typeface="PS TT Commons" charset="0"/>
              </a:defRPr>
            </a:lvl1pPr>
          </a:lstStyle>
          <a:p>
            <a:pPr lvl="0"/>
            <a:r>
              <a:rPr lang="en-US"/>
              <a:t>Add definition here</a:t>
            </a:r>
            <a:endParaRPr lang="en-US" dirty="0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2" hasCustomPrompt="1"/>
          </p:nvPr>
        </p:nvSpPr>
        <p:spPr>
          <a:xfrm>
            <a:off x="1077384" y="6280224"/>
            <a:ext cx="10037657" cy="425450"/>
          </a:xfrm>
          <a:prstGeom prst="rect">
            <a:avLst/>
          </a:prstGeom>
        </p:spPr>
        <p:txBody>
          <a:bodyPr anchor="ctr">
            <a:noAutofit/>
          </a:bodyPr>
          <a:lstStyle>
            <a:lvl1pPr>
              <a:defRPr sz="1600" b="0" i="0" baseline="0">
                <a:latin typeface="PS TT Commons Medium" charset="0"/>
                <a:ea typeface="PS TT Commons Medium" charset="0"/>
                <a:cs typeface="PS TT Commons Medium" charset="0"/>
              </a:defRPr>
            </a:lvl1pPr>
          </a:lstStyle>
          <a:p>
            <a:pPr lvl="0"/>
            <a:r>
              <a:rPr lang="en-US"/>
              <a:t>Citation: Author/Source, Title, Link/Short Url</a:t>
            </a:r>
          </a:p>
        </p:txBody>
      </p:sp>
    </p:spTree>
    <p:extLst>
      <p:ext uri="{BB962C8B-B14F-4D97-AF65-F5344CB8AC3E}">
        <p14:creationId xmlns:p14="http://schemas.microsoft.com/office/powerpoint/2010/main" val="3947943361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ore inform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 userDrawn="1"/>
        </p:nvSpPr>
        <p:spPr>
          <a:xfrm>
            <a:off x="0" y="0"/>
            <a:ext cx="257175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11" name="Rectangle 10"/>
          <p:cNvSpPr/>
          <p:nvPr userDrawn="1"/>
        </p:nvSpPr>
        <p:spPr>
          <a:xfrm>
            <a:off x="1543050" y="2542395"/>
            <a:ext cx="2286000" cy="1917059"/>
          </a:xfrm>
          <a:prstGeom prst="rect">
            <a:avLst/>
          </a:prstGeom>
          <a:solidFill>
            <a:schemeClr val="bg1"/>
          </a:solidFill>
          <a:ln w="508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366118" y="2542395"/>
            <a:ext cx="6110497" cy="690865"/>
          </a:xfrm>
        </p:spPr>
        <p:txBody>
          <a:bodyPr anchor="b">
            <a:noAutofit/>
          </a:bodyPr>
          <a:lstStyle>
            <a:lvl1pPr algn="l">
              <a:defRPr sz="3067" baseline="0">
                <a:solidFill>
                  <a:schemeClr val="tx2"/>
                </a:solidFill>
                <a:latin typeface="+mn-lt"/>
              </a:defRPr>
            </a:lvl1pPr>
          </a:lstStyle>
          <a:p>
            <a:r>
              <a:rPr lang="en-US"/>
              <a:t>Place Title Here</a:t>
            </a:r>
          </a:p>
        </p:txBody>
      </p:sp>
      <p:sp>
        <p:nvSpPr>
          <p:cNvPr id="4" name="Text Placeholder 16"/>
          <p:cNvSpPr>
            <a:spLocks noGrp="1"/>
          </p:cNvSpPr>
          <p:nvPr>
            <p:ph type="body" sz="quarter" idx="12" hasCustomPrompt="1"/>
          </p:nvPr>
        </p:nvSpPr>
        <p:spPr>
          <a:xfrm>
            <a:off x="4366116" y="3338005"/>
            <a:ext cx="4911635" cy="635704"/>
          </a:xfrm>
          <a:prstGeom prst="rect">
            <a:avLst/>
          </a:prstGeom>
        </p:spPr>
        <p:txBody>
          <a:bodyPr lIns="0" tIns="45720" rIns="91440" bIns="91440" anchor="b" anchorCtr="0">
            <a:noAutofit/>
          </a:bodyPr>
          <a:lstStyle>
            <a:lvl1pPr>
              <a:defRPr sz="2400" b="0" i="0" spc="0" baseline="0">
                <a:solidFill>
                  <a:schemeClr val="accent1"/>
                </a:solidFill>
                <a:latin typeface="+mn-lt"/>
                <a:ea typeface="PS TT Commons Medium" charset="0"/>
                <a:cs typeface="PS TT Commons Medium" charset="0"/>
              </a:defRPr>
            </a:lvl1pPr>
          </a:lstStyle>
          <a:p>
            <a:pPr lvl="0"/>
            <a:r>
              <a:rPr lang="en-US"/>
              <a:t>Title of Pluralsight Course</a:t>
            </a:r>
          </a:p>
        </p:txBody>
      </p:sp>
      <p:sp>
        <p:nvSpPr>
          <p:cNvPr id="5" name="Text Placeholder 18"/>
          <p:cNvSpPr>
            <a:spLocks noGrp="1"/>
          </p:cNvSpPr>
          <p:nvPr>
            <p:ph type="body" sz="quarter" idx="13" hasCustomPrompt="1"/>
          </p:nvPr>
        </p:nvSpPr>
        <p:spPr>
          <a:xfrm>
            <a:off x="4366117" y="3984556"/>
            <a:ext cx="4911633" cy="474897"/>
          </a:xfrm>
          <a:prstGeom prst="rect">
            <a:avLst/>
          </a:prstGeom>
        </p:spPr>
        <p:txBody>
          <a:bodyPr lIns="0" tIns="45720" bIns="91440" anchor="ctr">
            <a:noAutofit/>
          </a:bodyPr>
          <a:lstStyle>
            <a:lvl1pPr>
              <a:defRPr sz="2133" b="0" i="0" spc="0" baseline="0">
                <a:latin typeface="PS TT Commons" charset="0"/>
                <a:ea typeface="PS TT Commons" charset="0"/>
                <a:cs typeface="PS TT Commons" charset="0"/>
              </a:defRPr>
            </a:lvl1pPr>
          </a:lstStyle>
          <a:p>
            <a:pPr lvl="0"/>
            <a:r>
              <a:rPr lang="en-US"/>
              <a:t>Author Name</a:t>
            </a:r>
          </a:p>
        </p:txBody>
      </p:sp>
      <p:pic>
        <p:nvPicPr>
          <p:cNvPr id="1026" name="Picture 2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2080118" y="3017292"/>
            <a:ext cx="1256331" cy="9672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61117325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eferences-4 Item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 userDrawn="1"/>
        </p:nvSpPr>
        <p:spPr>
          <a:xfrm>
            <a:off x="1" y="0"/>
            <a:ext cx="1219199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166557" y="570865"/>
            <a:ext cx="9187243" cy="543832"/>
          </a:xfrm>
        </p:spPr>
        <p:txBody>
          <a:bodyPr/>
          <a:lstStyle>
            <a:lvl1pPr algn="l">
              <a:defRPr baseline="0"/>
            </a:lvl1pPr>
          </a:lstStyle>
          <a:p>
            <a:r>
              <a:rPr lang="en-US"/>
              <a:t>Resources Referenced in This Course</a:t>
            </a:r>
          </a:p>
        </p:txBody>
      </p:sp>
      <p:sp>
        <p:nvSpPr>
          <p:cNvPr id="3" name="Text Placeholder 3"/>
          <p:cNvSpPr>
            <a:spLocks noGrp="1"/>
          </p:cNvSpPr>
          <p:nvPr>
            <p:ph type="body" sz="quarter" idx="15" hasCustomPrompt="1"/>
          </p:nvPr>
        </p:nvSpPr>
        <p:spPr>
          <a:xfrm>
            <a:off x="2166557" y="1430124"/>
            <a:ext cx="9187243" cy="1085371"/>
          </a:xfrm>
          <a:prstGeom prst="rect">
            <a:avLst/>
          </a:prstGeom>
        </p:spPr>
        <p:txBody>
          <a:bodyPr lIns="182880" tIns="0" rIns="182880" bIns="0" anchor="ctr">
            <a:noAutofit/>
          </a:bodyPr>
          <a:lstStyle>
            <a:lvl1pPr marL="0" indent="0" algn="l">
              <a:buNone/>
              <a:defRPr sz="2133" b="0" i="0">
                <a:latin typeface="+mn-lt"/>
                <a:ea typeface="PS TT Commons Medium" charset="0"/>
                <a:cs typeface="PS TT Commons Medium" charset="0"/>
              </a:defRPr>
            </a:lvl1pPr>
          </a:lstStyle>
          <a:p>
            <a:pPr lvl="0"/>
            <a:r>
              <a:rPr lang="en-US" dirty="0"/>
              <a:t>Add text here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7" hasCustomPrompt="1"/>
          </p:nvPr>
        </p:nvSpPr>
        <p:spPr>
          <a:xfrm>
            <a:off x="2166557" y="2740785"/>
            <a:ext cx="9187243" cy="1085371"/>
          </a:xfrm>
          <a:prstGeom prst="rect">
            <a:avLst/>
          </a:prstGeom>
        </p:spPr>
        <p:txBody>
          <a:bodyPr lIns="182880" tIns="0" rIns="182880" bIns="0" anchor="ctr">
            <a:noAutofit/>
          </a:bodyPr>
          <a:lstStyle>
            <a:lvl1pPr marL="0" indent="0" algn="l">
              <a:buNone/>
              <a:defRPr sz="2133" b="0" i="0">
                <a:latin typeface="+mn-lt"/>
                <a:ea typeface="PS TT Commons Medium" charset="0"/>
                <a:cs typeface="PS TT Commons Medium" charset="0"/>
              </a:defRPr>
            </a:lvl1pPr>
          </a:lstStyle>
          <a:p>
            <a:pPr lvl="0"/>
            <a:r>
              <a:rPr lang="en-US" dirty="0"/>
              <a:t>Add text here</a:t>
            </a:r>
          </a:p>
        </p:txBody>
      </p:sp>
      <p:sp>
        <p:nvSpPr>
          <p:cNvPr id="5" name="Text Placeholder 3"/>
          <p:cNvSpPr>
            <a:spLocks noGrp="1"/>
          </p:cNvSpPr>
          <p:nvPr>
            <p:ph type="body" sz="quarter" idx="19" hasCustomPrompt="1"/>
          </p:nvPr>
        </p:nvSpPr>
        <p:spPr>
          <a:xfrm>
            <a:off x="2166557" y="4053525"/>
            <a:ext cx="9187243" cy="1085371"/>
          </a:xfrm>
          <a:prstGeom prst="rect">
            <a:avLst/>
          </a:prstGeom>
        </p:spPr>
        <p:txBody>
          <a:bodyPr lIns="182880" tIns="0" rIns="182880" bIns="0" anchor="ctr">
            <a:noAutofit/>
          </a:bodyPr>
          <a:lstStyle>
            <a:lvl1pPr marL="0" indent="0" algn="l">
              <a:buNone/>
              <a:defRPr sz="2133" b="0" i="0">
                <a:latin typeface="+mn-lt"/>
                <a:ea typeface="PS TT Commons Medium" charset="0"/>
                <a:cs typeface="PS TT Commons Medium" charset="0"/>
              </a:defRPr>
            </a:lvl1pPr>
          </a:lstStyle>
          <a:p>
            <a:pPr lvl="0"/>
            <a:r>
              <a:rPr lang="en-US" dirty="0"/>
              <a:t>Add text here</a:t>
            </a:r>
          </a:p>
        </p:txBody>
      </p:sp>
      <p:sp>
        <p:nvSpPr>
          <p:cNvPr id="6" name="Text Placeholder 3"/>
          <p:cNvSpPr>
            <a:spLocks noGrp="1"/>
          </p:cNvSpPr>
          <p:nvPr>
            <p:ph type="body" sz="quarter" idx="21" hasCustomPrompt="1"/>
          </p:nvPr>
        </p:nvSpPr>
        <p:spPr>
          <a:xfrm>
            <a:off x="2166557" y="5366264"/>
            <a:ext cx="9187243" cy="1085371"/>
          </a:xfrm>
          <a:prstGeom prst="rect">
            <a:avLst/>
          </a:prstGeom>
        </p:spPr>
        <p:txBody>
          <a:bodyPr lIns="182880" tIns="0" rIns="182880" bIns="0" anchor="ctr">
            <a:noAutofit/>
          </a:bodyPr>
          <a:lstStyle>
            <a:lvl1pPr marL="0" indent="0" algn="l">
              <a:buNone/>
              <a:defRPr sz="2133" b="0" i="0">
                <a:latin typeface="+mn-lt"/>
                <a:ea typeface="PS TT Commons Medium" charset="0"/>
                <a:cs typeface="PS TT Commons Medium" charset="0"/>
              </a:defRPr>
            </a:lvl1pPr>
          </a:lstStyle>
          <a:p>
            <a:pPr lvl="0"/>
            <a:r>
              <a:rPr lang="en-US" dirty="0"/>
              <a:t>Add text here</a:t>
            </a:r>
          </a:p>
        </p:txBody>
      </p:sp>
      <p:sp>
        <p:nvSpPr>
          <p:cNvPr id="11" name="Rectangle 10"/>
          <p:cNvSpPr/>
          <p:nvPr userDrawn="1"/>
        </p:nvSpPr>
        <p:spPr>
          <a:xfrm>
            <a:off x="700970" y="1430124"/>
            <a:ext cx="1285875" cy="1085371"/>
          </a:xfrm>
          <a:prstGeom prst="rect">
            <a:avLst/>
          </a:prstGeom>
          <a:solidFill>
            <a:schemeClr val="bg1"/>
          </a:solidFill>
          <a:ln w="508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12" name="Rectangle 11"/>
          <p:cNvSpPr/>
          <p:nvPr userDrawn="1"/>
        </p:nvSpPr>
        <p:spPr>
          <a:xfrm>
            <a:off x="700970" y="2740785"/>
            <a:ext cx="1285875" cy="1085371"/>
          </a:xfrm>
          <a:prstGeom prst="rect">
            <a:avLst/>
          </a:prstGeom>
          <a:solidFill>
            <a:schemeClr val="bg1"/>
          </a:solidFill>
          <a:ln w="508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13" name="Rectangle 12"/>
          <p:cNvSpPr/>
          <p:nvPr userDrawn="1"/>
        </p:nvSpPr>
        <p:spPr>
          <a:xfrm>
            <a:off x="700970" y="4051447"/>
            <a:ext cx="1285875" cy="1085371"/>
          </a:xfrm>
          <a:prstGeom prst="rect">
            <a:avLst/>
          </a:prstGeom>
          <a:solidFill>
            <a:schemeClr val="bg1"/>
          </a:solidFill>
          <a:ln w="508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14" name="Rectangle 13"/>
          <p:cNvSpPr/>
          <p:nvPr userDrawn="1"/>
        </p:nvSpPr>
        <p:spPr>
          <a:xfrm>
            <a:off x="700970" y="5362108"/>
            <a:ext cx="1285875" cy="1085371"/>
          </a:xfrm>
          <a:prstGeom prst="rect">
            <a:avLst/>
          </a:prstGeom>
          <a:solidFill>
            <a:schemeClr val="bg1"/>
          </a:solidFill>
          <a:ln w="508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8" name="Picture Placeholder 7"/>
          <p:cNvSpPr>
            <a:spLocks noGrp="1"/>
          </p:cNvSpPr>
          <p:nvPr>
            <p:ph type="pic" sz="quarter" idx="22" hasCustomPrompt="1"/>
          </p:nvPr>
        </p:nvSpPr>
        <p:spPr>
          <a:xfrm>
            <a:off x="773968" y="1514012"/>
            <a:ext cx="1139881" cy="917595"/>
          </a:xfrm>
        </p:spPr>
        <p:txBody>
          <a:bodyPr anchor="ctr"/>
          <a:lstStyle>
            <a:lvl1pPr algn="ctr">
              <a:defRPr sz="1333"/>
            </a:lvl1pPr>
          </a:lstStyle>
          <a:p>
            <a:r>
              <a:rPr lang="en-US"/>
              <a:t>Insert Icon Here</a:t>
            </a:r>
          </a:p>
        </p:txBody>
      </p:sp>
      <p:sp>
        <p:nvSpPr>
          <p:cNvPr id="15" name="Picture Placeholder 7"/>
          <p:cNvSpPr>
            <a:spLocks noGrp="1"/>
          </p:cNvSpPr>
          <p:nvPr>
            <p:ph type="pic" sz="quarter" idx="23" hasCustomPrompt="1"/>
          </p:nvPr>
        </p:nvSpPr>
        <p:spPr>
          <a:xfrm>
            <a:off x="773968" y="2824673"/>
            <a:ext cx="1139881" cy="917595"/>
          </a:xfrm>
        </p:spPr>
        <p:txBody>
          <a:bodyPr anchor="ctr"/>
          <a:lstStyle>
            <a:lvl1pPr algn="ctr">
              <a:defRPr sz="1333"/>
            </a:lvl1pPr>
          </a:lstStyle>
          <a:p>
            <a:r>
              <a:rPr lang="en-US"/>
              <a:t>Insert Icon Here</a:t>
            </a:r>
          </a:p>
        </p:txBody>
      </p:sp>
      <p:sp>
        <p:nvSpPr>
          <p:cNvPr id="16" name="Picture Placeholder 7"/>
          <p:cNvSpPr>
            <a:spLocks noGrp="1"/>
          </p:cNvSpPr>
          <p:nvPr>
            <p:ph type="pic" sz="quarter" idx="24" hasCustomPrompt="1"/>
          </p:nvPr>
        </p:nvSpPr>
        <p:spPr>
          <a:xfrm>
            <a:off x="773968" y="4135335"/>
            <a:ext cx="1139881" cy="917595"/>
          </a:xfrm>
        </p:spPr>
        <p:txBody>
          <a:bodyPr anchor="ctr"/>
          <a:lstStyle>
            <a:lvl1pPr algn="ctr">
              <a:defRPr sz="1333"/>
            </a:lvl1pPr>
          </a:lstStyle>
          <a:p>
            <a:r>
              <a:rPr lang="en-US"/>
              <a:t>Insert Icon Here</a:t>
            </a:r>
          </a:p>
        </p:txBody>
      </p:sp>
      <p:sp>
        <p:nvSpPr>
          <p:cNvPr id="17" name="Picture Placeholder 7"/>
          <p:cNvSpPr>
            <a:spLocks noGrp="1"/>
          </p:cNvSpPr>
          <p:nvPr>
            <p:ph type="pic" sz="quarter" idx="25" hasCustomPrompt="1"/>
          </p:nvPr>
        </p:nvSpPr>
        <p:spPr>
          <a:xfrm>
            <a:off x="773968" y="5445996"/>
            <a:ext cx="1139881" cy="917595"/>
          </a:xfrm>
        </p:spPr>
        <p:txBody>
          <a:bodyPr anchor="ctr"/>
          <a:lstStyle>
            <a:lvl1pPr algn="ctr">
              <a:defRPr sz="1333"/>
            </a:lvl1pPr>
          </a:lstStyle>
          <a:p>
            <a:r>
              <a:rPr lang="en-US"/>
              <a:t>Insert Icon Here</a:t>
            </a:r>
          </a:p>
        </p:txBody>
      </p:sp>
    </p:spTree>
    <p:extLst>
      <p:ext uri="{BB962C8B-B14F-4D97-AF65-F5344CB8AC3E}">
        <p14:creationId xmlns:p14="http://schemas.microsoft.com/office/powerpoint/2010/main" val="2797076524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eferences-3 Item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 userDrawn="1"/>
        </p:nvSpPr>
        <p:spPr>
          <a:xfrm>
            <a:off x="1" y="0"/>
            <a:ext cx="1219199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166557" y="570865"/>
            <a:ext cx="9187243" cy="543832"/>
          </a:xfrm>
        </p:spPr>
        <p:txBody>
          <a:bodyPr/>
          <a:lstStyle>
            <a:lvl1pPr algn="l">
              <a:defRPr baseline="0"/>
            </a:lvl1pPr>
          </a:lstStyle>
          <a:p>
            <a:r>
              <a:rPr lang="en-US"/>
              <a:t>Resources Referenced in This Course</a:t>
            </a:r>
          </a:p>
        </p:txBody>
      </p:sp>
      <p:sp>
        <p:nvSpPr>
          <p:cNvPr id="3" name="Text Placeholder 3"/>
          <p:cNvSpPr>
            <a:spLocks noGrp="1"/>
          </p:cNvSpPr>
          <p:nvPr>
            <p:ph type="body" sz="quarter" idx="15" hasCustomPrompt="1"/>
          </p:nvPr>
        </p:nvSpPr>
        <p:spPr>
          <a:xfrm>
            <a:off x="2166557" y="1940487"/>
            <a:ext cx="9187243" cy="1085371"/>
          </a:xfrm>
          <a:prstGeom prst="rect">
            <a:avLst/>
          </a:prstGeom>
        </p:spPr>
        <p:txBody>
          <a:bodyPr lIns="182880" tIns="0" rIns="182880" bIns="0" anchor="ctr">
            <a:noAutofit/>
          </a:bodyPr>
          <a:lstStyle>
            <a:lvl1pPr marL="0" indent="0" algn="l">
              <a:buNone/>
              <a:defRPr sz="2133" b="0" i="0">
                <a:latin typeface="+mn-lt"/>
                <a:ea typeface="PS TT Commons Medium" charset="0"/>
                <a:cs typeface="PS TT Commons Medium" charset="0"/>
              </a:defRPr>
            </a:lvl1pPr>
          </a:lstStyle>
          <a:p>
            <a:pPr lvl="0"/>
            <a:r>
              <a:rPr lang="en-US" dirty="0"/>
              <a:t>Add text here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7" hasCustomPrompt="1"/>
          </p:nvPr>
        </p:nvSpPr>
        <p:spPr>
          <a:xfrm>
            <a:off x="2166557" y="3251148"/>
            <a:ext cx="9187243" cy="1085371"/>
          </a:xfrm>
          <a:prstGeom prst="rect">
            <a:avLst/>
          </a:prstGeom>
        </p:spPr>
        <p:txBody>
          <a:bodyPr lIns="182880" tIns="0" rIns="182880" bIns="0" anchor="ctr">
            <a:noAutofit/>
          </a:bodyPr>
          <a:lstStyle>
            <a:lvl1pPr marL="0" indent="0" algn="l">
              <a:buNone/>
              <a:defRPr sz="2133" b="0" i="0">
                <a:latin typeface="+mn-lt"/>
                <a:ea typeface="PS TT Commons Medium" charset="0"/>
                <a:cs typeface="PS TT Commons Medium" charset="0"/>
              </a:defRPr>
            </a:lvl1pPr>
          </a:lstStyle>
          <a:p>
            <a:pPr lvl="0"/>
            <a:r>
              <a:rPr lang="en-US" dirty="0"/>
              <a:t>Add text here</a:t>
            </a:r>
          </a:p>
        </p:txBody>
      </p:sp>
      <p:sp>
        <p:nvSpPr>
          <p:cNvPr id="5" name="Text Placeholder 3"/>
          <p:cNvSpPr>
            <a:spLocks noGrp="1"/>
          </p:cNvSpPr>
          <p:nvPr>
            <p:ph type="body" sz="quarter" idx="19" hasCustomPrompt="1"/>
          </p:nvPr>
        </p:nvSpPr>
        <p:spPr>
          <a:xfrm>
            <a:off x="2166557" y="4563888"/>
            <a:ext cx="9187243" cy="1085371"/>
          </a:xfrm>
          <a:prstGeom prst="rect">
            <a:avLst/>
          </a:prstGeom>
        </p:spPr>
        <p:txBody>
          <a:bodyPr lIns="182880" tIns="0" rIns="182880" bIns="0" anchor="ctr">
            <a:noAutofit/>
          </a:bodyPr>
          <a:lstStyle>
            <a:lvl1pPr marL="0" indent="0" algn="l">
              <a:buNone/>
              <a:defRPr sz="2133" b="0" i="0">
                <a:latin typeface="+mn-lt"/>
                <a:ea typeface="PS TT Commons Medium" charset="0"/>
                <a:cs typeface="PS TT Commons Medium" charset="0"/>
              </a:defRPr>
            </a:lvl1pPr>
          </a:lstStyle>
          <a:p>
            <a:pPr lvl="0"/>
            <a:r>
              <a:rPr lang="en-US" dirty="0"/>
              <a:t>Add text here</a:t>
            </a:r>
          </a:p>
        </p:txBody>
      </p:sp>
      <p:sp>
        <p:nvSpPr>
          <p:cNvPr id="11" name="Rectangle 10"/>
          <p:cNvSpPr/>
          <p:nvPr userDrawn="1"/>
        </p:nvSpPr>
        <p:spPr>
          <a:xfrm>
            <a:off x="700970" y="1940487"/>
            <a:ext cx="1285875" cy="1085371"/>
          </a:xfrm>
          <a:prstGeom prst="rect">
            <a:avLst/>
          </a:prstGeom>
          <a:solidFill>
            <a:schemeClr val="bg1"/>
          </a:solidFill>
          <a:ln w="508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12" name="Rectangle 11"/>
          <p:cNvSpPr/>
          <p:nvPr userDrawn="1"/>
        </p:nvSpPr>
        <p:spPr>
          <a:xfrm>
            <a:off x="700970" y="3251148"/>
            <a:ext cx="1285875" cy="1085371"/>
          </a:xfrm>
          <a:prstGeom prst="rect">
            <a:avLst/>
          </a:prstGeom>
          <a:solidFill>
            <a:schemeClr val="bg1"/>
          </a:solidFill>
          <a:ln w="508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13" name="Rectangle 12"/>
          <p:cNvSpPr/>
          <p:nvPr userDrawn="1"/>
        </p:nvSpPr>
        <p:spPr>
          <a:xfrm>
            <a:off x="700970" y="4561809"/>
            <a:ext cx="1285875" cy="1085371"/>
          </a:xfrm>
          <a:prstGeom prst="rect">
            <a:avLst/>
          </a:prstGeom>
          <a:solidFill>
            <a:schemeClr val="bg1"/>
          </a:solidFill>
          <a:ln w="508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8" name="Picture Placeholder 7"/>
          <p:cNvSpPr>
            <a:spLocks noGrp="1"/>
          </p:cNvSpPr>
          <p:nvPr>
            <p:ph type="pic" sz="quarter" idx="22" hasCustomPrompt="1"/>
          </p:nvPr>
        </p:nvSpPr>
        <p:spPr>
          <a:xfrm>
            <a:off x="773968" y="2024375"/>
            <a:ext cx="1139881" cy="917595"/>
          </a:xfrm>
        </p:spPr>
        <p:txBody>
          <a:bodyPr anchor="ctr"/>
          <a:lstStyle>
            <a:lvl1pPr algn="ctr">
              <a:defRPr sz="1333"/>
            </a:lvl1pPr>
          </a:lstStyle>
          <a:p>
            <a:r>
              <a:rPr lang="en-US"/>
              <a:t>Insert Icon Here</a:t>
            </a:r>
          </a:p>
        </p:txBody>
      </p:sp>
      <p:sp>
        <p:nvSpPr>
          <p:cNvPr id="15" name="Picture Placeholder 7"/>
          <p:cNvSpPr>
            <a:spLocks noGrp="1"/>
          </p:cNvSpPr>
          <p:nvPr>
            <p:ph type="pic" sz="quarter" idx="23" hasCustomPrompt="1"/>
          </p:nvPr>
        </p:nvSpPr>
        <p:spPr>
          <a:xfrm>
            <a:off x="773968" y="3335036"/>
            <a:ext cx="1139881" cy="917595"/>
          </a:xfrm>
        </p:spPr>
        <p:txBody>
          <a:bodyPr anchor="ctr"/>
          <a:lstStyle>
            <a:lvl1pPr algn="ctr">
              <a:defRPr sz="1333"/>
            </a:lvl1pPr>
          </a:lstStyle>
          <a:p>
            <a:r>
              <a:rPr lang="en-US"/>
              <a:t>Insert Icon Here</a:t>
            </a:r>
          </a:p>
        </p:txBody>
      </p:sp>
      <p:sp>
        <p:nvSpPr>
          <p:cNvPr id="16" name="Picture Placeholder 7"/>
          <p:cNvSpPr>
            <a:spLocks noGrp="1"/>
          </p:cNvSpPr>
          <p:nvPr>
            <p:ph type="pic" sz="quarter" idx="24" hasCustomPrompt="1"/>
          </p:nvPr>
        </p:nvSpPr>
        <p:spPr>
          <a:xfrm>
            <a:off x="773968" y="4645697"/>
            <a:ext cx="1139881" cy="917595"/>
          </a:xfrm>
        </p:spPr>
        <p:txBody>
          <a:bodyPr anchor="ctr"/>
          <a:lstStyle>
            <a:lvl1pPr algn="ctr">
              <a:defRPr sz="1333"/>
            </a:lvl1pPr>
          </a:lstStyle>
          <a:p>
            <a:r>
              <a:rPr lang="en-US"/>
              <a:t>Insert Icon Here</a:t>
            </a:r>
          </a:p>
        </p:txBody>
      </p:sp>
    </p:spTree>
    <p:extLst>
      <p:ext uri="{BB962C8B-B14F-4D97-AF65-F5344CB8AC3E}">
        <p14:creationId xmlns:p14="http://schemas.microsoft.com/office/powerpoint/2010/main" val="59055161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References-3 Item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 userDrawn="1"/>
        </p:nvSpPr>
        <p:spPr>
          <a:xfrm>
            <a:off x="1" y="0"/>
            <a:ext cx="1219199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166557" y="570865"/>
            <a:ext cx="9187243" cy="543832"/>
          </a:xfrm>
        </p:spPr>
        <p:txBody>
          <a:bodyPr/>
          <a:lstStyle>
            <a:lvl1pPr algn="l">
              <a:defRPr baseline="0"/>
            </a:lvl1pPr>
          </a:lstStyle>
          <a:p>
            <a:r>
              <a:rPr lang="en-US"/>
              <a:t>Resources Referenced in This Course</a:t>
            </a:r>
          </a:p>
        </p:txBody>
      </p:sp>
      <p:sp>
        <p:nvSpPr>
          <p:cNvPr id="3" name="Text Placeholder 3"/>
          <p:cNvSpPr>
            <a:spLocks noGrp="1"/>
          </p:cNvSpPr>
          <p:nvPr>
            <p:ph type="body" sz="quarter" idx="15" hasCustomPrompt="1"/>
          </p:nvPr>
        </p:nvSpPr>
        <p:spPr>
          <a:xfrm>
            <a:off x="2166557" y="2606794"/>
            <a:ext cx="9187243" cy="1085371"/>
          </a:xfrm>
          <a:prstGeom prst="rect">
            <a:avLst/>
          </a:prstGeom>
        </p:spPr>
        <p:txBody>
          <a:bodyPr lIns="182880" tIns="0" rIns="182880" bIns="0" anchor="ctr">
            <a:noAutofit/>
          </a:bodyPr>
          <a:lstStyle>
            <a:lvl1pPr marL="0" indent="0" algn="l">
              <a:buNone/>
              <a:defRPr sz="2133" b="0" i="0">
                <a:latin typeface="+mn-lt"/>
                <a:ea typeface="PS TT Commons Medium" charset="0"/>
                <a:cs typeface="PS TT Commons Medium" charset="0"/>
              </a:defRPr>
            </a:lvl1pPr>
          </a:lstStyle>
          <a:p>
            <a:pPr lvl="0"/>
            <a:r>
              <a:rPr lang="en-US" dirty="0"/>
              <a:t>Add text here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7" hasCustomPrompt="1"/>
          </p:nvPr>
        </p:nvSpPr>
        <p:spPr>
          <a:xfrm>
            <a:off x="2166557" y="3917455"/>
            <a:ext cx="9187243" cy="1085371"/>
          </a:xfrm>
          <a:prstGeom prst="rect">
            <a:avLst/>
          </a:prstGeom>
        </p:spPr>
        <p:txBody>
          <a:bodyPr lIns="182880" tIns="0" rIns="182880" bIns="0" anchor="ctr">
            <a:noAutofit/>
          </a:bodyPr>
          <a:lstStyle>
            <a:lvl1pPr marL="0" indent="0" algn="l">
              <a:buNone/>
              <a:defRPr sz="2133" b="0" i="0">
                <a:latin typeface="+mn-lt"/>
                <a:ea typeface="PS TT Commons Medium" charset="0"/>
                <a:cs typeface="PS TT Commons Medium" charset="0"/>
              </a:defRPr>
            </a:lvl1pPr>
          </a:lstStyle>
          <a:p>
            <a:pPr lvl="0"/>
            <a:r>
              <a:rPr lang="en-US" dirty="0"/>
              <a:t>Add text here</a:t>
            </a:r>
          </a:p>
        </p:txBody>
      </p:sp>
      <p:sp>
        <p:nvSpPr>
          <p:cNvPr id="11" name="Rectangle 10"/>
          <p:cNvSpPr/>
          <p:nvPr userDrawn="1"/>
        </p:nvSpPr>
        <p:spPr>
          <a:xfrm>
            <a:off x="700970" y="2606794"/>
            <a:ext cx="1285875" cy="1085371"/>
          </a:xfrm>
          <a:prstGeom prst="rect">
            <a:avLst/>
          </a:prstGeom>
          <a:solidFill>
            <a:schemeClr val="bg1"/>
          </a:solidFill>
          <a:ln w="508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12" name="Rectangle 11"/>
          <p:cNvSpPr/>
          <p:nvPr userDrawn="1"/>
        </p:nvSpPr>
        <p:spPr>
          <a:xfrm>
            <a:off x="700970" y="3917455"/>
            <a:ext cx="1285875" cy="1085371"/>
          </a:xfrm>
          <a:prstGeom prst="rect">
            <a:avLst/>
          </a:prstGeom>
          <a:solidFill>
            <a:schemeClr val="bg1"/>
          </a:solidFill>
          <a:ln w="508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8" name="Picture Placeholder 7"/>
          <p:cNvSpPr>
            <a:spLocks noGrp="1"/>
          </p:cNvSpPr>
          <p:nvPr>
            <p:ph type="pic" sz="quarter" idx="22" hasCustomPrompt="1"/>
          </p:nvPr>
        </p:nvSpPr>
        <p:spPr>
          <a:xfrm>
            <a:off x="773968" y="2690682"/>
            <a:ext cx="1139881" cy="917595"/>
          </a:xfrm>
        </p:spPr>
        <p:txBody>
          <a:bodyPr anchor="ctr"/>
          <a:lstStyle>
            <a:lvl1pPr algn="ctr">
              <a:defRPr sz="1333"/>
            </a:lvl1pPr>
          </a:lstStyle>
          <a:p>
            <a:r>
              <a:rPr lang="en-US"/>
              <a:t>Insert Icon Here</a:t>
            </a:r>
          </a:p>
        </p:txBody>
      </p:sp>
      <p:sp>
        <p:nvSpPr>
          <p:cNvPr id="15" name="Picture Placeholder 7"/>
          <p:cNvSpPr>
            <a:spLocks noGrp="1"/>
          </p:cNvSpPr>
          <p:nvPr>
            <p:ph type="pic" sz="quarter" idx="23" hasCustomPrompt="1"/>
          </p:nvPr>
        </p:nvSpPr>
        <p:spPr>
          <a:xfrm>
            <a:off x="773968" y="4001343"/>
            <a:ext cx="1139881" cy="917595"/>
          </a:xfrm>
        </p:spPr>
        <p:txBody>
          <a:bodyPr anchor="ctr"/>
          <a:lstStyle>
            <a:lvl1pPr algn="ctr">
              <a:defRPr sz="1333"/>
            </a:lvl1pPr>
          </a:lstStyle>
          <a:p>
            <a:r>
              <a:rPr lang="en-US"/>
              <a:t>Insert Icon Here</a:t>
            </a:r>
          </a:p>
        </p:txBody>
      </p:sp>
    </p:spTree>
    <p:extLst>
      <p:ext uri="{BB962C8B-B14F-4D97-AF65-F5344CB8AC3E}">
        <p14:creationId xmlns:p14="http://schemas.microsoft.com/office/powerpoint/2010/main" val="3618437332"/>
      </p:ext>
    </p:extLst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eferences-1 It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 userDrawn="1"/>
        </p:nvSpPr>
        <p:spPr>
          <a:xfrm>
            <a:off x="1" y="0"/>
            <a:ext cx="1219199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166557" y="570865"/>
            <a:ext cx="9187243" cy="543832"/>
          </a:xfrm>
        </p:spPr>
        <p:txBody>
          <a:bodyPr/>
          <a:lstStyle>
            <a:lvl1pPr algn="l">
              <a:defRPr baseline="0"/>
            </a:lvl1pPr>
          </a:lstStyle>
          <a:p>
            <a:r>
              <a:rPr lang="en-US"/>
              <a:t>Resources Referenced in This Course</a:t>
            </a:r>
          </a:p>
        </p:txBody>
      </p:sp>
      <p:sp>
        <p:nvSpPr>
          <p:cNvPr id="3" name="Text Placeholder 3"/>
          <p:cNvSpPr>
            <a:spLocks noGrp="1"/>
          </p:cNvSpPr>
          <p:nvPr>
            <p:ph type="body" sz="quarter" idx="15" hasCustomPrompt="1"/>
          </p:nvPr>
        </p:nvSpPr>
        <p:spPr>
          <a:xfrm>
            <a:off x="2166557" y="2606794"/>
            <a:ext cx="9187243" cy="1085371"/>
          </a:xfrm>
          <a:prstGeom prst="rect">
            <a:avLst/>
          </a:prstGeom>
        </p:spPr>
        <p:txBody>
          <a:bodyPr lIns="182880" tIns="0" rIns="182880" bIns="0" anchor="ctr">
            <a:noAutofit/>
          </a:bodyPr>
          <a:lstStyle>
            <a:lvl1pPr marL="0" indent="0" algn="l">
              <a:buNone/>
              <a:defRPr sz="2133" b="0" i="0">
                <a:latin typeface="+mn-lt"/>
                <a:ea typeface="PS TT Commons Medium" charset="0"/>
                <a:cs typeface="PS TT Commons Medium" charset="0"/>
              </a:defRPr>
            </a:lvl1pPr>
          </a:lstStyle>
          <a:p>
            <a:pPr lvl="0"/>
            <a:r>
              <a:rPr lang="en-US" dirty="0"/>
              <a:t>Add text here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7" hasCustomPrompt="1"/>
          </p:nvPr>
        </p:nvSpPr>
        <p:spPr>
          <a:xfrm>
            <a:off x="2166557" y="3917455"/>
            <a:ext cx="9187243" cy="1085371"/>
          </a:xfrm>
          <a:prstGeom prst="rect">
            <a:avLst/>
          </a:prstGeom>
        </p:spPr>
        <p:txBody>
          <a:bodyPr lIns="182880" tIns="0" rIns="182880" bIns="0" anchor="ctr">
            <a:noAutofit/>
          </a:bodyPr>
          <a:lstStyle>
            <a:lvl1pPr marL="0" indent="0" algn="l">
              <a:buNone/>
              <a:defRPr sz="2133" b="0" i="0">
                <a:latin typeface="+mn-lt"/>
                <a:ea typeface="PS TT Commons Medium" charset="0"/>
                <a:cs typeface="PS TT Commons Medium" charset="0"/>
              </a:defRPr>
            </a:lvl1pPr>
          </a:lstStyle>
          <a:p>
            <a:pPr lvl="0"/>
            <a:r>
              <a:rPr lang="en-US" dirty="0"/>
              <a:t>Add text here</a:t>
            </a:r>
          </a:p>
        </p:txBody>
      </p:sp>
      <p:sp>
        <p:nvSpPr>
          <p:cNvPr id="11" name="Rectangle 10"/>
          <p:cNvSpPr/>
          <p:nvPr userDrawn="1"/>
        </p:nvSpPr>
        <p:spPr>
          <a:xfrm>
            <a:off x="700970" y="2606794"/>
            <a:ext cx="1285875" cy="1085371"/>
          </a:xfrm>
          <a:prstGeom prst="rect">
            <a:avLst/>
          </a:prstGeom>
          <a:solidFill>
            <a:schemeClr val="bg1"/>
          </a:solidFill>
          <a:ln w="508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12" name="Rectangle 11"/>
          <p:cNvSpPr/>
          <p:nvPr userDrawn="1"/>
        </p:nvSpPr>
        <p:spPr>
          <a:xfrm>
            <a:off x="700970" y="3917455"/>
            <a:ext cx="1285875" cy="1085371"/>
          </a:xfrm>
          <a:prstGeom prst="rect">
            <a:avLst/>
          </a:prstGeom>
          <a:solidFill>
            <a:schemeClr val="bg1"/>
          </a:solidFill>
          <a:ln w="508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8" name="Picture Placeholder 7"/>
          <p:cNvSpPr>
            <a:spLocks noGrp="1"/>
          </p:cNvSpPr>
          <p:nvPr>
            <p:ph type="pic" sz="quarter" idx="22" hasCustomPrompt="1"/>
          </p:nvPr>
        </p:nvSpPr>
        <p:spPr>
          <a:xfrm>
            <a:off x="773968" y="2690682"/>
            <a:ext cx="1139881" cy="917595"/>
          </a:xfrm>
        </p:spPr>
        <p:txBody>
          <a:bodyPr anchor="ctr"/>
          <a:lstStyle>
            <a:lvl1pPr algn="ctr">
              <a:defRPr sz="1333"/>
            </a:lvl1pPr>
          </a:lstStyle>
          <a:p>
            <a:r>
              <a:rPr lang="en-US"/>
              <a:t>Insert Icon Here</a:t>
            </a:r>
          </a:p>
        </p:txBody>
      </p:sp>
      <p:sp>
        <p:nvSpPr>
          <p:cNvPr id="15" name="Picture Placeholder 7"/>
          <p:cNvSpPr>
            <a:spLocks noGrp="1"/>
          </p:cNvSpPr>
          <p:nvPr>
            <p:ph type="pic" sz="quarter" idx="23" hasCustomPrompt="1"/>
          </p:nvPr>
        </p:nvSpPr>
        <p:spPr>
          <a:xfrm>
            <a:off x="773968" y="4001343"/>
            <a:ext cx="1139881" cy="917595"/>
          </a:xfrm>
        </p:spPr>
        <p:txBody>
          <a:bodyPr anchor="ctr"/>
          <a:lstStyle>
            <a:lvl1pPr algn="ctr">
              <a:defRPr sz="1333"/>
            </a:lvl1pPr>
          </a:lstStyle>
          <a:p>
            <a:r>
              <a:rPr lang="en-US"/>
              <a:t>Insert Icon Here</a:t>
            </a:r>
          </a:p>
        </p:txBody>
      </p:sp>
    </p:spTree>
    <p:extLst>
      <p:ext uri="{BB962C8B-B14F-4D97-AF65-F5344CB8AC3E}">
        <p14:creationId xmlns:p14="http://schemas.microsoft.com/office/powerpoint/2010/main" val="2508888816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02722410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ppendi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/>
          <p:cNvSpPr>
            <a:spLocks noGrp="1"/>
          </p:cNvSpPr>
          <p:nvPr>
            <p:ph type="body" sz="quarter" idx="11" hasCustomPrompt="1"/>
          </p:nvPr>
        </p:nvSpPr>
        <p:spPr>
          <a:xfrm>
            <a:off x="711200" y="1830273"/>
            <a:ext cx="9824509" cy="568195"/>
          </a:xfrm>
        </p:spPr>
        <p:txBody>
          <a:bodyPr anchor="ctr"/>
          <a:lstStyle>
            <a:lvl1pPr marL="0" indent="0">
              <a:buNone/>
              <a:defRPr sz="3000" baseline="0">
                <a:latin typeface="+mj-lt"/>
              </a:defRPr>
            </a:lvl1pPr>
          </a:lstStyle>
          <a:p>
            <a:pPr lvl="0"/>
            <a:r>
              <a:rPr lang="en-US"/>
              <a:t>Click to Add Subtitle in Title Case</a:t>
            </a:r>
          </a:p>
        </p:txBody>
      </p:sp>
      <p:sp>
        <p:nvSpPr>
          <p:cNvPr id="4" name="Text Placeholder 4"/>
          <p:cNvSpPr>
            <a:spLocks noGrp="1"/>
          </p:cNvSpPr>
          <p:nvPr>
            <p:ph type="body" sz="quarter" idx="10" hasCustomPrompt="1"/>
          </p:nvPr>
        </p:nvSpPr>
        <p:spPr>
          <a:xfrm>
            <a:off x="711698" y="237067"/>
            <a:ext cx="10036527" cy="812800"/>
          </a:xfrm>
          <a:prstGeom prst="rect">
            <a:avLst/>
          </a:prstGeom>
        </p:spPr>
        <p:txBody>
          <a:bodyPr lIns="91440" anchor="b">
            <a:noAutofit/>
          </a:bodyPr>
          <a:lstStyle>
            <a:lvl1pPr marL="0" indent="0">
              <a:lnSpc>
                <a:spcPct val="90000"/>
              </a:lnSpc>
              <a:spcBef>
                <a:spcPts val="1000"/>
              </a:spcBef>
              <a:buNone/>
              <a:defRPr sz="4000" spc="0" baseline="0">
                <a:latin typeface="+mj-lt"/>
              </a:defRPr>
            </a:lvl1pPr>
          </a:lstStyle>
          <a:p>
            <a:pPr lvl="0"/>
            <a:r>
              <a:rPr lang="en-US"/>
              <a:t>Click to Add Slide Title in Title Case</a:t>
            </a:r>
          </a:p>
        </p:txBody>
      </p:sp>
      <p:cxnSp>
        <p:nvCxnSpPr>
          <p:cNvPr id="5" name="Straight Connector 4"/>
          <p:cNvCxnSpPr/>
          <p:nvPr/>
        </p:nvCxnSpPr>
        <p:spPr>
          <a:xfrm>
            <a:off x="609600" y="1227961"/>
            <a:ext cx="10972800" cy="0"/>
          </a:xfrm>
          <a:prstGeom prst="line">
            <a:avLst/>
          </a:prstGeom>
          <a:noFill/>
          <a:ln w="57150" cap="flat" cmpd="sng" algn="ctr">
            <a:gradFill>
              <a:gsLst>
                <a:gs pos="0">
                  <a:srgbClr val="F05A28"/>
                </a:gs>
                <a:gs pos="100000">
                  <a:srgbClr val="EC0D7D"/>
                </a:gs>
              </a:gsLst>
              <a:lin ang="4800000" scaled="0"/>
            </a:gradFill>
            <a:prstDash val="solid"/>
            <a:headEnd type="none"/>
            <a:tailEnd type="none"/>
          </a:ln>
          <a:effectLst/>
        </p:spPr>
      </p:cxnSp>
      <p:sp>
        <p:nvSpPr>
          <p:cNvPr id="2" name="TextBox 1"/>
          <p:cNvSpPr txBox="1"/>
          <p:nvPr userDrawn="1"/>
        </p:nvSpPr>
        <p:spPr>
          <a:xfrm>
            <a:off x="1709531" y="728869"/>
            <a:ext cx="609600" cy="609600"/>
          </a:xfrm>
          <a:prstGeom prst="rect">
            <a:avLst/>
          </a:prstGeom>
        </p:spPr>
        <p:txBody>
          <a:bodyPr vert="horz" wrap="none" lIns="0" tIns="21980" rIns="43959" bIns="21980" rtlCol="0" anchor="b" anchorCtr="0">
            <a:noAutofit/>
          </a:bodyPr>
          <a:lstStyle/>
          <a:p>
            <a:pPr marL="0" marR="0" indent="0" algn="l" defTabSz="293016" rtl="0" eaLnBrk="1" fontAlgn="auto" latinLnBrk="0" hangingPunct="1">
              <a:lnSpc>
                <a:spcPct val="85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2350" b="0" i="0" u="none" strike="noStrike" kern="1200" cap="none" spc="0" normalizeH="0" baseline="0" noProof="0" dirty="0">
              <a:ln>
                <a:noFill/>
              </a:ln>
              <a:solidFill>
                <a:srgbClr val="E5E5E5">
                  <a:lumMod val="10000"/>
                </a:srgbClr>
              </a:solidFill>
              <a:effectLst/>
              <a:uLnTx/>
              <a:uFillTx/>
              <a:latin typeface="PS TT Commons" charset="0"/>
              <a:ea typeface="PS TT Commons" charset="0"/>
              <a:cs typeface="PS TT Commons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14028664"/>
      </p:ext>
    </p:extLst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04_Content Slide (top title bar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white object with a black border&#10;&#10;Description automatically generated with medium confidence">
            <a:extLst>
              <a:ext uri="{FF2B5EF4-FFF2-40B4-BE49-F238E27FC236}">
                <a16:creationId xmlns:a16="http://schemas.microsoft.com/office/drawing/2014/main" id="{6F592B98-E829-4D75-987C-E10A1777DF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7BF004E1-6C6E-A41B-2708-AF445AAF3B6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57790" y="12448"/>
            <a:ext cx="10064239" cy="618171"/>
          </a:xfrm>
          <a:prstGeom prst="rect">
            <a:avLst/>
          </a:prstGeom>
        </p:spPr>
        <p:txBody>
          <a:bodyPr>
            <a:noAutofit/>
          </a:bodyPr>
          <a:lstStyle>
            <a:lvl1pPr algn="l">
              <a:defRPr sz="3734" baseline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Slide Title Goes Here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5A0E15C9-D306-B736-F041-3C5729A18D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00668" y="1316499"/>
            <a:ext cx="9778483" cy="4874096"/>
          </a:xfrm>
        </p:spPr>
        <p:txBody>
          <a:bodyPr>
            <a:noAutofit/>
          </a:bodyPr>
          <a:lstStyle>
            <a:lvl1pPr>
              <a:defRPr sz="2933" baseline="0">
                <a:latin typeface="Open Sans" panose="020B0606030504020204" pitchFamily="34" charset="0"/>
              </a:defRPr>
            </a:lvl1pPr>
            <a:lvl2pPr>
              <a:defRPr sz="2667" baseline="0">
                <a:latin typeface="Open Sans" panose="020B0606030504020204" pitchFamily="34" charset="0"/>
              </a:defRPr>
            </a:lvl2pPr>
            <a:lvl3pPr>
              <a:defRPr sz="2400" baseline="0">
                <a:latin typeface="Open Sans" panose="020B0606030504020204" pitchFamily="34" charset="0"/>
              </a:defRPr>
            </a:lvl3pPr>
            <a:lvl4pPr>
              <a:defRPr sz="2400" baseline="0">
                <a:latin typeface="Open Sans" panose="020B0606030504020204" pitchFamily="34" charset="0"/>
              </a:defRPr>
            </a:lvl4pPr>
            <a:lvl5pPr>
              <a:defRPr sz="2400" baseline="0">
                <a:latin typeface="Open Sans" panose="020B0606030504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pic>
        <p:nvPicPr>
          <p:cNvPr id="2" name="Picture 1" descr="A white object with a black border&#10;&#10;Description automatically generated with medium confidence">
            <a:extLst>
              <a:ext uri="{FF2B5EF4-FFF2-40B4-BE49-F238E27FC236}">
                <a16:creationId xmlns:a16="http://schemas.microsoft.com/office/drawing/2014/main" id="{1E03FF75-F906-DFC4-F2DB-E6A0D0C643B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5943362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_Content_No Bottom B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D6CEA3E-C82D-A746-AACF-52839FCFD37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-1"/>
            <a:ext cx="12192000" cy="6858000"/>
          </a:xfrm>
          <a:prstGeom prst="rect">
            <a:avLst/>
          </a:prstGeom>
        </p:spPr>
      </p:pic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1518161" y="-84666"/>
            <a:ext cx="10064239" cy="747403"/>
          </a:xfrm>
          <a:prstGeom prst="rect">
            <a:avLst/>
          </a:prstGeom>
        </p:spPr>
        <p:txBody>
          <a:bodyPr>
            <a:noAutofit/>
          </a:bodyPr>
          <a:lstStyle>
            <a:lvl1pPr algn="l">
              <a:defRPr sz="4800">
                <a:solidFill>
                  <a:srgbClr val="FFFFFF"/>
                </a:solidFill>
                <a:latin typeface="Segoe Pro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529839" y="1086362"/>
            <a:ext cx="10052560" cy="4729361"/>
          </a:xfrm>
        </p:spPr>
        <p:txBody>
          <a:bodyPr>
            <a:noAutofit/>
          </a:bodyPr>
          <a:lstStyle>
            <a:lvl1pPr>
              <a:defRPr sz="2933"/>
            </a:lvl1pPr>
            <a:lvl2pPr>
              <a:defRPr sz="2667"/>
            </a:lvl2pPr>
            <a:lvl3pPr>
              <a:defRPr sz="24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81BFFD2-2A5F-1053-0E42-A89EDB7FA52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82880" y="6268720"/>
            <a:ext cx="1188721" cy="430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1027626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<Relationship Id="rId14" Type="http://schemas.openxmlformats.org/officeDocument/2006/relationships/theme" Target="../theme/theme2.xml"/><Relationship Id="rId15" Type="http://schemas.openxmlformats.org/officeDocument/2006/relationships/image" Target="../media/image1.jpeg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6.xml"/><Relationship Id="rId3" Type="http://schemas.openxmlformats.org/officeDocument/2006/relationships/slideLayout" Target="../slideLayouts/slideLayout27.xml"/><Relationship Id="rId4" Type="http://schemas.openxmlformats.org/officeDocument/2006/relationships/slideLayout" Target="../slideLayouts/slideLayout28.xml"/><Relationship Id="rId5" Type="http://schemas.openxmlformats.org/officeDocument/2006/relationships/slideLayout" Target="../slideLayouts/slideLayout29.xml"/><Relationship Id="rId6" Type="http://schemas.openxmlformats.org/officeDocument/2006/relationships/slideLayout" Target="../slideLayouts/slideLayout30.xml"/><Relationship Id="rId7" Type="http://schemas.openxmlformats.org/officeDocument/2006/relationships/slideLayout" Target="../slideLayouts/slideLayout31.xml"/><Relationship Id="rId8" Type="http://schemas.openxmlformats.org/officeDocument/2006/relationships/slideLayout" Target="../slideLayouts/slideLayout32.xml"/><Relationship Id="rId9" Type="http://schemas.openxmlformats.org/officeDocument/2006/relationships/slideLayout" Target="../slideLayouts/slideLayout33.xml"/><Relationship Id="rId10" Type="http://schemas.openxmlformats.org/officeDocument/2006/relationships/slideLayout" Target="../slideLayouts/slideLayout34.xml"/><Relationship Id="rId11" Type="http://schemas.openxmlformats.org/officeDocument/2006/relationships/slideLayout" Target="../slideLayouts/slideLayout35.xml"/><Relationship Id="rId12" Type="http://schemas.openxmlformats.org/officeDocument/2006/relationships/slideLayout" Target="../slideLayouts/slideLayout36.xml"/><Relationship Id="rId13" Type="http://schemas.openxmlformats.org/officeDocument/2006/relationships/slideLayout" Target="../slideLayouts/slideLayout37.xml"/><Relationship Id="rId14" Type="http://schemas.openxmlformats.org/officeDocument/2006/relationships/slideLayout" Target="../slideLayouts/slideLayout38.xml"/><Relationship Id="rId15" Type="http://schemas.openxmlformats.org/officeDocument/2006/relationships/slideLayout" Target="../slideLayouts/slideLayout39.xml"/><Relationship Id="rId16" Type="http://schemas.openxmlformats.org/officeDocument/2006/relationships/slideLayout" Target="../slideLayouts/slideLayout40.xml"/><Relationship Id="rId17" Type="http://schemas.openxmlformats.org/officeDocument/2006/relationships/slideLayout" Target="../slideLayouts/slideLayout41.xml"/><Relationship Id="rId18" Type="http://schemas.openxmlformats.org/officeDocument/2006/relationships/slideLayout" Target="../slideLayouts/slideLayout42.xml"/><Relationship Id="rId19" Type="http://schemas.openxmlformats.org/officeDocument/2006/relationships/slideLayout" Target="../slideLayouts/slideLayout43.xml"/><Relationship Id="rId20" Type="http://schemas.openxmlformats.org/officeDocument/2006/relationships/slideLayout" Target="../slideLayouts/slideLayout44.xml"/><Relationship Id="rId21" Type="http://schemas.openxmlformats.org/officeDocument/2006/relationships/slideLayout" Target="../slideLayouts/slideLayout45.xml"/><Relationship Id="rId22" Type="http://schemas.openxmlformats.org/officeDocument/2006/relationships/slideLayout" Target="../slideLayouts/slideLayout46.xml"/><Relationship Id="rId23" Type="http://schemas.openxmlformats.org/officeDocument/2006/relationships/slideLayout" Target="../slideLayouts/slideLayout47.xml"/><Relationship Id="rId24" Type="http://schemas.openxmlformats.org/officeDocument/2006/relationships/slideLayout" Target="../slideLayouts/slideLayout48.xml"/><Relationship Id="rId25" Type="http://schemas.openxmlformats.org/officeDocument/2006/relationships/slideLayout" Target="../slideLayouts/slideLayout49.xml"/><Relationship Id="rId26" Type="http://schemas.openxmlformats.org/officeDocument/2006/relationships/slideLayout" Target="../slideLayouts/slideLayout50.xml"/><Relationship Id="rId27" Type="http://schemas.openxmlformats.org/officeDocument/2006/relationships/slideLayout" Target="../slideLayouts/slideLayout51.xml"/><Relationship Id="rId28" Type="http://schemas.openxmlformats.org/officeDocument/2006/relationships/slideLayout" Target="../slideLayouts/slideLayout52.xml"/><Relationship Id="rId29" Type="http://schemas.openxmlformats.org/officeDocument/2006/relationships/slideLayout" Target="../slideLayouts/slideLayout53.xml"/><Relationship Id="rId30" Type="http://schemas.openxmlformats.org/officeDocument/2006/relationships/slideLayout" Target="../slideLayouts/slideLayout54.xml"/><Relationship Id="rId31" Type="http://schemas.openxmlformats.org/officeDocument/2006/relationships/slideLayout" Target="../slideLayouts/slideLayout55.xml"/><Relationship Id="rId32" Type="http://schemas.openxmlformats.org/officeDocument/2006/relationships/slideLayout" Target="../slideLayouts/slideLayout56.xml"/><Relationship Id="rId33" Type="http://schemas.openxmlformats.org/officeDocument/2006/relationships/slideLayout" Target="../slideLayouts/slideLayout57.xml"/><Relationship Id="rId34" Type="http://schemas.openxmlformats.org/officeDocument/2006/relationships/slideLayout" Target="../slideLayouts/slideLayout58.xml"/><Relationship Id="rId35" Type="http://schemas.openxmlformats.org/officeDocument/2006/relationships/slideLayout" Target="../slideLayouts/slideLayout59.xml"/><Relationship Id="rId36" Type="http://schemas.openxmlformats.org/officeDocument/2006/relationships/slideLayout" Target="../slideLayouts/slideLayout60.xml"/><Relationship Id="rId37" Type="http://schemas.openxmlformats.org/officeDocument/2006/relationships/slideLayout" Target="../slideLayouts/slideLayout61.xml"/><Relationship Id="rId38" Type="http://schemas.openxmlformats.org/officeDocument/2006/relationships/slideLayout" Target="../slideLayouts/slideLayout62.xml"/><Relationship Id="rId39" Type="http://schemas.openxmlformats.org/officeDocument/2006/relationships/slideLayout" Target="../slideLayouts/slideLayout63.xml"/><Relationship Id="rId40" Type="http://schemas.openxmlformats.org/officeDocument/2006/relationships/slideLayout" Target="../slideLayouts/slideLayout64.xml"/><Relationship Id="rId41" Type="http://schemas.openxmlformats.org/officeDocument/2006/relationships/slideLayout" Target="../slideLayouts/slideLayout65.xml"/><Relationship Id="rId42" Type="http://schemas.openxmlformats.org/officeDocument/2006/relationships/slideLayout" Target="../slideLayouts/slideLayout66.xml"/><Relationship Id="rId43" Type="http://schemas.openxmlformats.org/officeDocument/2006/relationships/slideLayout" Target="../slideLayouts/slideLayout67.xml"/><Relationship Id="rId44" Type="http://schemas.openxmlformats.org/officeDocument/2006/relationships/slideLayout" Target="../slideLayouts/slideLayout68.xml"/><Relationship Id="rId45" Type="http://schemas.openxmlformats.org/officeDocument/2006/relationships/slideLayout" Target="../slideLayouts/slideLayout69.xml"/><Relationship Id="rId46" Type="http://schemas.openxmlformats.org/officeDocument/2006/relationships/slideLayout" Target="../slideLayouts/slideLayout70.xml"/><Relationship Id="rId47" Type="http://schemas.openxmlformats.org/officeDocument/2006/relationships/slideLayout" Target="../slideLayouts/slideLayout71.xml"/><Relationship Id="rId48" Type="http://schemas.openxmlformats.org/officeDocument/2006/relationships/slideLayout" Target="../slideLayouts/slideLayout72.xml"/><Relationship Id="rId49" Type="http://schemas.openxmlformats.org/officeDocument/2006/relationships/slideLayout" Target="../slideLayouts/slideLayout73.xml"/><Relationship Id="rId50" Type="http://schemas.openxmlformats.org/officeDocument/2006/relationships/slideLayout" Target="../slideLayouts/slideLayout74.xml"/><Relationship Id="rId51" Type="http://schemas.openxmlformats.org/officeDocument/2006/relationships/slideLayout" Target="../slideLayouts/slideLayout75.xml"/><Relationship Id="rId52" Type="http://schemas.openxmlformats.org/officeDocument/2006/relationships/slideLayout" Target="../slideLayouts/slideLayout76.xml"/><Relationship Id="rId53" Type="http://schemas.openxmlformats.org/officeDocument/2006/relationships/slideLayout" Target="../slideLayouts/slideLayout77.xml"/><Relationship Id="rId54" Type="http://schemas.openxmlformats.org/officeDocument/2006/relationships/slideLayout" Target="../slideLayouts/slideLayout78.xml"/><Relationship Id="rId55" Type="http://schemas.openxmlformats.org/officeDocument/2006/relationships/slideLayout" Target="../slideLayouts/slideLayout79.xml"/><Relationship Id="rId56" Type="http://schemas.openxmlformats.org/officeDocument/2006/relationships/slideLayout" Target="../slideLayouts/slideLayout80.xml"/><Relationship Id="rId57" Type="http://schemas.openxmlformats.org/officeDocument/2006/relationships/slideLayout" Target="../slideLayouts/slideLayout81.xml"/><Relationship Id="rId58" Type="http://schemas.openxmlformats.org/officeDocument/2006/relationships/slideLayout" Target="../slideLayouts/slideLayout82.xml"/><Relationship Id="rId59" Type="http://schemas.openxmlformats.org/officeDocument/2006/relationships/slideLayout" Target="../slideLayouts/slideLayout83.xml"/><Relationship Id="rId60" Type="http://schemas.openxmlformats.org/officeDocument/2006/relationships/slideLayout" Target="../slideLayouts/slideLayout84.xml"/><Relationship Id="rId61" Type="http://schemas.openxmlformats.org/officeDocument/2006/relationships/slideLayout" Target="../slideLayouts/slideLayout85.xml"/><Relationship Id="rId62" Type="http://schemas.openxmlformats.org/officeDocument/2006/relationships/slideLayout" Target="../slideLayouts/slideLayout86.xml"/><Relationship Id="rId63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Sun, 4/26/2026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5">
            <a:alphaModFix amt="0"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00">
                <a:solidFill>
                  <a:schemeClr val="tx1">
                    <a:tint val="75000"/>
                  </a:schemeClr>
                </a:solidFill>
                <a:latin typeface="Segoe Pro" charset="0"/>
              </a:defRPr>
            </a:lvl1pPr>
          </a:lstStyle>
          <a:p>
            <a:fld id="{128B0A6C-EF38-9441-ADBF-8FE45FA6C46E}" type="datetimeFigureOut">
              <a:rPr lang="en-US" smtClean="0"/>
              <a:pPr/>
              <a:t>Sun, 4/26/2026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00">
                <a:solidFill>
                  <a:schemeClr val="tx1">
                    <a:tint val="75000"/>
                  </a:schemeClr>
                </a:solidFill>
                <a:latin typeface="Segoe Pro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>
                    <a:tint val="75000"/>
                  </a:schemeClr>
                </a:solidFill>
                <a:latin typeface="Segoe Pro" charset="0"/>
              </a:defRPr>
            </a:lvl1pPr>
          </a:lstStyle>
          <a:p>
            <a:fld id="{6D032D76-6BE4-154B-A130-37D069E4235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3519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  <p:sldLayoutId id="2147483673" r:id="rId12"/>
    <p:sldLayoutId id="2147483674" r:id="rId13"/>
  </p:sldLayoutIdLst>
  <p:txStyles>
    <p:titleStyle>
      <a:lvl1pPr algn="l" defTabSz="609585" rtl="0" eaLnBrk="1" latinLnBrk="0" hangingPunct="1"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189" indent="-457189" algn="l" defTabSz="609585" rtl="0" eaLnBrk="1" latinLnBrk="0" hangingPunct="1">
        <a:spcBef>
          <a:spcPct val="20000"/>
        </a:spcBef>
        <a:buFont typeface="Arial"/>
        <a:buChar char="•"/>
        <a:defRPr sz="4267" kern="1200">
          <a:solidFill>
            <a:schemeClr val="tx1"/>
          </a:solidFill>
          <a:latin typeface="Segoe Pro" charset="0"/>
          <a:ea typeface="+mn-ea"/>
          <a:cs typeface="+mn-cs"/>
        </a:defRPr>
      </a:lvl1pPr>
      <a:lvl2pPr marL="990575" indent="-380990" algn="l" defTabSz="609585" rtl="0" eaLnBrk="1" latinLnBrk="0" hangingPunct="1">
        <a:spcBef>
          <a:spcPct val="20000"/>
        </a:spcBef>
        <a:buFont typeface="Arial"/>
        <a:buChar char="•"/>
        <a:defRPr sz="3733" kern="1200">
          <a:solidFill>
            <a:schemeClr val="tx1"/>
          </a:solidFill>
          <a:latin typeface="Segoe Pro" charset="0"/>
          <a:ea typeface="+mn-ea"/>
          <a:cs typeface="+mn-cs"/>
        </a:defRPr>
      </a:lvl2pPr>
      <a:lvl3pPr marL="1523962" indent="-304792" algn="l" defTabSz="609585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Segoe Pro" charset="0"/>
          <a:ea typeface="+mn-ea"/>
          <a:cs typeface="+mn-cs"/>
        </a:defRPr>
      </a:lvl3pPr>
      <a:lvl4pPr marL="2133547" indent="-304792" algn="l" defTabSz="60958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Segoe Pro" charset="0"/>
          <a:ea typeface="+mn-ea"/>
          <a:cs typeface="+mn-cs"/>
        </a:defRPr>
      </a:lvl4pPr>
      <a:lvl5pPr marL="2743131" indent="-304792" algn="l" defTabSz="60958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Segoe Pro" charset="0"/>
          <a:ea typeface="+mn-ea"/>
          <a:cs typeface="+mn-cs"/>
        </a:defRPr>
      </a:lvl5pPr>
      <a:lvl6pPr marL="3352716" indent="-304792" algn="l" defTabSz="60958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60958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60958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60958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6D795F9-FA16-4818-A4C7-40BE166CFE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70865"/>
            <a:ext cx="10515600" cy="5438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 dirty="0"/>
              <a:t>Click to Add Title in Title Case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86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Text Placeholder 16"/>
          <p:cNvSpPr txBox="1">
            <a:spLocks/>
          </p:cNvSpPr>
          <p:nvPr userDrawn="1"/>
        </p:nvSpPr>
        <p:spPr>
          <a:xfrm>
            <a:off x="8048978" y="-563485"/>
            <a:ext cx="4143022" cy="479867"/>
          </a:xfrm>
          <a:prstGeom prst="rect">
            <a:avLst/>
          </a:prstGeom>
        </p:spPr>
        <p:txBody>
          <a:bodyPr anchor="t"/>
          <a:lstStyle>
            <a:lvl1pPr marL="117452" indent="-117452" algn="l" defTabSz="586003" rtl="0" eaLnBrk="1" latinLnBrk="0" hangingPunct="1">
              <a:spcBef>
                <a:spcPts val="1800"/>
              </a:spcBef>
              <a:buClrTx/>
              <a:buSzPct val="100000"/>
              <a:buFont typeface="Myriad Pro" panose="020B0503030403020204" pitchFamily="34" charset="0"/>
              <a:buChar char=" "/>
              <a:defRPr sz="2400" b="0" i="0" kern="1200">
                <a:solidFill>
                  <a:schemeClr val="accent1"/>
                </a:solidFill>
                <a:latin typeface="+mn-lt"/>
                <a:ea typeface="Montserrat Light" charset="0"/>
                <a:cs typeface="Montserrat Light" charset="0"/>
              </a:defRPr>
            </a:lvl1pPr>
            <a:lvl2pPr marL="586003" indent="-288930" algn="l" defTabSz="586003" rtl="0" eaLnBrk="1" latinLnBrk="0" hangingPunct="1">
              <a:spcBef>
                <a:spcPts val="600"/>
              </a:spcBef>
              <a:buClrTx/>
              <a:buSzPct val="100000"/>
              <a:buFont typeface="Lucida Grande"/>
              <a:buChar char="-"/>
              <a:defRPr sz="2400" b="0" i="0" kern="1200">
                <a:solidFill>
                  <a:schemeClr val="accent1"/>
                </a:solidFill>
                <a:latin typeface="Montserrat Light" charset="0"/>
                <a:ea typeface="Montserrat Light" charset="0"/>
                <a:cs typeface="Montserrat Light" charset="0"/>
              </a:defRPr>
            </a:lvl2pPr>
            <a:lvl3pPr marL="883074" indent="-286898" algn="l" defTabSz="586003" rtl="0" eaLnBrk="1" latinLnBrk="0" hangingPunct="1">
              <a:spcBef>
                <a:spcPts val="600"/>
              </a:spcBef>
              <a:buClrTx/>
              <a:buSzPct val="100000"/>
              <a:buFont typeface="Lucida Grande"/>
              <a:buChar char="•"/>
              <a:defRPr sz="2400" b="0" i="0" kern="1200">
                <a:solidFill>
                  <a:schemeClr val="accent1"/>
                </a:solidFill>
                <a:latin typeface="Montserrat Light" charset="0"/>
                <a:ea typeface="Montserrat Light" charset="0"/>
                <a:cs typeface="Montserrat Light" charset="0"/>
              </a:defRPr>
            </a:lvl3pPr>
            <a:lvl4pPr marL="1096724" indent="-213648" algn="l" defTabSz="586003" rtl="0" eaLnBrk="1" latinLnBrk="0" hangingPunct="1">
              <a:spcBef>
                <a:spcPts val="600"/>
              </a:spcBef>
              <a:buClrTx/>
              <a:buSzPct val="100000"/>
              <a:buFont typeface="Wingdings" panose="05000000000000000000" pitchFamily="2" charset="2"/>
              <a:buChar char="§"/>
              <a:defRPr sz="2400" b="0" i="0" kern="1200" baseline="0">
                <a:solidFill>
                  <a:schemeClr val="accent1"/>
                </a:solidFill>
                <a:latin typeface="Montserrat Light" charset="0"/>
                <a:ea typeface="Montserrat Light" charset="0"/>
                <a:cs typeface="Montserrat Light" charset="0"/>
              </a:defRPr>
            </a:lvl4pPr>
            <a:lvl5pPr marL="1395829" indent="-299107" algn="l" defTabSz="586003" rtl="0" eaLnBrk="1" latinLnBrk="0" hangingPunct="1">
              <a:spcBef>
                <a:spcPts val="600"/>
              </a:spcBef>
              <a:buClrTx/>
              <a:buSzPct val="100000"/>
              <a:buFont typeface="Myriad Pro Light" panose="020B0403030403020204" pitchFamily="34" charset="0"/>
              <a:buChar char="-"/>
              <a:tabLst/>
              <a:defRPr sz="2400" b="0" i="0" kern="1200" baseline="0">
                <a:solidFill>
                  <a:schemeClr val="accent1"/>
                </a:solidFill>
                <a:latin typeface="Montserrat Light" charset="0"/>
                <a:ea typeface="Montserrat Light" charset="0"/>
                <a:cs typeface="Montserrat Light" charset="0"/>
              </a:defRPr>
            </a:lvl5pPr>
            <a:lvl6pPr marL="1609476" indent="-215680" algn="l" defTabSz="586003" rtl="0" eaLnBrk="1" latinLnBrk="0" hangingPunct="1">
              <a:spcBef>
                <a:spcPts val="448"/>
              </a:spcBef>
              <a:buClr>
                <a:schemeClr val="bg1">
                  <a:lumMod val="85000"/>
                </a:schemeClr>
              </a:buClr>
              <a:buSzPct val="70000"/>
              <a:buFont typeface="Lucida Grande"/>
              <a:buChar char="•"/>
              <a:defRPr sz="1467" b="0" i="0" kern="1200">
                <a:solidFill>
                  <a:schemeClr val="bg1">
                    <a:lumMod val="50000"/>
                  </a:schemeClr>
                </a:solidFill>
                <a:latin typeface="Myriad Pro Light"/>
                <a:ea typeface="+mn-ea"/>
                <a:cs typeface="Arial"/>
              </a:defRPr>
            </a:lvl6pPr>
            <a:lvl7pPr marL="3809023" indent="-293002" algn="l" defTabSz="586003" rtl="0" eaLnBrk="1" latinLnBrk="0" hangingPunct="1">
              <a:spcBef>
                <a:spcPct val="20000"/>
              </a:spcBef>
              <a:buFont typeface="Arial"/>
              <a:buChar char="•"/>
              <a:defRPr sz="25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395027" indent="-293002" algn="l" defTabSz="586003" rtl="0" eaLnBrk="1" latinLnBrk="0" hangingPunct="1">
              <a:spcBef>
                <a:spcPct val="20000"/>
              </a:spcBef>
              <a:buFont typeface="Arial"/>
              <a:buChar char="•"/>
              <a:defRPr sz="25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981028" indent="-293002" algn="l" defTabSz="586003" rtl="0" eaLnBrk="1" latinLnBrk="0" hangingPunct="1">
              <a:spcBef>
                <a:spcPct val="20000"/>
              </a:spcBef>
              <a:buFont typeface="Arial"/>
              <a:buChar char="•"/>
              <a:defRPr sz="25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ts val="2800"/>
              </a:lnSpc>
              <a:buNone/>
            </a:pPr>
            <a:r>
              <a:rPr lang="en-US" sz="1600" dirty="0">
                <a:solidFill>
                  <a:schemeClr val="tx1"/>
                </a:solidFill>
                <a:latin typeface="PS TT Commons Book" charset="0"/>
                <a:ea typeface="PS TT Commons Book" charset="0"/>
                <a:cs typeface="PS TT Commons Book" charset="0"/>
              </a:rPr>
              <a:t> Deck verision</a:t>
            </a:r>
            <a:r>
              <a:rPr lang="en-US" sz="1600" baseline="0" dirty="0">
                <a:solidFill>
                  <a:schemeClr val="tx1"/>
                </a:solidFill>
                <a:latin typeface="PS TT Commons Book" charset="0"/>
                <a:ea typeface="PS TT Commons Book" charset="0"/>
                <a:cs typeface="PS TT Commons Book" charset="0"/>
              </a:rPr>
              <a:t> </a:t>
            </a:r>
            <a:r>
              <a:rPr lang="en-US" sz="1600" b="1" dirty="0">
                <a:solidFill>
                  <a:schemeClr val="tx1"/>
                </a:solidFill>
                <a:latin typeface="+mn-lt"/>
                <a:ea typeface="PS TT Commons Book" charset="0"/>
                <a:cs typeface="PS TT Commons Book" charset="0"/>
              </a:rPr>
              <a:t>2021.07.a</a:t>
            </a:r>
          </a:p>
        </p:txBody>
      </p:sp>
    </p:spTree>
    <p:extLst>
      <p:ext uri="{BB962C8B-B14F-4D97-AF65-F5344CB8AC3E}">
        <p14:creationId xmlns:p14="http://schemas.microsoft.com/office/powerpoint/2010/main" val="22583503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77" r:id="rId2"/>
    <p:sldLayoutId id="2147483678" r:id="rId3"/>
    <p:sldLayoutId id="2147483679" r:id="rId4"/>
    <p:sldLayoutId id="2147483680" r:id="rId5"/>
    <p:sldLayoutId id="2147483681" r:id="rId6"/>
    <p:sldLayoutId id="2147483682" r:id="rId7"/>
    <p:sldLayoutId id="2147483683" r:id="rId8"/>
    <p:sldLayoutId id="2147483684" r:id="rId9"/>
    <p:sldLayoutId id="2147483685" r:id="rId10"/>
    <p:sldLayoutId id="2147483686" r:id="rId11"/>
    <p:sldLayoutId id="2147483687" r:id="rId12"/>
    <p:sldLayoutId id="2147483688" r:id="rId13"/>
    <p:sldLayoutId id="2147483689" r:id="rId14"/>
    <p:sldLayoutId id="2147483690" r:id="rId15"/>
    <p:sldLayoutId id="2147483691" r:id="rId16"/>
    <p:sldLayoutId id="2147483692" r:id="rId17"/>
    <p:sldLayoutId id="2147483693" r:id="rId18"/>
    <p:sldLayoutId id="2147483694" r:id="rId19"/>
    <p:sldLayoutId id="2147483695" r:id="rId20"/>
    <p:sldLayoutId id="2147483696" r:id="rId21"/>
    <p:sldLayoutId id="2147483697" r:id="rId22"/>
    <p:sldLayoutId id="2147483698" r:id="rId23"/>
    <p:sldLayoutId id="2147483699" r:id="rId24"/>
    <p:sldLayoutId id="2147483700" r:id="rId25"/>
    <p:sldLayoutId id="2147483701" r:id="rId26"/>
    <p:sldLayoutId id="2147483702" r:id="rId27"/>
    <p:sldLayoutId id="2147483703" r:id="rId28"/>
    <p:sldLayoutId id="2147483704" r:id="rId29"/>
    <p:sldLayoutId id="2147483705" r:id="rId30"/>
    <p:sldLayoutId id="2147483706" r:id="rId31"/>
    <p:sldLayoutId id="2147483707" r:id="rId32"/>
    <p:sldLayoutId id="2147483708" r:id="rId33"/>
    <p:sldLayoutId id="2147483709" r:id="rId34"/>
    <p:sldLayoutId id="2147483710" r:id="rId35"/>
    <p:sldLayoutId id="2147483711" r:id="rId36"/>
    <p:sldLayoutId id="2147483712" r:id="rId37"/>
    <p:sldLayoutId id="2147483713" r:id="rId38"/>
    <p:sldLayoutId id="2147483714" r:id="rId39"/>
    <p:sldLayoutId id="2147483715" r:id="rId40"/>
    <p:sldLayoutId id="2147483716" r:id="rId41"/>
    <p:sldLayoutId id="2147483717" r:id="rId42"/>
    <p:sldLayoutId id="2147483718" r:id="rId43"/>
    <p:sldLayoutId id="2147483719" r:id="rId44"/>
    <p:sldLayoutId id="2147483720" r:id="rId45"/>
    <p:sldLayoutId id="2147483721" r:id="rId46"/>
    <p:sldLayoutId id="2147483722" r:id="rId47"/>
    <p:sldLayoutId id="2147483723" r:id="rId48"/>
    <p:sldLayoutId id="2147483724" r:id="rId49"/>
    <p:sldLayoutId id="2147483725" r:id="rId50"/>
    <p:sldLayoutId id="2147483726" r:id="rId51"/>
    <p:sldLayoutId id="2147483727" r:id="rId52"/>
    <p:sldLayoutId id="2147483728" r:id="rId53"/>
    <p:sldLayoutId id="2147483729" r:id="rId54"/>
    <p:sldLayoutId id="2147483730" r:id="rId55"/>
    <p:sldLayoutId id="2147483731" r:id="rId56"/>
    <p:sldLayoutId id="2147483732" r:id="rId57"/>
    <p:sldLayoutId id="2147483733" r:id="rId58"/>
    <p:sldLayoutId id="2147483734" r:id="rId59"/>
    <p:sldLayoutId id="2147483735" r:id="rId60"/>
    <p:sldLayoutId id="2147483736" r:id="rId61"/>
    <p:sldLayoutId id="2147483737" r:id="rId62"/>
  </p:sldLayoutIdLst>
  <p:txStyles>
    <p:titleStyle>
      <a:lvl1pPr algn="ctr" defTabSz="914423" rtl="0" eaLnBrk="1" latinLnBrk="0" hangingPunct="1">
        <a:lnSpc>
          <a:spcPct val="90000"/>
        </a:lnSpc>
        <a:spcBef>
          <a:spcPct val="0"/>
        </a:spcBef>
        <a:buNone/>
        <a:defRPr sz="3734" kern="120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57152" marR="0" indent="-57152" algn="l" defTabSz="586017" rtl="0" eaLnBrk="1" fontAlgn="auto" latinLnBrk="0" hangingPunct="1">
        <a:lnSpc>
          <a:spcPct val="100000"/>
        </a:lnSpc>
        <a:spcBef>
          <a:spcPts val="1800"/>
        </a:spcBef>
        <a:spcAft>
          <a:spcPts val="0"/>
        </a:spcAft>
        <a:buClrTx/>
        <a:buSzPct val="75000"/>
        <a:buFont typeface="Myriad Pro" panose="020B0503030403020204" pitchFamily="34" charset="0"/>
        <a:buChar char=" "/>
        <a:tabLst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586017" marR="0" indent="-288937" algn="l" defTabSz="586017" rtl="0" eaLnBrk="1" fontAlgn="auto" latinLnBrk="0" hangingPunct="1">
        <a:lnSpc>
          <a:spcPct val="100000"/>
        </a:lnSpc>
        <a:spcBef>
          <a:spcPts val="600"/>
        </a:spcBef>
        <a:spcAft>
          <a:spcPts val="0"/>
        </a:spcAft>
        <a:buClrTx/>
        <a:buSzPct val="75000"/>
        <a:buFont typeface="Lucida Grande"/>
        <a:buChar char="-"/>
        <a:tabLst/>
        <a:defRPr sz="2000" b="0" i="0" kern="1200" baseline="0">
          <a:solidFill>
            <a:schemeClr val="tx1"/>
          </a:solidFill>
          <a:latin typeface="PS TT Commons" charset="0"/>
          <a:ea typeface="PS TT Commons" charset="0"/>
          <a:cs typeface="PS TT Commons" charset="0"/>
        </a:defRPr>
      </a:lvl2pPr>
      <a:lvl3pPr marL="883097" marR="0" indent="-286905" algn="l" defTabSz="586017" rtl="0" eaLnBrk="1" fontAlgn="auto" latinLnBrk="0" hangingPunct="1">
        <a:lnSpc>
          <a:spcPct val="100000"/>
        </a:lnSpc>
        <a:spcBef>
          <a:spcPts val="600"/>
        </a:spcBef>
        <a:spcAft>
          <a:spcPts val="0"/>
        </a:spcAft>
        <a:buClrTx/>
        <a:buSzPct val="75000"/>
        <a:buFont typeface="Lucida Grande"/>
        <a:buChar char="•"/>
        <a:tabLst/>
        <a:defRPr sz="2000" b="0" i="0" kern="1200">
          <a:solidFill>
            <a:schemeClr val="tx1"/>
          </a:solidFill>
          <a:latin typeface="PS TT Commons" charset="0"/>
          <a:ea typeface="PS TT Commons" charset="0"/>
          <a:cs typeface="PS TT Commons" charset="0"/>
        </a:defRPr>
      </a:lvl3pPr>
      <a:lvl4pPr marL="1200181" marR="0" indent="-317508" algn="l" defTabSz="586017" rtl="0" eaLnBrk="1" fontAlgn="auto" latinLnBrk="0" hangingPunct="1">
        <a:lnSpc>
          <a:spcPct val="100000"/>
        </a:lnSpc>
        <a:spcBef>
          <a:spcPts val="600"/>
        </a:spcBef>
        <a:spcAft>
          <a:spcPts val="0"/>
        </a:spcAft>
        <a:buClrTx/>
        <a:buSzPct val="75000"/>
        <a:buFont typeface="Wingdings" panose="05000000000000000000" pitchFamily="2" charset="2"/>
        <a:buChar char="§"/>
        <a:tabLst/>
        <a:defRPr sz="2000" b="0" i="0" kern="1200">
          <a:solidFill>
            <a:schemeClr val="tx1"/>
          </a:solidFill>
          <a:latin typeface="PS TT Commons" charset="0"/>
          <a:ea typeface="PS TT Commons" charset="0"/>
          <a:cs typeface="PS TT Commons" charset="0"/>
        </a:defRPr>
      </a:lvl4pPr>
      <a:lvl5pPr marL="1371635" marR="0" indent="-274646" algn="l" defTabSz="586017" rtl="0" eaLnBrk="1" fontAlgn="auto" latinLnBrk="0" hangingPunct="1">
        <a:lnSpc>
          <a:spcPct val="100000"/>
        </a:lnSpc>
        <a:spcBef>
          <a:spcPts val="600"/>
        </a:spcBef>
        <a:spcAft>
          <a:spcPts val="0"/>
        </a:spcAft>
        <a:buClrTx/>
        <a:buSzPct val="75000"/>
        <a:buFont typeface="Myriad Pro Light" panose="020B0403030403020204" pitchFamily="34" charset="0"/>
        <a:buChar char="-"/>
        <a:tabLst/>
        <a:defRPr sz="2000" b="0" i="0" kern="1200">
          <a:solidFill>
            <a:schemeClr val="tx1"/>
          </a:solidFill>
          <a:latin typeface="PS TT Commons" charset="0"/>
          <a:ea typeface="PS TT Commons" charset="0"/>
          <a:cs typeface="PS TT Commons" charset="0"/>
        </a:defRPr>
      </a:lvl5pPr>
      <a:lvl6pPr marL="1719306" marR="0" indent="-292108" algn="l" defTabSz="586017" rtl="0" eaLnBrk="1" fontAlgn="auto" latinLnBrk="0" hangingPunct="1">
        <a:lnSpc>
          <a:spcPct val="100000"/>
        </a:lnSpc>
        <a:spcBef>
          <a:spcPts val="448"/>
        </a:spcBef>
        <a:spcAft>
          <a:spcPts val="0"/>
        </a:spcAft>
        <a:buClr>
          <a:srgbClr val="404040"/>
        </a:buClr>
        <a:buSzPct val="70000"/>
        <a:buFont typeface="Montserrat"/>
        <a:buChar char=" 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003475" marR="0" indent="-288933" algn="l" defTabSz="586017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Tx/>
        <a:buSzPct val="70000"/>
        <a:buFont typeface="Montserrat"/>
        <a:buChar char=" 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2286057" marR="0" indent="-282582" algn="l" defTabSz="586017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Tx/>
        <a:buSzPct val="70000"/>
        <a:buFont typeface="Montserrat"/>
        <a:buChar char=" 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2571815" marR="0" indent="-285758" algn="l" defTabSz="586017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Tx/>
        <a:buSzPct val="70000"/>
        <a:buFont typeface="Montserrat"/>
        <a:buChar char=" 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2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12" algn="l" defTabSz="91442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23" algn="l" defTabSz="91442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35" algn="l" defTabSz="91442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46" algn="l" defTabSz="91442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57" algn="l" defTabSz="91442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68" algn="l" defTabSz="91442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80" algn="l" defTabSz="91442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92" algn="l" defTabSz="91442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5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5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4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5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5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5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5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5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5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5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5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2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5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5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5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5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5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5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5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5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5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5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5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5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5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5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5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5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2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5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5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9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5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Claude Architect Foundations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wrap="square"/>
          <a:lstStyle/>
          <a:p>
            <a:r>
              <a:t>A 4-hour O'Reilly Live Training</a:t>
            </a:r>
          </a:p>
          <a:p>
            <a:r>
              <a:t>Tim Warner  |  techtrainertim.com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Tim Warner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t>Microsoft MVP (Azure AI)</a:t>
            </a:r>
          </a:p>
          <a:p>
            <a:r>
              <a:t>Pluralsight Principal Author - 200+ courses, 1M+ learners</a:t>
            </a:r>
          </a:p>
          <a:p>
            <a:r>
              <a:t>O'Reilly Live Training instructor</a:t>
            </a:r>
          </a:p>
          <a:p>
            <a:r>
              <a:t>Microsoft Press / Pearson senior content developer</a:t>
            </a:r>
          </a:p>
          <a:p>
            <a:r>
              <a:t>28+ years on the Microsoft stack</a:t>
            </a:r>
          </a:p>
          <a:p/>
          <a:p>
            <a:r>
              <a:t>techtrainertim.com  |  github.com/timothywarner-org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Course flow - 4 segments x 50 min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t>Segment 1 - Building AI Agents That Use Tools</a:t>
            </a:r>
          </a:p>
          <a:p>
            <a:r>
              <a:t>Segment 2 - Tool Design, Integration, and Claude Code Workflows</a:t>
            </a:r>
          </a:p>
          <a:p>
            <a:r>
              <a:t>Segment 3 - Structured Output, Context, and Production Reliability</a:t>
            </a:r>
          </a:p>
          <a:p>
            <a:r>
              <a:t>Segment 4 - CCA-F Certification Capstone</a:t>
            </a:r>
          </a:p>
          <a:p/>
          <a:p>
            <a:r>
              <a:t>Plus self-study: Segment 2.5 - Control Surfaces and the Console Asset Surface</a:t>
            </a:r>
          </a:p>
          <a:p/>
          <a:p>
            <a:r>
              <a:t>10-minute breaks between segments. Total 4 hours.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"The model is non-deterministic. Your architecture cannot be."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Segment 1: Building AI Agents That Use Tools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you'll build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t>A customer support agent with 4 tools (lookup + refund + escalate)</a:t>
            </a:r>
          </a:p>
          <a:p>
            <a:r>
              <a:t>Hook-enforced policy - the $500 refund cap can't be talked around</a:t>
            </a:r>
          </a:p>
          <a:p>
            <a:r>
              <a:t>Structured escalation to human review with a typed summary</a:t>
            </a:r>
          </a:p>
          <a:p>
            <a:r>
              <a:t>Coordinator + subagent isolation demo</a:t>
            </a:r>
          </a:p>
          <a:p/>
          <a:p>
            <a:r>
              <a:t>By the end of the segment: you can sketch any agent topology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agentic loop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t>1. Send request - model returns content + stop_reason</a:t>
            </a:r>
          </a:p>
          <a:p>
            <a:r>
              <a:t>2. Read stop_reason - branch on the value, never on prose</a:t>
            </a:r>
          </a:p>
          <a:p>
            <a:r>
              <a:t>3. tool_use? Execute tool, append tool_result, loop</a:t>
            </a:r>
          </a:p>
          <a:p>
            <a:r>
              <a:t>4. end_turn? Return to user, done</a:t>
            </a:r>
          </a:p>
          <a:p>
            <a:r>
              <a:t>5. pause_turn? Resume in the next request, no state change</a:t>
            </a:r>
          </a:p>
          <a:p/>
          <a:p>
            <a:r>
              <a:t>Six stop_reason values: end_turn, max_tokens, stop_sequence, tool_use, pause_turn, refusal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Coordinator + subagents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t>ONE coordinator holds the user-facing thread</a:t>
            </a:r>
          </a:p>
          <a:p>
            <a:r>
              <a:t>Subagents get ISOLATED contexts via the Task tool</a:t>
            </a:r>
          </a:p>
          <a:p>
            <a:r>
              <a:t>Subagent returns its FINAL answer to the parent, not its working notes</a:t>
            </a:r>
          </a:p>
          <a:p>
            <a:r>
              <a:t>Split when: own success criteria, own tool subset, own context discipline</a:t>
            </a:r>
          </a:p>
          <a:p/>
          <a:p>
            <a:r>
              <a:t>Don't split for splitting's sake - two coordinators chatting is one slow agent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Hooks - deterministic guarantees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t>PreToolUse - gate a call BEFORE it runs (the bouncer)</a:t>
            </a:r>
          </a:p>
          <a:p>
            <a:r>
              <a:t>PostToolUse - audit, transform, log AFTER (the auditor)</a:t>
            </a:r>
          </a:p>
          <a:p>
            <a:r>
              <a:t>SessionStart - inject context (the briefing room)</a:t>
            </a:r>
          </a:p>
          <a:p>
            <a:r>
              <a:t>Stop - final verification before returning to user</a:t>
            </a:r>
          </a:p>
          <a:p/>
          <a:p>
            <a:r>
              <a:t>Hooks run as YOUR code, not the model's. Anything that MUST happen, hook it.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4" sz="quarter"/>
          </p:nvPr>
        </p:nvSpPr>
        <p:spPr/>
        <p:txBody>
          <a:bodyPr wrap="square"/>
          <a:lstStyle/>
          <a:p>
            <a:r>
              <a:t>Demo - customer support agent (15 min)</a:t>
            </a:r>
          </a:p>
          <a:p/>
          <a:p>
            <a:r>
              <a:t>Open notebooks/segment-1-customer-support-agent.ipynb</a:t>
            </a:r>
          </a:p>
          <a:p>
            <a:r>
              <a:t>Wire 4 tools, run Scenario A ($80 refund, in-cap, agent cooperates)</a:t>
            </a:r>
          </a:p>
          <a:p>
            <a:r>
              <a:t>Add the PreToolUse hook from hooks-example.py</a:t>
            </a:r>
          </a:p>
          <a:p>
            <a:r>
              <a:t>Run Scenario B ($750 refund, over-cap, hook blocks, agent escalates)</a:t>
            </a:r>
          </a:p>
          <a:p>
            <a:r>
              <a:t>Coordinator-subagent demo at the bottom of the notebook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(5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t>Sketch architecture for a Developer Productivity scenario</a:t>
            </a:r>
          </a:p>
          <a:p>
            <a:r>
              <a:t>On paper or in chat: coordinator + 3 subagents + tool scope per agent</a:t>
            </a:r>
          </a:p>
          <a:p>
            <a:r>
              <a:t>What does each subagent specialize in?</a:t>
            </a:r>
          </a:p>
          <a:p>
            <a:r>
              <a:t>What is each subagent's success criterion?</a:t>
            </a:r>
          </a:p>
          <a:p>
            <a:r>
              <a:t>What tools does each one get? Cap each at ~5.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Segment 1 takeaways</a:t>
            </a:r>
          </a:p>
          <a:p/>
          <a:p>
            <a:r>
              <a:t>Branch on stop_reason, never on natural-language signals</a:t>
            </a:r>
          </a:p>
          <a:p>
            <a:r>
              <a:t>Coordinator + isolated subagents beats one giant context</a:t>
            </a:r>
          </a:p>
          <a:p>
            <a:r>
              <a:t>Hooks turn 'should' into 'must' - the prompt advises, the hook enforces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Segment 2: Tool Design, Integration, Claude Code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Two domains, one segment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t>Domain 2 - Tool Design and MCP Integration (18%)</a:t>
            </a:r>
          </a:p>
          <a:p>
            <a:r>
              <a:t>Domain 3 - Claude Code Configuration and Workflows (20%)</a:t>
            </a:r>
          </a:p>
          <a:p>
            <a:r>
              <a:t>Combined = 38% of the cert, the biggest single chunk</a:t>
            </a:r>
          </a:p>
          <a:p/>
          <a:p>
            <a:r>
              <a:t>Why combined? Claude Code IS the primary MCP-consuming surface</a:t>
            </a:r>
          </a:p>
          <a:p>
            <a:r>
              <a:t>You cannot teach one without the other in production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Tool definitions - name + description + input_schema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t>name        - how the model invokes the tool</a:t>
            </a:r>
          </a:p>
          <a:p>
            <a:r>
              <a:t>description - STRONGLY recommended, drives tool selection</a:t>
            </a:r>
          </a:p>
          <a:p>
            <a:r>
              <a:t>input_schema - JSON Schema draft 2020-12 (type, properties, required)</a:t>
            </a:r>
          </a:p>
          <a:p>
            <a:r>
              <a:t>Optional: cache_control ephemeral (5m / 1h), strict: true</a:t>
            </a:r>
          </a:p>
          <a:p/>
          <a:p>
            <a:r>
              <a:t>Tool DESCRIPTIONS do the work, not tool NAMES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Structured tool errors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t>Anti-pattern: raise exceptions from tool implementations</a:t>
            </a:r>
          </a:p>
          <a:p>
            <a:r>
              <a:t>Anti-pattern: return empty strings on failure</a:t>
            </a:r>
          </a:p>
          <a:p>
            <a:r>
              <a:t>Pattern: return tool_result with is_error: true</a:t>
            </a:r>
          </a:p>
          <a:p>
            <a:r>
              <a:t>Add structured fields: errorCategory, isRetryable</a:t>
            </a:r>
          </a:p>
          <a:p/>
          <a:p>
            <a:r>
              <a:t>The model can then DECIDE: retry, fall back, or escalate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tool_choice modes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 wrap="square"/>
          <a:lstStyle/>
          <a:p>
            <a:r>
              <a:t>auto</a:t>
            </a:r>
          </a:p>
          <a:p>
            <a:r>
              <a:t>Model decides whether to call a tool. Default. May answer in prose. Pick when the model's judgment is the right call.</a:t>
            </a:r>
          </a:p>
          <a:p>
            <a:r>
              <a:t>any</a:t>
            </a:r>
          </a:p>
          <a:p>
            <a:r>
              <a:t>Model MUST call some tool, model picks which. Use when action is required.</a:t>
            </a:r>
          </a:p>
          <a:p>
            <a:r>
              <a:t>tool</a:t>
            </a:r>
          </a:p>
          <a:p>
            <a:r>
              <a:t>Model MUST call THIS specific tool. The structured-output cheat code. {type: tool, name: extract_X}.</a:t>
            </a:r>
          </a:p>
          <a:p>
            <a:r>
              <a:t>none</a:t>
            </a:r>
          </a:p>
          <a:p>
            <a:r>
              <a:t>Tools registered but model CANNOT call them. 'Explain, don't act' turns.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/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Cap agents at ~5 tools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t>More tools = worse selection accuracy (well-documented effect)</a:t>
            </a:r>
          </a:p>
          <a:p>
            <a:r>
              <a:t>Beyond 5: split into subagents with scoped tool sets</a:t>
            </a:r>
          </a:p>
          <a:p>
            <a:r>
              <a:t>Specificity in descriptions beats quantity of tools</a:t>
            </a:r>
          </a:p>
          <a:p/>
          <a:p>
            <a:r>
              <a:t>Anti-pattern: dump 30 tools into one agent because 'flexibility'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MCP server config - .mcp.json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t>Three transports: stdio, SSE, HTTP</a:t>
            </a:r>
          </a:p>
          <a:p>
            <a:r>
              <a:t>stdio: command + args + env (local subprocess)</a:t>
            </a:r>
          </a:p>
          <a:p>
            <a:r>
              <a:t>SSE / HTTP: type + url + headers (remote)</a:t>
            </a:r>
          </a:p>
          <a:p>
            <a:r>
              <a:t>${ENV_VAR} expansion works in env, args, AND headers</a:t>
            </a:r>
          </a:p>
          <a:p/>
          <a:p>
            <a:r>
              <a:t>Project scope: ./.mcp.json    User scope: ~/.claude.json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4" sz="quarter"/>
          </p:nvPr>
        </p:nvSpPr>
        <p:spPr/>
        <p:txBody>
          <a:bodyPr wrap="square"/>
          <a:lstStyle/>
          <a:p>
            <a:r>
              <a:t>Demo A - MCP config walkthrough (10 min)</a:t>
            </a:r>
          </a:p>
          <a:p/>
          <a:p>
            <a:r>
              <a:t>Open C:/github/claude-architect/.mcp.json in VS Code</a:t>
            </a:r>
          </a:p>
          <a:p>
            <a:r>
              <a:t>Walk server-by-server: filesystem (stdio), github (stdio + ${GITHUB_TOKEN})</a:t>
            </a:r>
          </a:p>
          <a:p>
            <a:r>
              <a:t>Show context7 (HTTP + header), internal-knowledge-base (SSE + bearer)</a:t>
            </a:r>
          </a:p>
          <a:p>
            <a:r>
              <a:t>Show what happens when GITHUB_TOKEN is unset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CLAUDE.md hierarchy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t>User     ~/.claude/CLAUDE.md     - your machine, every project</a:t>
            </a:r>
          </a:p>
          <a:p>
            <a:r>
              <a:t>Project  ./CLAUDE.md             - team conventions, in git</a:t>
            </a:r>
          </a:p>
          <a:p>
            <a:r>
              <a:t>Subtree  ./&lt;subdir&gt;/CLAUDE.md    - loads on demand when files in subdir are read</a:t>
            </a:r>
          </a:p>
          <a:p>
            <a:r>
              <a:t>Local    ./CLAUDE.local.md       - gitignored personal override</a:t>
            </a:r>
          </a:p>
          <a:p/>
          <a:p>
            <a:r>
              <a:t>Agent SDK: settingSources [user, project] loads both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Plan mode vs. headless mode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t>Plan mode   - interactive, proposes plan, waits for approval (default)</a:t>
            </a:r>
          </a:p>
          <a:p>
            <a:r>
              <a:t>Headless    - claude -p 'prompt' - non-interactive, pipe-friendly</a:t>
            </a:r>
          </a:p>
          <a:p>
            <a:r>
              <a:t>            - --output-format json|stream-json for parsing</a:t>
            </a:r>
          </a:p>
          <a:p>
            <a:r>
              <a:t>            - --allowed-tools 'Read,Edit,Bash' to scope</a:t>
            </a:r>
          </a:p>
          <a:p/>
          <a:p>
            <a:r>
              <a:t>Headless is THE CI/CD answer - pre-commit hooks, PR review, release notes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4" sz="quarter"/>
          </p:nvPr>
        </p:nvSpPr>
        <p:spPr/>
        <p:txBody>
          <a:bodyPr wrap="square"/>
          <a:lstStyle/>
          <a:p>
            <a:r>
              <a:t>Demo B - CLAUDE.md hierarchy + claude -p (5 min)</a:t>
            </a:r>
          </a:p>
          <a:p/>
          <a:p>
            <a:r>
              <a:t>Open this repo's own CLAUDE.md - walk the structure</a:t>
            </a:r>
          </a:p>
          <a:p>
            <a:r>
              <a:t>Run: claude -p 'audit this CLAUDE.md against the documented conventions'</a:t>
            </a:r>
          </a:p>
          <a:p>
            <a:r>
              <a:t>Show the headless output</a:t>
            </a:r>
          </a:p>
          <a:p>
            <a:r>
              <a:t>Pipe a git log into it - get a release-notes draft in seconds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(5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t>Design a CLAUDE.md hierarchy for a 3-team monorepo</a:t>
            </a:r>
          </a:p>
          <a:p>
            <a:r>
              <a:t>Teams: backend (Go), frontend (React/TS), infra (Terraform)</a:t>
            </a:r>
          </a:p>
          <a:p>
            <a:r>
              <a:t>Each team has different conventions</a:t>
            </a:r>
          </a:p>
          <a:p>
            <a:r>
              <a:t>Where does each rule go? User, project, subtree, or .claude/rules?</a:t>
            </a:r>
          </a:p>
          <a:p>
            <a:r>
              <a:t>What goes in .claude/rules/ with paths: globs?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Segment 2 takeaways</a:t>
            </a:r>
          </a:p>
          <a:p/>
          <a:p>
            <a:r>
              <a:t>Descriptions, not names, drive tool selection</a:t>
            </a:r>
          </a:p>
          <a:p>
            <a:r>
              <a:t>.mcp.json - three transports, ${ENV} expansion, secrets in env never in file</a:t>
            </a:r>
          </a:p>
          <a:p>
            <a:r>
              <a:t>CLAUDE.md hierarchy is additive; claude -p is your CI/CD primitive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 wrap="square"/>
          <a:lstStyle/>
          <a:p>
            <a:r>
              <a:t>notebooks/segment-2-5-control-surfaces.ipynb</a:t>
            </a:r>
          </a:p>
          <a:p/>
          <a:p>
            <a:r>
              <a:t>Three tiers tools come from - server tools, MCP, Claude Code harness</a:t>
            </a:r>
          </a:p>
          <a:p>
            <a:r>
              <a:t>All four tool_choice modes + disable_parallel_tool_use</a:t>
            </a:r>
          </a:p>
          <a:p>
            <a:r>
              <a:t>stop_sequences + max_tokens as control levers + pause_turn + refusal</a:t>
            </a:r>
          </a:p>
          <a:p>
            <a:r>
              <a:t>MCP list_tools runtime discovery</a:t>
            </a:r>
          </a:p>
          <a:p>
            <a:r>
              <a:t>The live Claude Console asset surface - memory_stores, vaults, agents, sessions</a:t>
            </a:r>
          </a:p>
          <a:p/>
          <a:p>
            <a:r>
              <a:t>Highest exam-objective density in the repo. Walk it for CCA-F prep.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Segment 3: Structured Output and Reliability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Two domains, one segment (again)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t>Domain 4 - Prompt Engineering and Structured Output (20%)</a:t>
            </a:r>
          </a:p>
          <a:p>
            <a:r>
              <a:t>Domain 5 - Context Management and Reliability (15%)</a:t>
            </a:r>
          </a:p>
          <a:p>
            <a:r>
              <a:t>Combined = 35% of the cert</a:t>
            </a:r>
          </a:p>
          <a:p/>
          <a:p>
            <a:r>
              <a:t>Why combined? Structured extraction without context discipline is fragile</a:t>
            </a:r>
          </a:p>
          <a:p>
            <a:r>
              <a:t>Long sessions need context pinning; structured output needs validation retry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you'll build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t>An invoice extractor with a Pydantic schema</a:t>
            </a:r>
          </a:p>
          <a:p>
            <a:r>
              <a:t>tool_choice {type: tool, name: extract_invoice} forces valid JSON</a:t>
            </a:r>
          </a:p>
          <a:p>
            <a:r>
              <a:t>Validation-retry loop handles malformed output (max_retries=1)</a:t>
            </a:r>
          </a:p>
          <a:p>
            <a:r>
              <a:t>Three invoices: clean, missing field, ambiguous line item</a:t>
            </a:r>
          </a:p>
          <a:p/>
          <a:p>
            <a:r>
              <a:t>By the end of the segment: you can extract typed data from anything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Precise prompts beat vague prompts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t>Be specific: format, edge cases, missing-data handling</a:t>
            </a:r>
          </a:p>
          <a:p>
            <a:r>
              <a:t>Plausible hallucinations: model invents values for nullable fields</a:t>
            </a:r>
          </a:p>
          <a:p>
            <a:r>
              <a:t>Fix: explicit 'return null if not directly stated' instruction</a:t>
            </a:r>
          </a:p>
          <a:p>
            <a:r>
              <a:t>Inconsistent formats: 'cotton blend' vs 'Cotton/Polyester mix'</a:t>
            </a:r>
          </a:p>
          <a:p>
            <a:r>
              <a:t>Fix: 2-3 few-shot examples, NOT lower temperature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JSON schema via tool use - the cheat 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t>1. Define a Pydantic model with your fields</a:t>
            </a:r>
          </a:p>
          <a:p>
            <a:r>
              <a:t>2. Convert to JSON Schema (model.model_json_schema())</a:t>
            </a:r>
          </a:p>
          <a:p>
            <a:r>
              <a:t>3. Register as a tool's input_schema</a:t>
            </a:r>
          </a:p>
          <a:p>
            <a:r>
              <a:t>4. Set tool_choice {type: tool, name: &lt;your_schema&gt;}</a:t>
            </a:r>
          </a:p>
          <a:p>
            <a:r>
              <a:t>5. block.input is now a typed dict matching the schema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Validation + retry loops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t>Effective: format errors, JSON parse failures, schema mismatches</a:t>
            </a:r>
          </a:p>
          <a:p>
            <a:r>
              <a:t>    -&gt; append the error as a tool_result with is_error: true, retry</a:t>
            </a:r>
          </a:p>
          <a:p>
            <a:r>
              <a:t>    -&gt; succeeds in 2-3 attempts</a:t>
            </a:r>
          </a:p>
          <a:p/>
          <a:p>
            <a:r>
              <a:t>INEFFECTIVE: knowledge gaps, ambiguous source data</a:t>
            </a:r>
          </a:p>
          <a:p>
            <a:r>
              <a:t>    -&gt; retries DO NOT help</a:t>
            </a:r>
          </a:p>
          <a:p>
            <a:r>
              <a:t>    -&gt; cap at 2-3, then escalate to human review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Confidence-based routing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t>Have the model output field-level confidence: high | medium | low</a:t>
            </a:r>
          </a:p>
          <a:p>
            <a:r>
              <a:t>Route: high -&gt; automated, medium -&gt; spot-check, low -&gt; human</a:t>
            </a:r>
          </a:p>
          <a:p/>
          <a:p>
            <a:r>
              <a:t>CRITICAL: validate accuracy by document type AND field</a:t>
            </a:r>
          </a:p>
          <a:p>
            <a:r>
              <a:t>Aggregate 95% accuracy can mask 60% accuracy on specific segments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4" sz="quarter"/>
          </p:nvPr>
        </p:nvSpPr>
        <p:spPr/>
        <p:txBody>
          <a:bodyPr wrap="square"/>
          <a:lstStyle/>
          <a:p>
            <a:r>
              <a:t>Demo - invoice extractor live build (20 min)</a:t>
            </a:r>
          </a:p>
          <a:p/>
          <a:p>
            <a:r>
              <a:t>Open notebooks/segment-3-invoice-extractor.ipynb</a:t>
            </a:r>
          </a:p>
          <a:p>
            <a:r>
              <a:t>Build the Pydantic schema, register as a tool</a:t>
            </a:r>
          </a:p>
          <a:p>
            <a:r>
              <a:t>Force tool_choice = {type: tool, name: extract_invoice}</a:t>
            </a:r>
          </a:p>
          <a:p>
            <a:r>
              <a:t>Run on 3 invoices: clean, missing PO, ambiguous total</a:t>
            </a:r>
          </a:p>
          <a:p>
            <a:r>
              <a:t>Add validation-retry loop, watch it recover from a parse failure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Context preservation in long sessions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t>Pin case-facts at the top of every turn</a:t>
            </a:r>
          </a:p>
          <a:p>
            <a:r>
              <a:t>Summarize resolved turns into narrative, drop verbatim history</a:t>
            </a:r>
          </a:p>
          <a:p>
            <a:r>
              <a:t>Prune verbose tool outputs - extract the fields you used, drop the rest</a:t>
            </a:r>
          </a:p>
          <a:p>
            <a:r>
              <a:t>Application-side filtering, before the next turn</a:t>
            </a:r>
          </a:p>
          <a:p/>
          <a:p>
            <a:r>
              <a:t>How lawyers manage case files. Same discipline for long agent sessions.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Escalation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t>Honor explicit human requests IMMEDIATELY</a:t>
            </a:r>
          </a:p>
          <a:p>
            <a:r>
              <a:t>    'I want a human NOW' = escalate, don't clarify, don't try one more tool</a:t>
            </a:r>
          </a:p>
          <a:p>
            <a:r>
              <a:t>Pass STRUCTURED summary to the human queue, not the transcript</a:t>
            </a:r>
          </a:p>
          <a:p>
            <a:r>
              <a:t>Never escalate on sentiment alone (frustration != complexity)</a:t>
            </a:r>
          </a:p>
          <a:p>
            <a:r>
              <a:t>Confidence-based escalation: low confidence -&gt; human review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(5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t>Design an extraction schema for a domain you know</a:t>
            </a:r>
          </a:p>
          <a:p>
            <a:r>
              <a:t>Fields: required vs Optional[]</a:t>
            </a:r>
          </a:p>
          <a:p>
            <a:r>
              <a:t>Add a confidence Literal: 'high' | 'medium' | 'low'</a:t>
            </a:r>
          </a:p>
          <a:p>
            <a:r>
              <a:t>Add a notes Optional[str] for ambiguity</a:t>
            </a:r>
          </a:p>
          <a:p>
            <a:r>
              <a:t>Share your schema in chat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Segment 3 takeaways</a:t>
            </a:r>
          </a:p>
          <a:p/>
          <a:p>
            <a:r>
              <a:t>Pydantic + tool_choice tool = guaranteed valid JSON</a:t>
            </a:r>
          </a:p>
          <a:p>
            <a:r>
              <a:t>Few-shot examples beat temperature tuning every time</a:t>
            </a:r>
          </a:p>
          <a:p>
            <a:r>
              <a:t>Retries help format errors; retries do NOT help missing info</a:t>
            </a:r>
          </a:p>
          <a:p>
            <a:r>
              <a:t>Cache the system block with cache_control - amortize policy across calls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Segment 4: CCA-F Certification Capstone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CCA-F 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t>Claude Certified Architect: Foundations - Anthropic's first official certification</a:t>
            </a:r>
          </a:p>
          <a:p>
            <a:r>
              <a:t>Targets architects shipping with Agent SDK, Claude Code, Claude API, MCP</a:t>
            </a:r>
          </a:p>
          <a:p>
            <a:r>
              <a:t>Roughly the 301 skill level - past 'hello world', not yet 'I run distillation pipelines'</a:t>
            </a:r>
          </a:p>
          <a:p/>
          <a:p>
            <a:r>
              <a:t>Beta product as of 2026 - watch the official cert page for changes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Exam mechanics (the load-bearing facts)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t>Questions: 60 multiple-choice</a:t>
            </a:r>
          </a:p>
          <a:p>
            <a:r>
              <a:t>Time: 120 minutes, single session, no breaks</a:t>
            </a:r>
          </a:p>
          <a:p>
            <a:r>
              <a:t>Scoring: scaled 100-1000, passing = 720, no guess penalty</a:t>
            </a:r>
          </a:p>
          <a:p>
            <a:r>
              <a:t>Delivery: ProctorFree, English</a:t>
            </a:r>
          </a:p>
          <a:p>
            <a:r>
              <a:t>Results: 2 business days</a:t>
            </a:r>
          </a:p>
          <a:p>
            <a:r>
              <a:t>Cost: $99 per attempt</a:t>
            </a:r>
          </a:p>
          <a:p>
            <a:r>
              <a:t>Attempts: ONE - this is the policy that catches people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Domain weights and where each was taught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 wrap="square"/>
          <a:lstStyle/>
          <a:p>
            <a:r>
              <a:t>Domain 1 - Agentic Architecture (27%)</a:t>
            </a:r>
          </a:p>
          <a:p>
            <a:r>
              <a:t>Heaviest. Segment 1 - agents, hooks, coordinator-subagent. Re-walk segment-1.</a:t>
            </a:r>
          </a:p>
          <a:p>
            <a:r>
              <a:t>Domain 2 - Tool Design and MCP (18%)</a:t>
            </a:r>
          </a:p>
          <a:p>
            <a:r>
              <a:t>Segment 2 + 2.5. Tool descriptions, structured errors, MCP list_tools.</a:t>
            </a:r>
          </a:p>
          <a:p>
            <a:r>
              <a:t>Domain 3 - Claude Code (20%)</a:t>
            </a:r>
          </a:p>
          <a:p>
            <a:r>
              <a:t>Segment 2. CLAUDE.md hierarchy, skills, slash commands, claude -p headless.</a:t>
            </a:r>
          </a:p>
          <a:p>
            <a:r>
              <a:t>Domain 4 - Prompts and Structured Output (20%)</a:t>
            </a:r>
          </a:p>
          <a:p>
            <a:r>
              <a:t>Segment 3. Forced tool_choice, Pydantic schemas, few-shot, retry loops.</a:t>
            </a:r>
          </a:p>
          <a:p>
            <a:r>
              <a:t>Domain 5 - Context and Reliability (15%)</a:t>
            </a:r>
          </a:p>
          <a:p>
            <a:r>
              <a:t>Segment 3 + parts of Segment 1. Context pinning, escalation, structured errors.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/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Why the practice sampler is domain-weighted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 wrap="square"/>
          <a:lstStyle/>
          <a:p>
            <a:r>
              <a:t>The naive sampler</a:t>
            </a:r>
          </a:p>
          <a:p>
            <a:r>
              <a:t>Pulls questions evenly across scenario families - which over-tests Claude Code (two scenarios are heavily D3) and under-tests context management (only fits in one).</a:t>
            </a:r>
          </a:p>
          <a:p>
            <a:r>
              <a:t>Our sampler</a:t>
            </a:r>
          </a:p>
          <a:p>
            <a:r>
              <a:t>Draws 3 D1 + 2 D2 + 2 D3 + 2 D4 + 1 D5 - matches the exam's 27/18/20/20/15 weighting exactly. Every cohort sees the SAME 10 questions in the same order (seed=2026) for consistency across deliveries.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4" sz="quarter"/>
          </p:nvPr>
        </p:nvSpPr>
        <p:spPr/>
        <p:txBody>
          <a:bodyPr wrap="square"/>
          <a:lstStyle/>
          <a:p>
            <a:r>
              <a:t>Live practice - 10 weighted questions (~28 min)</a:t>
            </a:r>
          </a:p>
          <a:p/>
          <a:p>
            <a:r>
              <a:t>Open notebooks/segment-4-cca-f-capstone.ipynb</a:t>
            </a:r>
          </a:p>
          <a:p>
            <a:r>
              <a:t>Sampler draws 10 questions by CCA-F domain weight (3/2/2/2/1)</a:t>
            </a:r>
          </a:p>
          <a:p>
            <a:r>
              <a:t>Per question (~2.5 min):</a:t>
            </a:r>
          </a:p>
          <a:p>
            <a:r>
              <a:t>  1. Read the situation</a:t>
            </a:r>
          </a:p>
          <a:p>
            <a:r>
              <a:t>  2. Cohort votes A/B/C/D in chat</a:t>
            </a:r>
          </a:p>
          <a:p>
            <a:r>
              <a:t>  3. Reveal answer + explanation</a:t>
            </a:r>
          </a:p>
          <a:p>
            <a:r>
              <a:t>  4. Color with a production tip from the matching domain-N-*.md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Tim's week-before-the-exam punchlist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t>1. Score &gt;900 on the Anthropic Practice Exam cold</a:t>
            </a:r>
          </a:p>
          <a:p>
            <a:r>
              <a:t>2. Rebuild Segment 1 from memory in 30 minutes</a:t>
            </a:r>
          </a:p>
          <a:p>
            <a:r>
              <a:t>3. Re-read domain-1-agentic.md - the 27% domain</a:t>
            </a:r>
          </a:p>
          <a:p>
            <a:r>
              <a:t>4. Skim domain-3-claude-code.md and domain-4-prompts.md - the 20% domains</a:t>
            </a:r>
          </a:p>
          <a:p>
            <a:r>
              <a:t>5. Verify proctoring setup the night before (camera, mic, ID)</a:t>
            </a:r>
          </a:p>
          <a:p>
            <a:r>
              <a:t>6. Single attempt. Do not schedule until 1-4 are green.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you built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t>Customer support agent with PreToolUse hook enforcement</a:t>
            </a:r>
          </a:p>
          <a:p>
            <a:r>
              <a:t>Configured Claude Code env with .mcp.json + CLAUDE.md hierarchy</a:t>
            </a:r>
          </a:p>
          <a:p>
            <a:r>
              <a:t>Invoice extractor with Pydantic schema + validation retry</a:t>
            </a:r>
          </a:p>
          <a:p>
            <a:r>
              <a:t>Production reliability mental model - context, escalation, errors, provenance</a:t>
            </a:r>
          </a:p>
          <a:p/>
          <a:p>
            <a:r>
              <a:t>Plus self-study: control surfaces and the Console asset surface (Segment 2.5)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Resources and next steps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 wrap="square"/>
          <a:lstStyle/>
          <a:p>
            <a:r>
              <a:t>Repo</a:t>
            </a:r>
          </a:p>
          <a:p>
            <a:r>
              <a:t>github.com/timothywarner-org/claude-architect</a:t>
            </a:r>
          </a:p>
          <a:p>
            <a:r>
              <a:t>Anthropic cookbook (official, MIT, vendored in this repo)</a:t>
            </a:r>
          </a:p>
          <a:p>
            <a:r>
              <a:t>github.com/anthropics/claude-cookbooks   |   claude-cookbooks-main/</a:t>
            </a:r>
          </a:p>
          <a:p>
            <a:r>
              <a:t>CCA-F study path</a:t>
            </a:r>
          </a:p>
          <a:p>
            <a:r>
              <a:t>EXAM-STUDY-PATH.md - notebook -&gt; CCA-F domain -&gt; scenario mapping</a:t>
            </a:r>
          </a:p>
          <a:p>
            <a:r>
              <a:t>Anthropic Academy</a:t>
            </a:r>
          </a:p>
          <a:p>
            <a:r>
              <a:t>anthropic.skilljar.com - free courses, official Practice Exam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/>
        </p:txBody>
      </p:sp>
      <p:sp>
        <p:nvSpPr>
          <p:cNvPr id="5" name="Text Placeholder 4"/>
          <p:cNvSpPr>
            <a:spLocks noGrp="1"/>
          </p:cNvSpPr>
          <p:nvPr>
            <p:ph type="body" idx="19" sz="quarter"/>
          </p:nvPr>
        </p:nvSpPr>
        <p:spPr/>
        <p:txBody>
          <a:bodyPr/>
          <a:lstStyle/>
          <a:p/>
        </p:txBody>
      </p:sp>
      <p:sp>
        <p:nvSpPr>
          <p:cNvPr id="6" name="Text Placeholder 5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/>
        </p:txBody>
      </p:sp>
      <p:sp>
        <p:nvSpPr>
          <p:cNvPr id="7" name="Picture Placeholder 6"/>
          <p:cNvSpPr>
            <a:spLocks noGrp="1"/>
          </p:cNvSpPr>
          <p:nvPr>
            <p:ph type="pic" idx="22" sz="quarter"/>
          </p:nvPr>
        </p:nvSpPr>
        <p:spPr/>
      </p:sp>
      <p:sp>
        <p:nvSpPr>
          <p:cNvPr id="8" name="Picture Placeholder 7"/>
          <p:cNvSpPr>
            <a:spLocks noGrp="1"/>
          </p:cNvSpPr>
          <p:nvPr>
            <p:ph type="pic" idx="23" sz="quarter"/>
          </p:nvPr>
        </p:nvSpPr>
        <p:spPr/>
      </p:sp>
      <p:sp>
        <p:nvSpPr>
          <p:cNvPr id="9" name="Picture Placeholder 8"/>
          <p:cNvSpPr>
            <a:spLocks noGrp="1"/>
          </p:cNvSpPr>
          <p:nvPr>
            <p:ph type="pic" idx="24" sz="quarter"/>
          </p:nvPr>
        </p:nvSpPr>
        <p:spPr/>
      </p:sp>
      <p:sp>
        <p:nvSpPr>
          <p:cNvPr id="10" name="Picture Placeholder 9"/>
          <p:cNvSpPr>
            <a:spLocks noGrp="1"/>
          </p:cNvSpPr>
          <p:nvPr>
            <p:ph type="pic" idx="25" sz="quarter"/>
          </p:nvPr>
        </p:nvSpPr>
        <p:spPr/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Final Q&amp;A (10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t>How do I monitor an agent in production?</a:t>
            </a:r>
          </a:p>
          <a:p>
            <a:r>
              <a:t>When do I split a monolithic agent into coordinator + subagents?</a:t>
            </a:r>
          </a:p>
          <a:p>
            <a:r>
              <a:t>What is the cost story for prompt caching?</a:t>
            </a:r>
          </a:p>
          <a:p>
            <a:r>
              <a:t>How do I know when I am ready to sit the exam?</a:t>
            </a:r>
          </a:p>
          <a:p>
            <a:r>
              <a:t>What is the renewal path for CCA-F?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Thank you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wrap="square"/>
          <a:lstStyle/>
          <a:p>
            <a:r>
              <a:t>Tim Warner  |  techtrainertim.com</a:t>
            </a:r>
          </a:p>
          <a:p>
            <a:r>
              <a:t>github.com/timothywarner-org/claude-architect</a:t>
            </a:r>
          </a:p>
          <a:p/>
          <a:p>
            <a:r>
              <a:t>Memento mori. Also, ship the PR.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Standard_LiveLessons_2017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Standard_LiveLessons_2016.potm" id="{8C1633E9-E98A-446F-92F4-E3D84D4249FA}" vid="{A44C486B-6B48-42BE-B4AA-FE194AC1400B}"/>
    </a:ext>
  </a:extLst>
</a:theme>
</file>

<file path=ppt/theme/theme3.xml><?xml version="1.0" encoding="utf-8"?>
<a:theme xmlns:a="http://schemas.openxmlformats.org/drawingml/2006/main" name="PSTTCommons">
  <a:themeElements>
    <a:clrScheme name="F15B2A">
      <a:dk1>
        <a:srgbClr val="404040"/>
      </a:dk1>
      <a:lt1>
        <a:srgbClr val="FFFFFF"/>
      </a:lt1>
      <a:dk2>
        <a:srgbClr val="303030"/>
      </a:dk2>
      <a:lt2>
        <a:srgbClr val="E5E5E5"/>
      </a:lt2>
      <a:accent1>
        <a:srgbClr val="F15B2A"/>
      </a:accent1>
      <a:accent2>
        <a:srgbClr val="2A9FBC"/>
      </a:accent2>
      <a:accent3>
        <a:srgbClr val="2D2D2D"/>
      </a:accent3>
      <a:accent4>
        <a:srgbClr val="A62E5C"/>
      </a:accent4>
      <a:accent5>
        <a:srgbClr val="9BC850"/>
      </a:accent5>
      <a:accent6>
        <a:srgbClr val="675BA7"/>
      </a:accent6>
      <a:hlink>
        <a:srgbClr val="2A9FBC"/>
      </a:hlink>
      <a:folHlink>
        <a:srgbClr val="2A9FBC"/>
      </a:folHlink>
    </a:clrScheme>
    <a:fontScheme name="PSTTCommons">
      <a:majorFont>
        <a:latin typeface="PS TT Commons Light"/>
        <a:ea typeface=""/>
        <a:cs typeface=""/>
      </a:majorFont>
      <a:minorFont>
        <a:latin typeface="PS TT Commons DemiBold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/>
      <a:bodyPr vert="horz" lIns="0" tIns="32970" rIns="65939" bIns="32970" rtlCol="0" anchor="b" anchorCtr="0">
        <a:noAutofit/>
      </a:bodyPr>
      <a:lstStyle>
        <a:defPPr marL="0" marR="0" indent="0" algn="l" defTabSz="439502" rtl="0" eaLnBrk="1" fontAlgn="auto" latinLnBrk="0" hangingPunct="1">
          <a:lnSpc>
            <a:spcPct val="85000"/>
          </a:lnSpc>
          <a:spcBef>
            <a:spcPct val="0"/>
          </a:spcBef>
          <a:spcAft>
            <a:spcPts val="0"/>
          </a:spcAft>
          <a:buClrTx/>
          <a:buSzTx/>
          <a:buFontTx/>
          <a:buNone/>
          <a:tabLst/>
          <a:defRPr kumimoji="0" sz="3525" b="0" i="0" u="none" strike="noStrike" kern="1200" cap="none" spc="0" normalizeH="0" baseline="0" noProof="0" dirty="0" smtClean="0">
            <a:ln>
              <a:noFill/>
            </a:ln>
            <a:solidFill>
              <a:srgbClr val="E5E5E5">
                <a:lumMod val="10000"/>
              </a:srgbClr>
            </a:solidFill>
            <a:effectLst/>
            <a:uLnTx/>
            <a:uFillTx/>
            <a:latin typeface="PS TT Commons" charset="0"/>
            <a:ea typeface="PS TT Commons" charset="0"/>
            <a:cs typeface="PS TT Commons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STTCommons" id="{415A3CED-455C-48C1-87D2-6E28B4E15F13}" vid="{B499725F-017E-4D18-8546-0C7168FF9622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835</TotalTime>
  <Words>5685</Words>
  <Application>Microsoft Office PowerPoint</Application>
  <PresentationFormat>Widescreen</PresentationFormat>
  <Paragraphs>298</Paragraphs>
  <Slides>76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21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76</vt:i4>
      </vt:variant>
    </vt:vector>
  </HeadingPairs>
  <TitlesOfParts>
    <vt:vector size="100" baseType="lpstr">
      <vt:lpstr>Aptos</vt:lpstr>
      <vt:lpstr>Arial</vt:lpstr>
      <vt:lpstr>Calibri</vt:lpstr>
      <vt:lpstr>Consolas</vt:lpstr>
      <vt:lpstr>Gotham Medium</vt:lpstr>
      <vt:lpstr>JetBrains Mono</vt:lpstr>
      <vt:lpstr>Lucida Grande</vt:lpstr>
      <vt:lpstr>Montserrat</vt:lpstr>
      <vt:lpstr>Myriad Pro</vt:lpstr>
      <vt:lpstr>Myriad Pro Light</vt:lpstr>
      <vt:lpstr>Open Sans</vt:lpstr>
      <vt:lpstr>PS TT Commons</vt:lpstr>
      <vt:lpstr>PS TT Commons Book</vt:lpstr>
      <vt:lpstr>PS TT Commons DemiBold</vt:lpstr>
      <vt:lpstr>PS TT Commons Light</vt:lpstr>
      <vt:lpstr>PS TT Commons Medium</vt:lpstr>
      <vt:lpstr>Roboto Mono</vt:lpstr>
      <vt:lpstr>Segoe Pro</vt:lpstr>
      <vt:lpstr>Segoe UI</vt:lpstr>
      <vt:lpstr>Wingdings</vt:lpstr>
      <vt:lpstr>Wingdings 3</vt:lpstr>
      <vt:lpstr>Office Theme</vt:lpstr>
      <vt:lpstr>Standard_LiveLessons_2017</vt:lpstr>
      <vt:lpstr>PSTTCommons</vt:lpstr>
      <vt:lpstr>PowerPoint Presentation</vt:lpstr>
      <vt:lpstr>Tim Warner</vt:lpstr>
      <vt:lpstr>Course Flow (Central Time Zone)</vt:lpstr>
      <vt:lpstr>Course materials</vt:lpstr>
      <vt:lpstr>Session Recording + Badge</vt:lpstr>
      <vt:lpstr>Session Recording + Badge</vt:lpstr>
      <vt:lpstr>Session Recording + Badge</vt:lpstr>
      <vt:lpstr>Mobile Browser: learning.oreilly.com</vt:lpstr>
      <vt:lpstr>O'Reilly Mobile App</vt:lpstr>
      <vt:lpstr>Session Recording + Badge</vt:lpstr>
      <vt:lpstr>Questions?</vt:lpstr>
      <vt:lpstr>Keeping an LLM on task be like…</vt:lpstr>
      <vt:lpstr>LLM Multi-Modal Processing</vt:lpstr>
      <vt:lpstr>Tokenization Process in LLMs</vt:lpstr>
      <vt:lpstr>Context Window</vt:lpstr>
      <vt:lpstr>Context Length</vt:lpstr>
      <vt:lpstr>PowerPoint Presentation</vt:lpstr>
      <vt:lpstr>PowerPoint Presentation</vt:lpstr>
      <vt:lpstr>PowerPoint Presentation</vt:lpstr>
      <vt:lpstr> </vt:lpstr>
      <vt:lpstr> </vt:lpstr>
      <vt:lpstr> </vt:lpstr>
      <vt:lpstr> </vt:lpstr>
      <vt:lpstr> </vt:lpstr>
      <vt:lpstr> </vt:lpstr>
      <vt:lpstr> </vt:lpstr>
      <vt:lpstr> </vt:lpstr>
      <vt:lpstr> </vt:lpstr>
      <vt:lpstr>Machine Learning (ML) lifecycle</vt:lpstr>
      <vt:lpstr>Neural Network</vt:lpstr>
      <vt:lpstr>Neural Network</vt:lpstr>
      <vt:lpstr>Thank you!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Tim Warner</cp:lastModifiedBy>
  <cp:revision>8</cp:revision>
  <dcterms:created xsi:type="dcterms:W3CDTF">2013-01-27T09:14:16Z</dcterms:created>
  <dcterms:modified xsi:type="dcterms:W3CDTF">2026-04-27T13:45:37Z</dcterms:modified>
  <cp:category/>
</cp:coreProperties>
</file>
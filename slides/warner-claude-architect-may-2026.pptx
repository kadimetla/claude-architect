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  <p:sldMasterId id="2147483675" r:id="rId3"/>
  </p:sldMasterIdLst>
  <p:notesMasterIdLst>
    <p:notesMasterId r:id="rId8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 snapToObjects="1">
      <p:cViewPr varScale="1">
        <p:scale>
          <a:sx n="52" d="100"/>
          <a:sy n="52" d="100"/>
        </p:scale>
        <p:origin x="94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92D6DA-8126-4611-8BFF-C38E5D4B7FBB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F69EC4-EFDF-4EB6-B23C-354402B49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345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 open: skills-first production-architecture course. Describe the CCA-F cert without teaching to exam items (exam not yet public). Set expectations: heavy on live demos, light on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second bio. Mention you teach from first principles. No glazing, no fluff. If they want production patterns, they're in the right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them where the slides + code live: github.com/timothywarner-org/claude-architect. Cert mention deferred to the end so we don't lead with exam mechanics.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whole course in one sentence. Hooks are deterministic. Schemas are deterministic. Application-layer intercepts are deterministic. The model isn't, and that's 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 1: Agentic Architecture &amp; Orchestration. 50 minutes. Heaviest exam weight (27 percent of the blueprint).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live build. Set expectations: we WILL hit edge cases. That's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six stop_reason values: end_turn, max_tokens, stop_sequence, tool_use, pause_turn, refusal. Branch on the API field, not on what the model 'said'.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Isolation is the feature. The parent doesn't drown in subagent reasoning. Reference: chief_of_staff_agent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hooks-example.py in the demo. The $500 refund cap is the canonical example: prompt says 'don't refund over $500', hook ENFORCES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private/claude-cookbooks-main/tool_use/customer_service_agent.ipynb. Wire 4 tools. Add the refund-cap hook from hooks-example.py. Audience sees: agent skips verification -&gt; hook blocks -&gt; agent re-plans -&gt; escalates. The aha moment is when the hook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room (chat) for 90 seconds, then share 2-3 designs out loud. Reinforce: tool descriptions &gt; tool names; isolation &gt; shared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Bridge: 'You just built an agent that decides what to do. Next we go one level deeper, into the tools themselves and the Claude Code surface where you author them on a real team.'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Domains 2 + 3. 50 minutes. Heaviest segment (38 percent of exam weight combined). Two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merge. Tools live, Claude Code is where you orchestrate them. Different domains in the blueprint, same conversation in real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tool named get_data with description 'Fetch customer record by ID' beats one named getCustomerRecordById with description 'Gets data.' Write descriptions like you're onboarding a junior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Thrown exceptions crash the agent. Structured errors let it recover. This is the entire reliability story for tools in one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tool_choice tool + a Pydantic schema is the cheat code for structured output. We'll prove it in Segment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analyze_dependencies vs Grep anti-pattern: model defaults to built-in Grep if custom tool description isn't specific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repo's own .mcp.json in the demo. Four servers, three transports, env-var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C:/github/claude-architect/.mcp.json in VS Code. Walk server-by-server: filesystem (stdio), github (stdio + ${GITHUB_TOKEN}), context7 (HTTP + header), internal-knowledge-base (SSE + bearer). Show what happens when GITHUB_TOKEN is unset.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Loaded order matters. User + project additively. Subtree on demand keeps token budget tight. Local for personal preferences without polluting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 log --oneline -20 | claude -p 'summarize these recent commits' - this is the demo callout for Segment 2 Demo B. Three seconds, one command, real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this repo's own CLAUDE.md. Walk the structure. Run: claude -p 'audit this CLAUDE.md against the documented conventions'. Show the headless output. Pipe a git log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correct answer: project CLAUDE.md for shared (commit style, security), subtree CLAUDE.md for team-specific conventions, .claude/rules with paths: globs for language-specific lint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Bridge: 'Tools give the agent hands. Prompts and schemas decide what comes out. Let's make those outputs trustworthy.'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 4: Prompt Engineering &amp; Structured Output. 50 minutes. 20 percent of exam weight.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this is the LONGEST live build (20 min). Highest demo risk. If anything goes sideways, switch to the markdown walkthrough.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Few-shot beats temperature tuning every time. The model needs examples, not knobs.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this in code in the demo. The Pydantic model is the source of truth for both runtime validation AND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Anti-pattern: infinite retry on missing-info failure. Burns tokens, model can't invent the data, escalation is the right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Per-segment calibration warning. If you don't break it down by doc type, high-aggregate accuracy lies to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extracting_structured_json.ipynb + tool_use_with_pydantic.ipynb. Build Pydantic schema. Register as tool. Run on 3 invoices. Add validation-retry loop. This is the highest-demo-risk block of the course; have the markdown walkthrough open as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Reinforces: nullable fields need explicit prompt instructions, confidence is the routing key, notes catches the 'I'm not sure'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Bridge: 'We have agents, tools, prompts. Production is where context windows fill up and one bad tool result poisons the chain. Last segment is about not breaking when scale arrives.'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 5: Context Management &amp; Reliability. 50 minutes. 15 percent of exam weight + production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lawyers manage case files. Same discipline for long agent sessions. 48-turn conversation should not have 48 turns of tool_result clutter.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Frustrated user with a $5 refund doesn't need a human. Calm user with a multi-account billing dispute does. Sentiment is not complexity.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except: pass anti-pattern is the most common reliability bug. Catch errors. Return them. Let the model recover.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source = no claim. Treat attribution as a REQUIRED output field, not a nicety. This is the difference between a research agent and a hallucination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automatic-context-compaction.ipynb. Run a long convo. Watch compaction event fire. Show the summary the model generates. Explain when to use this vs. manual case-facts pinning.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 (a) better descriptions + scope tools per agent, (b) hook intercept, (c) require claim-source mappings, (d) escalate on policy/complexity not sentiment.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four artifacts. Tie back to the cold-open quote: model is non-deterministic, your architecture cannot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Skills-first framing. We taught the skills behind the domains. The reference files in the repo (domain-N-*.md) map skills to exam objectives when the exam goes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don't ship something in 7 days, the muscle memory fades. Pick the smallest possible win and ship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Q&amp;A. Anticipated questions: cost story for prompt caching, when to split an agent, monitoring production agents, MCP server hosting.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Relationship Id="rId3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eg"/><Relationship Id="rId3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Relationship Id="rId3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Relationship Id="rId3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gif"/><Relationship Id="rId3" Type="http://schemas.openxmlformats.org/officeDocument/2006/relationships/image" Target="../media/image1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gif"/><Relationship Id="rId3" Type="http://schemas.openxmlformats.org/officeDocument/2006/relationships/image" Target="../media/image17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jp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-Based Headsh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EDB86-0706-4847-A037-5877BF17D6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" name="Picture 19" descr="A person standing in front of a window&#10;&#10;Description automatically generated">
            <a:extLst>
              <a:ext uri="{FF2B5EF4-FFF2-40B4-BE49-F238E27FC236}">
                <a16:creationId xmlns:a16="http://schemas.microsoft.com/office/drawing/2014/main" id="{98D908CD-4E79-E541-918B-5C7BF8B828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4192" r="17273"/>
          <a:stretch/>
        </p:blipFill>
        <p:spPr>
          <a:xfrm>
            <a:off x="1" y="-10601"/>
            <a:ext cx="4851745" cy="6138407"/>
          </a:xfrm>
          <a:prstGeom prst="rect">
            <a:avLst/>
          </a:prstGeom>
        </p:spPr>
      </p:pic>
      <p:sp>
        <p:nvSpPr>
          <p:cNvPr id="21" name="Title 1">
            <a:extLst>
              <a:ext uri="{FF2B5EF4-FFF2-40B4-BE49-F238E27FC236}">
                <a16:creationId xmlns:a16="http://schemas.microsoft.com/office/drawing/2014/main" id="{879AE553-DDE7-3246-A275-03B48F404DAA}"/>
              </a:ext>
            </a:extLst>
          </p:cNvPr>
          <p:cNvSpPr txBox="1">
            <a:spLocks/>
          </p:cNvSpPr>
          <p:nvPr userDrawn="1"/>
        </p:nvSpPr>
        <p:spPr>
          <a:xfrm>
            <a:off x="4989567" y="297872"/>
            <a:ext cx="7340255" cy="965779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>
                <a:solidFill>
                  <a:schemeClr val="bg1"/>
                </a:solidFill>
              </a:rPr>
              <a:t>Lesson 1: Understanding Kubernetes</a:t>
            </a:r>
          </a:p>
        </p:txBody>
      </p:sp>
      <p:pic>
        <p:nvPicPr>
          <p:cNvPr id="23" name="Picture 22" descr="A person standing in front of a window&#10;&#10;Description automatically generated">
            <a:extLst>
              <a:ext uri="{FF2B5EF4-FFF2-40B4-BE49-F238E27FC236}">
                <a16:creationId xmlns:a16="http://schemas.microsoft.com/office/drawing/2014/main" id="{A4A5DB76-1615-C646-AB17-4F7AF3BDC8B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4192" r="17273"/>
          <a:stretch/>
        </p:blipFill>
        <p:spPr>
          <a:xfrm>
            <a:off x="1" y="6917"/>
            <a:ext cx="4851745" cy="6120888"/>
          </a:xfrm>
          <a:prstGeom prst="rect">
            <a:avLst/>
          </a:prstGeom>
        </p:spPr>
      </p:pic>
      <p:sp>
        <p:nvSpPr>
          <p:cNvPr id="27" name="Subtitle 2">
            <a:extLst>
              <a:ext uri="{FF2B5EF4-FFF2-40B4-BE49-F238E27FC236}">
                <a16:creationId xmlns:a16="http://schemas.microsoft.com/office/drawing/2014/main" id="{1C9B70A1-4246-EF41-A9D4-1747E5B9BA3E}"/>
              </a:ext>
            </a:extLst>
          </p:cNvPr>
          <p:cNvSpPr txBox="1">
            <a:spLocks/>
          </p:cNvSpPr>
          <p:nvPr userDrawn="1"/>
        </p:nvSpPr>
        <p:spPr>
          <a:xfrm>
            <a:off x="5284045" y="1761932"/>
            <a:ext cx="6633860" cy="634064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Segoe Pro" charset="0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1.1 Understanding Containers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CF813062-DB89-FC4C-9952-E517FA6F03F8}"/>
              </a:ext>
            </a:extLst>
          </p:cNvPr>
          <p:cNvSpPr txBox="1">
            <a:spLocks/>
          </p:cNvSpPr>
          <p:nvPr userDrawn="1"/>
        </p:nvSpPr>
        <p:spPr>
          <a:xfrm>
            <a:off x="5284043" y="2692531"/>
            <a:ext cx="6633860" cy="1208911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1.2 Containers in Corporate </a:t>
            </a:r>
          </a:p>
          <a:p>
            <a:r>
              <a:rPr lang="en-US" sz="3467"/>
              <a:t>       Environments</a:t>
            </a: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B3CC864C-E6B4-3D40-BB65-4CFF8F31A588}"/>
              </a:ext>
            </a:extLst>
          </p:cNvPr>
          <p:cNvSpPr txBox="1">
            <a:spLocks/>
          </p:cNvSpPr>
          <p:nvPr userDrawn="1"/>
        </p:nvSpPr>
        <p:spPr>
          <a:xfrm>
            <a:off x="5284042" y="4197977"/>
            <a:ext cx="6633860" cy="57642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1.3 The Rise of Kubernetes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D6E222FC-2D0D-AC48-9ADE-1071DC9A37EF}"/>
              </a:ext>
            </a:extLst>
          </p:cNvPr>
          <p:cNvSpPr txBox="1">
            <a:spLocks/>
          </p:cNvSpPr>
          <p:nvPr userDrawn="1"/>
        </p:nvSpPr>
        <p:spPr>
          <a:xfrm>
            <a:off x="5284042" y="5070934"/>
            <a:ext cx="6633860" cy="57642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1.4 The Kubernetes Ecosystem</a:t>
            </a:r>
          </a:p>
        </p:txBody>
      </p:sp>
    </p:spTree>
    <p:extLst>
      <p:ext uri="{BB962C8B-B14F-4D97-AF65-F5344CB8AC3E}">
        <p14:creationId xmlns:p14="http://schemas.microsoft.com/office/powerpoint/2010/main" val="7649632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ual-Feed Slide &amp; Video Headsh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EDB86-0706-4847-A037-5877BF17D6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9CC519E6-A1F1-6747-A3F6-20B949715D94}"/>
              </a:ext>
            </a:extLst>
          </p:cNvPr>
          <p:cNvSpPr/>
          <p:nvPr userDrawn="1"/>
        </p:nvSpPr>
        <p:spPr>
          <a:xfrm>
            <a:off x="1761640" y="201229"/>
            <a:ext cx="2867696" cy="2491303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7605FD-9760-4542-AA9A-73939422455B}"/>
              </a:ext>
            </a:extLst>
          </p:cNvPr>
          <p:cNvSpPr/>
          <p:nvPr userDrawn="1"/>
        </p:nvSpPr>
        <p:spPr>
          <a:xfrm>
            <a:off x="1" y="0"/>
            <a:ext cx="3523281" cy="356986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C83BD3-B120-F546-94C9-3421EA0D53AB}"/>
              </a:ext>
            </a:extLst>
          </p:cNvPr>
          <p:cNvSpPr/>
          <p:nvPr userDrawn="1"/>
        </p:nvSpPr>
        <p:spPr>
          <a:xfrm>
            <a:off x="14150" y="1488820"/>
            <a:ext cx="4986287" cy="462036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211D7-AC77-0040-827B-FD76A25CC725}"/>
              </a:ext>
            </a:extLst>
          </p:cNvPr>
          <p:cNvSpPr txBox="1">
            <a:spLocks/>
          </p:cNvSpPr>
          <p:nvPr userDrawn="1"/>
        </p:nvSpPr>
        <p:spPr>
          <a:xfrm>
            <a:off x="5010769" y="126294"/>
            <a:ext cx="7340255" cy="877980"/>
          </a:xfrm>
          <a:prstGeom prst="rect">
            <a:avLst/>
          </a:prstGeom>
        </p:spPr>
        <p:txBody>
          <a:bodyPr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b="0" kern="1200" baseline="0">
                <a:solidFill>
                  <a:schemeClr val="tx1"/>
                </a:solidFill>
                <a:latin typeface="Segoe Pro" charset="0"/>
                <a:ea typeface="+mj-ea"/>
                <a:cs typeface="+mj-cs"/>
              </a:defRPr>
            </a:lvl1pPr>
          </a:lstStyle>
          <a:p>
            <a:r>
              <a:rPr lang="en-US" sz="3467" b="1">
                <a:solidFill>
                  <a:schemeClr val="bg1"/>
                </a:solidFill>
              </a:rPr>
              <a:t>Lesson 1: Understanding Kubernetes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87FE959-2BAA-6442-9ACB-CB119AAA646D}"/>
              </a:ext>
            </a:extLst>
          </p:cNvPr>
          <p:cNvSpPr txBox="1">
            <a:spLocks/>
          </p:cNvSpPr>
          <p:nvPr userDrawn="1"/>
        </p:nvSpPr>
        <p:spPr>
          <a:xfrm>
            <a:off x="5284045" y="1761932"/>
            <a:ext cx="6633860" cy="634064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Segoe Pro" charset="0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Segoe Pro" charset="0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1.1 Understanding Containers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E6CC7EA0-7EF0-0944-B1AC-0F3988B8C99C}"/>
              </a:ext>
            </a:extLst>
          </p:cNvPr>
          <p:cNvSpPr txBox="1">
            <a:spLocks/>
          </p:cNvSpPr>
          <p:nvPr userDrawn="1"/>
        </p:nvSpPr>
        <p:spPr>
          <a:xfrm>
            <a:off x="5284043" y="2692531"/>
            <a:ext cx="6633860" cy="1208911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1.2 Containers in Corporate </a:t>
            </a:r>
          </a:p>
          <a:p>
            <a:r>
              <a:rPr lang="en-US" sz="3467"/>
              <a:t>       Environments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9CD342B2-D10F-6D48-A74A-EF1E126A51B7}"/>
              </a:ext>
            </a:extLst>
          </p:cNvPr>
          <p:cNvSpPr txBox="1">
            <a:spLocks/>
          </p:cNvSpPr>
          <p:nvPr userDrawn="1"/>
        </p:nvSpPr>
        <p:spPr>
          <a:xfrm>
            <a:off x="5284042" y="4197977"/>
            <a:ext cx="6633860" cy="57642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1.3 The Rise of Kubernetes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53244D6A-E26C-2D4A-A946-D595B1B11FE3}"/>
              </a:ext>
            </a:extLst>
          </p:cNvPr>
          <p:cNvSpPr txBox="1">
            <a:spLocks/>
          </p:cNvSpPr>
          <p:nvPr userDrawn="1"/>
        </p:nvSpPr>
        <p:spPr>
          <a:xfrm>
            <a:off x="5284042" y="5070934"/>
            <a:ext cx="6633860" cy="57642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685800" indent="-630936" algn="l" defTabSz="457200" rtl="0" eaLnBrk="1" latinLnBrk="0" hangingPunct="1">
              <a:spcBef>
                <a:spcPct val="20000"/>
              </a:spcBef>
              <a:buFont typeface="Arial"/>
              <a:buNone/>
              <a:tabLst>
                <a:tab pos="574675" algn="l"/>
              </a:tabLst>
              <a:defRPr sz="2800" b="0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67"/>
              <a:t>1.4 The Kubernetes Ecosystem</a:t>
            </a:r>
          </a:p>
        </p:txBody>
      </p:sp>
      <p:pic>
        <p:nvPicPr>
          <p:cNvPr id="14" name="Picture 13" descr="A person standing in front of a window posing for the camera&#10;&#10;Description automatically generated">
            <a:extLst>
              <a:ext uri="{FF2B5EF4-FFF2-40B4-BE49-F238E27FC236}">
                <a16:creationId xmlns:a16="http://schemas.microsoft.com/office/drawing/2014/main" id="{E752B01A-0237-D746-881B-4BE22A5F831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4449" y="2031444"/>
            <a:ext cx="4595988" cy="279511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393718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EDB86-0706-4847-A037-5877BF17D6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115776" y="2130426"/>
            <a:ext cx="6633859" cy="147002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 b="0" baseline="0">
                <a:solidFill>
                  <a:schemeClr val="tx1"/>
                </a:solidFill>
                <a:latin typeface="Segoe Pro" charset="0"/>
              </a:defRPr>
            </a:lvl1pPr>
          </a:lstStyle>
          <a:p>
            <a:r>
              <a:rPr lang="en-US"/>
              <a:t>Lesson #: Lesson Name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115775" y="3718051"/>
            <a:ext cx="6633860" cy="1752600"/>
          </a:xfrm>
        </p:spPr>
        <p:txBody>
          <a:bodyPr>
            <a:normAutofit/>
          </a:bodyPr>
          <a:lstStyle>
            <a:lvl1pPr marL="914377" indent="-841227" algn="l">
              <a:buNone/>
              <a:tabLst>
                <a:tab pos="766214" algn="l"/>
              </a:tabLst>
              <a:defRPr sz="3733" b="0" baseline="0">
                <a:solidFill>
                  <a:srgbClr val="000000"/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#.# 	Learning objective or      Sub-lesson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63F234-EB9D-6E5E-B61A-F1696C98AF1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9006" y="6322424"/>
            <a:ext cx="1201783" cy="3754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9DC5631-3450-D07D-AE49-6F758CC4E01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304354" y="1271313"/>
            <a:ext cx="1028572" cy="23291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18FFDD-FEE0-99C6-E431-B3F22AD370F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039823" y="1635867"/>
            <a:ext cx="1597456" cy="15645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603345-DB86-E0A1-9A38-3987ECAE07C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79737" y="1404141"/>
            <a:ext cx="2535176" cy="2050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7305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82B15B7-206B-CE49-A9F2-AB6BBB6FC9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8161" y="-76199"/>
            <a:ext cx="10064239" cy="74740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>
                <a:solidFill>
                  <a:srgbClr val="FFFFFF"/>
                </a:solidFill>
                <a:latin typeface="Segoe Pro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9839" y="1086362"/>
            <a:ext cx="9119616" cy="4729361"/>
          </a:xfrm>
        </p:spPr>
        <p:txBody>
          <a:bodyPr>
            <a:noAutofit/>
          </a:bodyPr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1CD57F-32CF-0029-590E-9AD84A6155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9006" y="6322424"/>
            <a:ext cx="1201783" cy="37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32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699F60F-EF2B-8F45-B026-E22011617D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0"/>
            <a:ext cx="10070592" cy="74371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>
                <a:solidFill>
                  <a:srgbClr val="FFFFFF"/>
                </a:solidFill>
                <a:latin typeface="Segoe Pro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261520"/>
            <a:ext cx="5384800" cy="4525963"/>
          </a:xfrm>
        </p:spPr>
        <p:txBody>
          <a:bodyPr/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9792" y="1261808"/>
            <a:ext cx="5384800" cy="4525963"/>
          </a:xfrm>
        </p:spPr>
        <p:txBody>
          <a:bodyPr/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3B0BC9-51E5-FD56-3CC4-18BD3946775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9006" y="6322424"/>
            <a:ext cx="1201783" cy="37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3639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Images or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BE815FF-ED97-854C-9CA1-F2EAACC17B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-76199"/>
            <a:ext cx="10075917" cy="74371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>
                <a:solidFill>
                  <a:srgbClr val="FFFFFF"/>
                </a:solidFill>
                <a:latin typeface="Segoe Pro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529839" y="1086362"/>
            <a:ext cx="10052560" cy="4729361"/>
          </a:xfrm>
        </p:spPr>
        <p:txBody>
          <a:bodyPr>
            <a:noAutofit/>
          </a:bodyPr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A2F564-A9E0-D4A6-DA22-A87AA4D1320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9006" y="6322424"/>
            <a:ext cx="1201783" cy="37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0108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_No Gray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646D90-D9DC-774A-9902-DD7E84D402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518161" y="-76199"/>
            <a:ext cx="10064239" cy="74740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>
                <a:solidFill>
                  <a:srgbClr val="FFFFFF"/>
                </a:solidFill>
                <a:latin typeface="Segoe Pro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1529839" y="1086362"/>
            <a:ext cx="10052560" cy="4729361"/>
          </a:xfrm>
        </p:spPr>
        <p:txBody>
          <a:bodyPr>
            <a:noAutofit/>
          </a:bodyPr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0DD9FC-78CB-CC48-03AD-07414DDC51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82880" y="6268720"/>
            <a:ext cx="1188721" cy="430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74034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_No Bottom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D6CEA3E-C82D-A746-AACF-52839FCFD3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18161" y="-84666"/>
            <a:ext cx="10064239" cy="74740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>
                <a:solidFill>
                  <a:srgbClr val="FFFFFF"/>
                </a:solidFill>
                <a:latin typeface="Segoe Pro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9839" y="1086362"/>
            <a:ext cx="10052560" cy="4729361"/>
          </a:xfrm>
        </p:spPr>
        <p:txBody>
          <a:bodyPr>
            <a:noAutofit/>
          </a:bodyPr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1BFFD2-2A5F-1053-0E42-A89EDB7FA5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82880" y="6268720"/>
            <a:ext cx="1188721" cy="430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80198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A2358E-A3D5-0E4B-A122-5E5714444F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78648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Left | Title/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631374" y="469054"/>
            <a:ext cx="3745556" cy="5919895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defRPr sz="2267" b="0" i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marL="781318" indent="-385230" algn="r">
              <a:buFont typeface="Myriad Pro" panose="020B0503030403020204" pitchFamily="34" charset="0"/>
              <a:buChar char=" 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marL="1177403" indent="-382521" algn="r">
              <a:buFont typeface="Myriad Pro" panose="020B0503030403020204" pitchFamily="34" charset="0"/>
              <a:buChar char=" 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marL="1462262" indent="-284857" algn="r">
              <a:buFont typeface="Myriad Pro" panose="020B0503030403020204" pitchFamily="34" charset="0"/>
              <a:buChar char=" 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marL="1462259" indent="0" algn="r">
              <a:buFont typeface="Myriad Pro" panose="020B0503030403020204" pitchFamily="34" charset="0"/>
              <a:buNone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 dirty="0"/>
              <a:t>Click to add short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4714917" y="469054"/>
            <a:ext cx="0" cy="5919895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/>
          <p:cNvSpPr>
            <a:spLocks noGrp="1"/>
          </p:cNvSpPr>
          <p:nvPr>
            <p:ph sz="quarter" idx="14" hasCustomPrompt="1"/>
          </p:nvPr>
        </p:nvSpPr>
        <p:spPr>
          <a:xfrm>
            <a:off x="5052910" y="998318"/>
            <a:ext cx="6570132" cy="4861367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3600" b="0" i="0">
                <a:latin typeface="+mj-lt"/>
                <a:ea typeface="PS TT Commons Light" charset="0"/>
                <a:cs typeface="PS TT Commons Light" charset="0"/>
              </a:defRPr>
            </a:lvl1pPr>
          </a:lstStyle>
          <a:p>
            <a:pPr lvl="0"/>
            <a:r>
              <a:rPr lang="en-US" dirty="0"/>
              <a:t>Click to Add Title or </a:t>
            </a:r>
            <a:r>
              <a:rPr lang="en-US"/>
              <a:t>Click </a:t>
            </a:r>
            <a:br>
              <a:rPr lang="en-US"/>
            </a:br>
            <a:r>
              <a:rPr lang="en-US"/>
              <a:t>Icon </a:t>
            </a:r>
            <a:r>
              <a:rPr lang="en-US" dirty="0"/>
              <a:t>to Add Graphic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140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1695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BC152-5D1F-47B5-8951-616F8DA0C1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</a:defRPr>
            </a:lvl1pPr>
          </a:lstStyle>
          <a:p>
            <a:r>
              <a:rPr lang="en-US"/>
              <a:t>Add Slide Title in Title Case</a:t>
            </a:r>
          </a:p>
        </p:txBody>
      </p:sp>
    </p:spTree>
    <p:extLst>
      <p:ext uri="{BB962C8B-B14F-4D97-AF65-F5344CB8AC3E}">
        <p14:creationId xmlns:p14="http://schemas.microsoft.com/office/powerpoint/2010/main" val="18471084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Chunking: Six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3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4432846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10"/>
          <p:cNvSpPr>
            <a:spLocks noGrp="1"/>
          </p:cNvSpPr>
          <p:nvPr>
            <p:ph sz="quarter" idx="10" hasCustomPrompt="1"/>
          </p:nvPr>
        </p:nvSpPr>
        <p:spPr>
          <a:xfrm>
            <a:off x="838202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10"/>
          <p:cNvSpPr>
            <a:spLocks noGrp="1"/>
          </p:cNvSpPr>
          <p:nvPr>
            <p:ph sz="quarter" idx="12" hasCustomPrompt="1"/>
          </p:nvPr>
        </p:nvSpPr>
        <p:spPr>
          <a:xfrm>
            <a:off x="8027489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10"/>
          <p:cNvSpPr>
            <a:spLocks noGrp="1"/>
          </p:cNvSpPr>
          <p:nvPr>
            <p:ph sz="quarter" idx="13" hasCustomPrompt="1"/>
          </p:nvPr>
        </p:nvSpPr>
        <p:spPr>
          <a:xfrm>
            <a:off x="4432846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10"/>
          <p:cNvSpPr>
            <a:spLocks noGrp="1"/>
          </p:cNvSpPr>
          <p:nvPr>
            <p:ph sz="quarter" idx="14" hasCustomPrompt="1"/>
          </p:nvPr>
        </p:nvSpPr>
        <p:spPr>
          <a:xfrm>
            <a:off x="838202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Content Placeholder 10"/>
          <p:cNvSpPr>
            <a:spLocks noGrp="1"/>
          </p:cNvSpPr>
          <p:nvPr>
            <p:ph sz="quarter" idx="15" hasCustomPrompt="1"/>
          </p:nvPr>
        </p:nvSpPr>
        <p:spPr>
          <a:xfrm>
            <a:off x="8027489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4676279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63680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urs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/>
          <p:cNvCxnSpPr/>
          <p:nvPr userDrawn="1"/>
        </p:nvCxnSpPr>
        <p:spPr>
          <a:xfrm>
            <a:off x="728547" y="3026367"/>
            <a:ext cx="10710672" cy="0"/>
          </a:xfrm>
          <a:prstGeom prst="line">
            <a:avLst/>
          </a:prstGeom>
          <a:noFill/>
          <a:ln w="57150" cap="flat" cmpd="sng" algn="ctr">
            <a:gradFill>
              <a:gsLst>
                <a:gs pos="0">
                  <a:srgbClr val="F05A28"/>
                </a:gs>
                <a:gs pos="100000">
                  <a:srgbClr val="EC0D7D"/>
                </a:gs>
              </a:gsLst>
              <a:lin ang="4800000" scaled="0"/>
            </a:gradFill>
            <a:prstDash val="solid"/>
            <a:headEnd type="none"/>
            <a:tailEnd type="none"/>
          </a:ln>
          <a:effectLst/>
        </p:spPr>
      </p:cxnSp>
      <p:sp>
        <p:nvSpPr>
          <p:cNvPr id="12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30758" y="532285"/>
            <a:ext cx="10265067" cy="2344695"/>
          </a:xfrm>
          <a:prstGeom prst="rect">
            <a:avLst/>
          </a:prstGeom>
        </p:spPr>
        <p:txBody>
          <a:bodyPr lIns="91440" rIns="91440" anchor="b">
            <a:noAutofit/>
          </a:bodyPr>
          <a:lstStyle>
            <a:lvl1pPr marL="0" indent="0">
              <a:buNone/>
              <a:defRPr sz="4534" spc="0" baseline="0">
                <a:latin typeface="+mj-lt"/>
              </a:defRPr>
            </a:lvl1pPr>
          </a:lstStyle>
          <a:p>
            <a:pPr lvl="0"/>
            <a:r>
              <a:rPr lang="en-US"/>
              <a:t>Title of Course in Title Case</a:t>
            </a:r>
          </a:p>
        </p:txBody>
      </p:sp>
      <p:sp>
        <p:nvSpPr>
          <p:cNvPr id="13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75362" y="3185951"/>
            <a:ext cx="10220463" cy="549791"/>
          </a:xfrm>
          <a:prstGeom prst="rect">
            <a:avLst/>
          </a:prstGeom>
        </p:spPr>
        <p:txBody>
          <a:bodyPr lIns="91440" anchor="t">
            <a:noAutofit/>
          </a:bodyPr>
          <a:lstStyle>
            <a:lvl1pPr marL="0" indent="0">
              <a:buNone/>
              <a:defRPr sz="3000" spc="0" baseline="0">
                <a:latin typeface="+mj-lt"/>
              </a:defRPr>
            </a:lvl1pPr>
          </a:lstStyle>
          <a:p>
            <a:pPr lvl="0"/>
            <a:r>
              <a:rPr lang="en-US"/>
              <a:t>Module Two Title in Title Case</a:t>
            </a:r>
          </a:p>
        </p:txBody>
      </p:sp>
      <p:sp>
        <p:nvSpPr>
          <p:cNvPr id="14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3129281" y="4609736"/>
            <a:ext cx="6386426" cy="405987"/>
          </a:xfrm>
          <a:prstGeom prst="rect">
            <a:avLst/>
          </a:prstGeom>
        </p:spPr>
        <p:txBody>
          <a:bodyPr lIns="91440" tIns="45720" rIns="91440" anchor="t">
            <a:noAutofit/>
          </a:bodyPr>
          <a:lstStyle>
            <a:lvl1pPr marL="0" indent="0">
              <a:buNone/>
              <a:defRPr sz="2400" b="0" i="0" spc="0">
                <a:solidFill>
                  <a:schemeClr val="accent1"/>
                </a:solidFill>
                <a:latin typeface="+mn-lt"/>
                <a:ea typeface="PS TT Commons Light" charset="0"/>
                <a:cs typeface="PS TT Commons Light" charset="0"/>
              </a:defRPr>
            </a:lvl1pPr>
          </a:lstStyle>
          <a:p>
            <a:pPr lvl="0"/>
            <a:r>
              <a:rPr lang="en-US"/>
              <a:t>Author Name</a:t>
            </a:r>
          </a:p>
        </p:txBody>
      </p:sp>
      <p:sp>
        <p:nvSpPr>
          <p:cNvPr id="15" name="Text Placeholder 18"/>
          <p:cNvSpPr>
            <a:spLocks noGrp="1"/>
          </p:cNvSpPr>
          <p:nvPr>
            <p:ph type="body" sz="quarter" idx="13" hasCustomPrompt="1"/>
          </p:nvPr>
        </p:nvSpPr>
        <p:spPr>
          <a:xfrm>
            <a:off x="3129281" y="5015723"/>
            <a:ext cx="6386425" cy="455809"/>
          </a:xfrm>
          <a:prstGeom prst="rect">
            <a:avLst/>
          </a:prstGeom>
        </p:spPr>
        <p:txBody>
          <a:bodyPr lIns="91440" tIns="45720" anchor="t">
            <a:noAutofit/>
          </a:bodyPr>
          <a:lstStyle>
            <a:lvl1pPr marL="0" indent="0">
              <a:buNone/>
              <a:defRPr sz="2133" b="0" i="0" spc="0" baseline="0"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Author Title in Title Case</a:t>
            </a:r>
          </a:p>
        </p:txBody>
      </p:sp>
      <p:sp>
        <p:nvSpPr>
          <p:cNvPr id="16" name="Text Placeholder 20"/>
          <p:cNvSpPr>
            <a:spLocks noGrp="1"/>
          </p:cNvSpPr>
          <p:nvPr>
            <p:ph type="body" sz="quarter" idx="14" hasCustomPrompt="1"/>
          </p:nvPr>
        </p:nvSpPr>
        <p:spPr>
          <a:xfrm>
            <a:off x="3128433" y="5665953"/>
            <a:ext cx="6387273" cy="550191"/>
          </a:xfrm>
          <a:prstGeom prst="rect">
            <a:avLst/>
          </a:prstGeom>
        </p:spPr>
        <p:txBody>
          <a:bodyPr lIns="91440" anchor="ctr">
            <a:noAutofit/>
          </a:bodyPr>
          <a:lstStyle>
            <a:lvl1pPr marL="0" indent="0">
              <a:buNone/>
              <a:defRPr sz="2133" b="0" i="0" spc="0" baseline="0"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@authortwitter    www.authorsite.com</a:t>
            </a:r>
          </a:p>
        </p:txBody>
      </p:sp>
      <p:sp>
        <p:nvSpPr>
          <p:cNvPr id="18" name="Picture Placeholder 22"/>
          <p:cNvSpPr>
            <a:spLocks noGrp="1"/>
          </p:cNvSpPr>
          <p:nvPr>
            <p:ph type="pic" sz="quarter" idx="15" hasCustomPrompt="1"/>
          </p:nvPr>
        </p:nvSpPr>
        <p:spPr>
          <a:xfrm>
            <a:off x="975362" y="4326385"/>
            <a:ext cx="1889760" cy="188976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txBody>
          <a:bodyPr anchor="ctr">
            <a:normAutofit/>
          </a:bodyPr>
          <a:lstStyle>
            <a:lvl1pPr algn="ctr">
              <a:defRPr sz="1467" b="0" i="0"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r>
              <a:rPr lang="en-US"/>
              <a:t>Click to insert photo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7997952" y="-804672"/>
            <a:ext cx="609600" cy="609600"/>
          </a:xfrm>
          <a:prstGeom prst="rect">
            <a:avLst/>
          </a:prstGeom>
        </p:spPr>
        <p:txBody>
          <a:bodyPr vert="horz" wrap="none" lIns="0" tIns="21980" rIns="43959" bIns="21980" rtlCol="0" anchor="b" anchorCtr="0">
            <a:noAutofit/>
          </a:bodyPr>
          <a:lstStyle/>
          <a:p>
            <a:pPr marL="0" marR="0" indent="0" algn="l" defTabSz="293016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350" b="0" i="0" u="none" strike="noStrike" kern="1200" cap="none" spc="0" normalizeH="0" baseline="0" noProof="0" dirty="0">
              <a:ln>
                <a:noFill/>
              </a:ln>
              <a:solidFill>
                <a:srgbClr val="E5E5E5">
                  <a:lumMod val="10000"/>
                </a:srgbClr>
              </a:solidFill>
              <a:effectLst/>
              <a:uLnTx/>
              <a:uFillTx/>
              <a:latin typeface="PS TT Commons" charset="0"/>
              <a:ea typeface="PS TT Commons" charset="0"/>
              <a:cs typeface="PS TT Commons" charset="0"/>
            </a:endParaRPr>
          </a:p>
        </p:txBody>
      </p:sp>
      <p:grpSp>
        <p:nvGrpSpPr>
          <p:cNvPr id="6" name="Group 5"/>
          <p:cNvGrpSpPr/>
          <p:nvPr userDrawn="1"/>
        </p:nvGrpSpPr>
        <p:grpSpPr>
          <a:xfrm>
            <a:off x="0" y="-1048513"/>
            <a:ext cx="7412736" cy="871728"/>
            <a:chOff x="0" y="-1572769"/>
            <a:chExt cx="11119104" cy="1307592"/>
          </a:xfrm>
        </p:grpSpPr>
        <p:sp>
          <p:nvSpPr>
            <p:cNvPr id="2" name="Rectangle 1"/>
            <p:cNvSpPr/>
            <p:nvPr userDrawn="1"/>
          </p:nvSpPr>
          <p:spPr>
            <a:xfrm>
              <a:off x="3803904" y="-1572769"/>
              <a:ext cx="7315200" cy="13037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pic>
          <p:nvPicPr>
            <p:cNvPr id="9" name="Picture 8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3984003" y="-1299965"/>
              <a:ext cx="6870700" cy="787400"/>
            </a:xfrm>
            <a:prstGeom prst="rect">
              <a:avLst/>
            </a:prstGeom>
          </p:spPr>
        </p:pic>
        <p:sp>
          <p:nvSpPr>
            <p:cNvPr id="4" name="Rectangle 3"/>
            <p:cNvSpPr/>
            <p:nvPr userDrawn="1"/>
          </p:nvSpPr>
          <p:spPr>
            <a:xfrm>
              <a:off x="0" y="-1572769"/>
              <a:ext cx="3792754" cy="130759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5" name="TextBox 4"/>
            <p:cNvSpPr txBox="1"/>
            <p:nvPr userDrawn="1"/>
          </p:nvSpPr>
          <p:spPr>
            <a:xfrm>
              <a:off x="210315" y="-1226305"/>
              <a:ext cx="3207442" cy="640080"/>
            </a:xfrm>
            <a:prstGeom prst="rect">
              <a:avLst/>
            </a:prstGeom>
          </p:spPr>
          <p:txBody>
            <a:bodyPr vert="horz" wrap="none" lIns="0" tIns="32970" rIns="65939" bIns="32970" rtlCol="0" anchor="ctr" anchorCtr="0">
              <a:noAutofit/>
            </a:bodyPr>
            <a:lstStyle/>
            <a:p>
              <a:pPr marL="0" marR="0" indent="0" algn="r" defTabSz="293016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PS TT Commons" charset="0"/>
                  <a:cs typeface="PS TT Commons" charset="0"/>
                </a:rPr>
                <a:t>Font check</a:t>
              </a:r>
            </a:p>
            <a:p>
              <a:pPr marL="0" marR="0" indent="0" algn="r" defTabSz="293016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S TT Commons" charset="0"/>
                  <a:ea typeface="PS TT Commons" charset="0"/>
                  <a:cs typeface="PS TT Commons" charset="0"/>
                </a:rPr>
                <a:t>Do they match?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443649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07706" y="570867"/>
            <a:ext cx="10472605" cy="2808060"/>
          </a:xfrm>
        </p:spPr>
        <p:txBody>
          <a:bodyPr anchor="b"/>
          <a:lstStyle>
            <a:lvl1pPr algn="r">
              <a:defRPr sz="4000">
                <a:latin typeface="+mj-lt"/>
              </a:defRPr>
            </a:lvl1pPr>
          </a:lstStyle>
          <a:p>
            <a:r>
              <a:rPr lang="en-US"/>
              <a:t> Add Section Header in Title Case</a:t>
            </a:r>
          </a:p>
        </p:txBody>
      </p:sp>
      <p:cxnSp>
        <p:nvCxnSpPr>
          <p:cNvPr id="4" name="Straight Connector 3"/>
          <p:cNvCxnSpPr/>
          <p:nvPr/>
        </p:nvCxnSpPr>
        <p:spPr>
          <a:xfrm>
            <a:off x="609600" y="3606231"/>
            <a:ext cx="10972800" cy="0"/>
          </a:xfrm>
          <a:prstGeom prst="line">
            <a:avLst/>
          </a:prstGeom>
          <a:noFill/>
          <a:ln w="57150" cap="flat" cmpd="sng" algn="ctr">
            <a:gradFill>
              <a:gsLst>
                <a:gs pos="0">
                  <a:srgbClr val="F05A28"/>
                </a:gs>
                <a:gs pos="100000">
                  <a:srgbClr val="EC0D7D"/>
                </a:gs>
              </a:gsLst>
              <a:lin ang="4800000" scaled="0"/>
            </a:gradFill>
            <a:prstDash val="solid"/>
            <a:headEnd type="none"/>
            <a:tailEnd type="none"/>
          </a:ln>
          <a:effectLst/>
        </p:spPr>
      </p:cxnSp>
      <p:grpSp>
        <p:nvGrpSpPr>
          <p:cNvPr id="5" name="Group 4"/>
          <p:cNvGrpSpPr/>
          <p:nvPr userDrawn="1"/>
        </p:nvGrpSpPr>
        <p:grpSpPr>
          <a:xfrm>
            <a:off x="0" y="-1048513"/>
            <a:ext cx="7412736" cy="871728"/>
            <a:chOff x="0" y="-1572769"/>
            <a:chExt cx="11119104" cy="1307592"/>
          </a:xfrm>
        </p:grpSpPr>
        <p:sp>
          <p:nvSpPr>
            <p:cNvPr id="6" name="Rectangle 5"/>
            <p:cNvSpPr/>
            <p:nvPr userDrawn="1"/>
          </p:nvSpPr>
          <p:spPr>
            <a:xfrm>
              <a:off x="3803904" y="-1572769"/>
              <a:ext cx="7315200" cy="13037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pic>
          <p:nvPicPr>
            <p:cNvPr id="7" name="Picture 6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3984003" y="-1299965"/>
              <a:ext cx="6870700" cy="787400"/>
            </a:xfrm>
            <a:prstGeom prst="rect">
              <a:avLst/>
            </a:prstGeom>
          </p:spPr>
        </p:pic>
        <p:sp>
          <p:nvSpPr>
            <p:cNvPr id="8" name="Rectangle 7"/>
            <p:cNvSpPr/>
            <p:nvPr userDrawn="1"/>
          </p:nvSpPr>
          <p:spPr>
            <a:xfrm>
              <a:off x="0" y="-1572769"/>
              <a:ext cx="3792754" cy="130759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9" name="TextBox 8"/>
            <p:cNvSpPr txBox="1"/>
            <p:nvPr userDrawn="1"/>
          </p:nvSpPr>
          <p:spPr>
            <a:xfrm>
              <a:off x="210315" y="-1226305"/>
              <a:ext cx="3207442" cy="640080"/>
            </a:xfrm>
            <a:prstGeom prst="rect">
              <a:avLst/>
            </a:prstGeom>
          </p:spPr>
          <p:txBody>
            <a:bodyPr vert="horz" wrap="none" lIns="0" tIns="32970" rIns="65939" bIns="32970" rtlCol="0" anchor="ctr" anchorCtr="0">
              <a:noAutofit/>
            </a:bodyPr>
            <a:lstStyle/>
            <a:p>
              <a:pPr marL="0" marR="0" indent="0" algn="r" defTabSz="293016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PS TT Commons" charset="0"/>
                  <a:cs typeface="PS TT Commons" charset="0"/>
                </a:rPr>
                <a:t>Font check</a:t>
              </a:r>
            </a:p>
            <a:p>
              <a:pPr marL="0" marR="0" indent="0" algn="r" defTabSz="293016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S TT Commons" charset="0"/>
                  <a:ea typeface="PS TT Commons" charset="0"/>
                  <a:cs typeface="PS TT Commons" charset="0"/>
                </a:rPr>
                <a:t>Do they match?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30802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p N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711698" y="474134"/>
            <a:ext cx="10036527" cy="3115733"/>
          </a:xfrm>
          <a:prstGeom prst="rect">
            <a:avLst/>
          </a:prstGeom>
        </p:spPr>
        <p:txBody>
          <a:bodyPr lIns="91440" anchor="b">
            <a:no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sz="4000" spc="0" baseline="0">
                <a:latin typeface="+mj-lt"/>
              </a:defRPr>
            </a:lvl1pPr>
          </a:lstStyle>
          <a:p>
            <a:pPr lvl="0"/>
            <a:r>
              <a:rPr lang="en-US"/>
              <a:t>Up Next:</a:t>
            </a:r>
          </a:p>
          <a:p>
            <a:pPr lvl="0"/>
            <a:r>
              <a:rPr lang="en-US"/>
              <a:t>Title of Upcoming Module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609600" y="3767961"/>
            <a:ext cx="10972800" cy="0"/>
          </a:xfrm>
          <a:prstGeom prst="line">
            <a:avLst/>
          </a:prstGeom>
          <a:noFill/>
          <a:ln w="57150" cap="flat" cmpd="sng" algn="ctr">
            <a:gradFill>
              <a:gsLst>
                <a:gs pos="0">
                  <a:srgbClr val="F05A28"/>
                </a:gs>
                <a:gs pos="100000">
                  <a:srgbClr val="EC0D7D"/>
                </a:gs>
              </a:gsLst>
              <a:lin ang="4800000" scaled="0"/>
            </a:gradFill>
            <a:prstDash val="solid"/>
            <a:headEnd type="none"/>
            <a:tailEnd type="none"/>
          </a:ln>
          <a:effectLst/>
        </p:spPr>
      </p:cxnSp>
      <p:grpSp>
        <p:nvGrpSpPr>
          <p:cNvPr id="6" name="Group 5"/>
          <p:cNvGrpSpPr/>
          <p:nvPr userDrawn="1"/>
        </p:nvGrpSpPr>
        <p:grpSpPr>
          <a:xfrm>
            <a:off x="0" y="-1048513"/>
            <a:ext cx="7412736" cy="871728"/>
            <a:chOff x="0" y="-1572769"/>
            <a:chExt cx="11119104" cy="1307592"/>
          </a:xfrm>
        </p:grpSpPr>
        <p:sp>
          <p:nvSpPr>
            <p:cNvPr id="7" name="Rectangle 6"/>
            <p:cNvSpPr/>
            <p:nvPr userDrawn="1"/>
          </p:nvSpPr>
          <p:spPr>
            <a:xfrm>
              <a:off x="3803904" y="-1572769"/>
              <a:ext cx="7315200" cy="13037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pic>
          <p:nvPicPr>
            <p:cNvPr id="8" name="Picture 7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3984003" y="-1299965"/>
              <a:ext cx="6870700" cy="7874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 userDrawn="1"/>
          </p:nvSpPr>
          <p:spPr>
            <a:xfrm>
              <a:off x="0" y="-1572769"/>
              <a:ext cx="3792754" cy="130759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0" name="TextBox 9"/>
            <p:cNvSpPr txBox="1"/>
            <p:nvPr userDrawn="1"/>
          </p:nvSpPr>
          <p:spPr>
            <a:xfrm>
              <a:off x="210315" y="-1226305"/>
              <a:ext cx="3207442" cy="640080"/>
            </a:xfrm>
            <a:prstGeom prst="rect">
              <a:avLst/>
            </a:prstGeom>
          </p:spPr>
          <p:txBody>
            <a:bodyPr vert="horz" wrap="none" lIns="0" tIns="32970" rIns="65939" bIns="32970" rtlCol="0" anchor="ctr" anchorCtr="0">
              <a:noAutofit/>
            </a:bodyPr>
            <a:lstStyle/>
            <a:p>
              <a:pPr marL="0" marR="0" indent="0" algn="r" defTabSz="293016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PS TT Commons" charset="0"/>
                  <a:cs typeface="PS TT Commons" charset="0"/>
                </a:rPr>
                <a:t>Font check</a:t>
              </a:r>
            </a:p>
            <a:p>
              <a:pPr marL="0" marR="0" indent="0" algn="r" defTabSz="293016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S TT Commons" charset="0"/>
                  <a:ea typeface="PS TT Commons" charset="0"/>
                  <a:cs typeface="PS TT Commons" charset="0"/>
                </a:rPr>
                <a:t>Do they match?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338515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verview/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1" y="1"/>
            <a:ext cx="463549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700" dirty="0" err="1">
              <a:solidFill>
                <a:schemeClr val="bg1"/>
              </a:solidFill>
              <a:latin typeface="Gotham Medium" panose="02000604030000020004" pitchFamily="50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635500" cy="685800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4635500" cy="6858000"/>
          </a:xfrm>
          <a:prstGeom prst="rect">
            <a:avLst/>
          </a:prstGeom>
        </p:spPr>
      </p:pic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743783" y="1825870"/>
            <a:ext cx="3147933" cy="67024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ctr">
              <a:buNone/>
              <a:defRPr sz="3200" baseline="0">
                <a:solidFill>
                  <a:schemeClr val="bg1"/>
                </a:solidFill>
                <a:latin typeface="+mj-lt"/>
              </a:defRPr>
            </a:lvl1pPr>
            <a:lvl2pPr marL="297088" indent="0" algn="ctr">
              <a:buNone/>
              <a:defRPr sz="3600">
                <a:latin typeface="+mj-lt"/>
              </a:defRPr>
            </a:lvl2pPr>
            <a:lvl3pPr marL="596206" indent="0" algn="ctr">
              <a:buNone/>
              <a:defRPr sz="3600">
                <a:latin typeface="+mj-lt"/>
              </a:defRPr>
            </a:lvl3pPr>
            <a:lvl4pPr marL="882694" indent="0" algn="ctr">
              <a:buNone/>
              <a:defRPr sz="3600">
                <a:latin typeface="+mj-lt"/>
              </a:defRPr>
            </a:lvl4pPr>
            <a:lvl5pPr marL="1097017" indent="0" algn="ctr">
              <a:buNone/>
              <a:defRPr sz="3600">
                <a:latin typeface="+mj-lt"/>
              </a:defRPr>
            </a:lvl5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4640266" y="-462745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 dirty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bullet list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5181600" y="542544"/>
            <a:ext cx="6461760" cy="5779008"/>
          </a:xfrm>
        </p:spPr>
        <p:txBody>
          <a:bodyPr anchor="ctr"/>
          <a:lstStyle>
            <a:lvl1pPr>
              <a:spcBef>
                <a:spcPts val="1800"/>
              </a:spcBef>
              <a:defRPr sz="2400">
                <a:solidFill>
                  <a:schemeClr val="accent1"/>
                </a:solidFill>
                <a:latin typeface="+mn-lt"/>
              </a:defRPr>
            </a:lvl1pPr>
            <a:lvl2pPr>
              <a:defRPr sz="2400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>
              <a:defRPr sz="2400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>
              <a:defRPr sz="2400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</a:lstStyle>
          <a:p>
            <a:pPr lvl="0"/>
            <a:r>
              <a:rPr lang="en-US"/>
              <a:t>Click to add text</a:t>
            </a:r>
          </a:p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81145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5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1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1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1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1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1"/>
                      </p:to>
                    </p:animClr>
                  </p:sub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264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4635500" cy="6858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700" dirty="0" err="1">
              <a:solidFill>
                <a:schemeClr val="bg1"/>
              </a:solidFill>
              <a:latin typeface="Gotham Medium" panose="02000604030000020004" pitchFamily="50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635500" cy="68580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635500" cy="6858000"/>
          </a:xfrm>
          <a:prstGeom prst="rect">
            <a:avLst/>
          </a:prstGeom>
        </p:spPr>
      </p:pic>
      <p:sp>
        <p:nvSpPr>
          <p:cNvPr id="10" name="TextBox 9"/>
          <p:cNvSpPr txBox="1"/>
          <p:nvPr userDrawn="1"/>
        </p:nvSpPr>
        <p:spPr>
          <a:xfrm>
            <a:off x="1" y="2054618"/>
            <a:ext cx="4629149" cy="44627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ts val="3000"/>
              </a:lnSpc>
            </a:pPr>
            <a:r>
              <a:rPr lang="en-US" sz="3600" b="0" i="0" dirty="0">
                <a:solidFill>
                  <a:schemeClr val="bg1"/>
                </a:solidFill>
                <a:latin typeface="+mj-lt"/>
                <a:ea typeface="Gotham Light" charset="0"/>
                <a:cs typeface="Gotham Light" charset="0"/>
              </a:rPr>
              <a:t>Demo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4640266" y="-462745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 dirty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bullet list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is </a:t>
            </a:r>
            <a:r>
              <a:rPr lang="en-US" sz="1600" b="1" i="0">
                <a:solidFill>
                  <a:schemeClr val="accent2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</a:t>
            </a:r>
            <a:r>
              <a:rPr lang="en-US" sz="1600" b="1" i="0">
                <a:solidFill>
                  <a:schemeClr val="accent1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chemeClr val="accent2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chemeClr val="accent2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5181600" y="542544"/>
            <a:ext cx="6461760" cy="5779008"/>
          </a:xfrm>
        </p:spPr>
        <p:txBody>
          <a:bodyPr anchor="ctr"/>
          <a:lstStyle>
            <a:lvl1pPr>
              <a:defRPr sz="2400">
                <a:solidFill>
                  <a:schemeClr val="accent2"/>
                </a:solidFill>
              </a:defRPr>
            </a:lvl1pPr>
            <a:lvl2pPr>
              <a:defRPr sz="2400" b="0" i="0">
                <a:solidFill>
                  <a:schemeClr val="accent2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>
              <a:defRPr sz="2400" b="0" i="0">
                <a:solidFill>
                  <a:schemeClr val="accent2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>
              <a:defRPr sz="2400" b="0" i="0">
                <a:solidFill>
                  <a:schemeClr val="accent2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</a:lstStyle>
          <a:p>
            <a:pPr lvl="0"/>
            <a:r>
              <a:rPr lang="en-US"/>
              <a:t>Click to add text</a:t>
            </a:r>
          </a:p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8205216" y="4389120"/>
            <a:ext cx="609600" cy="609600"/>
          </a:xfrm>
          <a:prstGeom prst="rect">
            <a:avLst/>
          </a:prstGeom>
        </p:spPr>
        <p:txBody>
          <a:bodyPr vert="horz" wrap="none" lIns="0" tIns="21980" rIns="43959" bIns="21980" rtlCol="0" anchor="b" anchorCtr="0">
            <a:noAutofit/>
          </a:bodyPr>
          <a:lstStyle/>
          <a:p>
            <a:pPr marL="0" marR="0" indent="0" algn="l" defTabSz="293016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350" b="0" i="0" u="none" strike="noStrike" kern="1200" cap="none" spc="0" normalizeH="0" baseline="0" noProof="0" dirty="0">
              <a:ln>
                <a:noFill/>
              </a:ln>
              <a:solidFill>
                <a:srgbClr val="E5E5E5">
                  <a:lumMod val="10000"/>
                </a:srgbClr>
              </a:solidFill>
              <a:effectLst/>
              <a:uLnTx/>
              <a:uFillTx/>
              <a:latin typeface="PS TT Commons" charset="0"/>
              <a:ea typeface="PS TT Commons" charset="0"/>
              <a:cs typeface="PS TT Commo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27685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264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BC152-5D1F-47B5-8951-616F8DA0C1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</a:defRPr>
            </a:lvl1pPr>
          </a:lstStyle>
          <a:p>
            <a:r>
              <a:rPr lang="en-US"/>
              <a:t>Add Slide Title in Title Case</a:t>
            </a:r>
          </a:p>
        </p:txBody>
      </p:sp>
    </p:spTree>
    <p:extLst>
      <p:ext uri="{BB962C8B-B14F-4D97-AF65-F5344CB8AC3E}">
        <p14:creationId xmlns:p14="http://schemas.microsoft.com/office/powerpoint/2010/main" val="328712784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or Category with Large Icon-1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863167" y="2241005"/>
            <a:ext cx="4886609" cy="123032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Topic or Title Introduction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2" hasCustomPrompt="1"/>
          </p:nvPr>
        </p:nvSpPr>
        <p:spPr>
          <a:xfrm>
            <a:off x="546101" y="560919"/>
            <a:ext cx="4783667" cy="573616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3067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Insert Icon Only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5863167" y="3733339"/>
            <a:ext cx="4886609" cy="173355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133" b="0" i="0" baseline="0">
                <a:solidFill>
                  <a:schemeClr val="bg1"/>
                </a:solidFill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a short bit of description text in this area. This should be a quick intro slide to an idea without a lot of text. Stick to a few sentences.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4825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or Category with Large Icon-2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2200367" y="462190"/>
            <a:ext cx="7791271" cy="327796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3067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Insert Icon Only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108894" y="3994999"/>
            <a:ext cx="9974217" cy="7429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4000" b="0" i="0">
                <a:solidFill>
                  <a:schemeClr val="bg1"/>
                </a:solidFill>
                <a:latin typeface="+mj-lt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Topic or Title Introduction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15080" y="4830236"/>
            <a:ext cx="6161845" cy="113877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133" b="0" i="0" baseline="0">
                <a:solidFill>
                  <a:schemeClr val="bg1"/>
                </a:solidFill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a short bit of description text in this area. This should be a quick intro slide to an idea without a lot of text. Stick to a few sentences.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2022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Six Item List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lang="en-US">
                <a:effectLst/>
              </a:defRPr>
            </a:lvl1pPr>
          </a:lstStyle>
          <a:p>
            <a:r>
              <a:rPr lang="en-US">
                <a:solidFill>
                  <a:srgbClr val="1A1A1A"/>
                </a:solidFill>
                <a:effectLst/>
                <a:latin typeface="PS TT Commons Light" charset="0"/>
              </a:rPr>
              <a:t>Two Column Six Item List with Icons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2159000" y="1564247"/>
            <a:ext cx="3657600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 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2159000" y="3111195"/>
            <a:ext cx="3657600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 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2159000" y="4658143"/>
            <a:ext cx="3657600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7696200" y="1564247"/>
            <a:ext cx="3657600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7696200" y="3104093"/>
            <a:ext cx="3657600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 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5" hasCustomPrompt="1"/>
          </p:nvPr>
        </p:nvSpPr>
        <p:spPr>
          <a:xfrm>
            <a:off x="7696200" y="4658143"/>
            <a:ext cx="3657600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 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16" hasCustomPrompt="1"/>
          </p:nvPr>
        </p:nvSpPr>
        <p:spPr>
          <a:xfrm>
            <a:off x="838202" y="1690614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18" name="Content Placeholder 16"/>
          <p:cNvSpPr>
            <a:spLocks noGrp="1"/>
          </p:cNvSpPr>
          <p:nvPr>
            <p:ph sz="quarter" idx="17" hasCustomPrompt="1"/>
          </p:nvPr>
        </p:nvSpPr>
        <p:spPr>
          <a:xfrm>
            <a:off x="838202" y="3235112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 baseline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23" name="Content Placeholder 16"/>
          <p:cNvSpPr>
            <a:spLocks noGrp="1"/>
          </p:cNvSpPr>
          <p:nvPr>
            <p:ph sz="quarter" idx="18" hasCustomPrompt="1"/>
          </p:nvPr>
        </p:nvSpPr>
        <p:spPr>
          <a:xfrm>
            <a:off x="838202" y="4782060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24" name="Content Placeholder 16"/>
          <p:cNvSpPr>
            <a:spLocks noGrp="1"/>
          </p:cNvSpPr>
          <p:nvPr>
            <p:ph sz="quarter" idx="19" hasCustomPrompt="1"/>
          </p:nvPr>
        </p:nvSpPr>
        <p:spPr>
          <a:xfrm>
            <a:off x="6368387" y="1690614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25" name="Content Placeholder 16"/>
          <p:cNvSpPr>
            <a:spLocks noGrp="1"/>
          </p:cNvSpPr>
          <p:nvPr>
            <p:ph sz="quarter" idx="20" hasCustomPrompt="1"/>
          </p:nvPr>
        </p:nvSpPr>
        <p:spPr>
          <a:xfrm>
            <a:off x="6368387" y="3235112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 baseline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26" name="Content Placeholder 16"/>
          <p:cNvSpPr>
            <a:spLocks noGrp="1"/>
          </p:cNvSpPr>
          <p:nvPr>
            <p:ph sz="quarter" idx="21" hasCustomPrompt="1"/>
          </p:nvPr>
        </p:nvSpPr>
        <p:spPr>
          <a:xfrm>
            <a:off x="6368387" y="4782060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</p:spTree>
    <p:extLst>
      <p:ext uri="{BB962C8B-B14F-4D97-AF65-F5344CB8AC3E}">
        <p14:creationId xmlns:p14="http://schemas.microsoft.com/office/powerpoint/2010/main" val="19397204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Left | Three Item Chunking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Add Title in Title Case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7199085" y="1715195"/>
            <a:ext cx="4154715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 baseline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7199085" y="3255041"/>
            <a:ext cx="4154715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Text Placeholder 14"/>
          <p:cNvSpPr>
            <a:spLocks noGrp="1"/>
          </p:cNvSpPr>
          <p:nvPr>
            <p:ph type="body" sz="quarter" idx="15" hasCustomPrompt="1"/>
          </p:nvPr>
        </p:nvSpPr>
        <p:spPr>
          <a:xfrm>
            <a:off x="7199085" y="4809091"/>
            <a:ext cx="4154715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" name="Content Placeholder 16"/>
          <p:cNvSpPr>
            <a:spLocks noGrp="1"/>
          </p:cNvSpPr>
          <p:nvPr>
            <p:ph sz="quarter" idx="19" hasCustomPrompt="1"/>
          </p:nvPr>
        </p:nvSpPr>
        <p:spPr>
          <a:xfrm>
            <a:off x="5852162" y="1841562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7" name="Content Placeholder 16"/>
          <p:cNvSpPr>
            <a:spLocks noGrp="1"/>
          </p:cNvSpPr>
          <p:nvPr>
            <p:ph sz="quarter" idx="20" hasCustomPrompt="1"/>
          </p:nvPr>
        </p:nvSpPr>
        <p:spPr>
          <a:xfrm>
            <a:off x="5852162" y="3386059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 baseline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8" name="Content Placeholder 16"/>
          <p:cNvSpPr>
            <a:spLocks noGrp="1"/>
          </p:cNvSpPr>
          <p:nvPr>
            <p:ph sz="quarter" idx="21" hasCustomPrompt="1"/>
          </p:nvPr>
        </p:nvSpPr>
        <p:spPr>
          <a:xfrm>
            <a:off x="5852162" y="4933008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564249"/>
            <a:ext cx="4491445" cy="4728425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l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algn="l">
              <a:buSzPct val="100000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algn="l"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algn="l"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algn="l"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3706368" y="4767072"/>
            <a:ext cx="609600" cy="609600"/>
          </a:xfrm>
          <a:prstGeom prst="rect">
            <a:avLst/>
          </a:prstGeom>
        </p:spPr>
        <p:txBody>
          <a:bodyPr vert="horz" wrap="none" lIns="0" tIns="21980" rIns="43959" bIns="21980" rtlCol="0" anchor="b" anchorCtr="0">
            <a:noAutofit/>
          </a:bodyPr>
          <a:lstStyle/>
          <a:p>
            <a:pPr marL="0" marR="0" indent="0" algn="l" defTabSz="293016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350" b="0" i="0" u="none" strike="noStrike" kern="1200" cap="none" spc="0" normalizeH="0" baseline="0" noProof="0" dirty="0">
              <a:ln>
                <a:noFill/>
              </a:ln>
              <a:solidFill>
                <a:srgbClr val="E5E5E5">
                  <a:lumMod val="10000"/>
                </a:srgbClr>
              </a:solidFill>
              <a:effectLst/>
              <a:uLnTx/>
              <a:uFillTx/>
              <a:latin typeface="PS TT Commons" charset="0"/>
              <a:ea typeface="PS TT Commons" charset="0"/>
              <a:cs typeface="PS TT Commo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507606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Right | Three Item Chun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2185126" y="1718052"/>
            <a:ext cx="4212772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2185126" y="3257899"/>
            <a:ext cx="4212772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 baseline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Text Placeholder 14"/>
          <p:cNvSpPr>
            <a:spLocks noGrp="1"/>
          </p:cNvSpPr>
          <p:nvPr>
            <p:ph type="body" sz="quarter" idx="15" hasCustomPrompt="1"/>
          </p:nvPr>
        </p:nvSpPr>
        <p:spPr>
          <a:xfrm>
            <a:off x="2185126" y="4811948"/>
            <a:ext cx="4212772" cy="1341120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" name="Content Placeholder 16"/>
          <p:cNvSpPr>
            <a:spLocks noGrp="1"/>
          </p:cNvSpPr>
          <p:nvPr>
            <p:ph sz="quarter" idx="19" hasCustomPrompt="1"/>
          </p:nvPr>
        </p:nvSpPr>
        <p:spPr>
          <a:xfrm>
            <a:off x="838202" y="1844420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7" name="Content Placeholder 16"/>
          <p:cNvSpPr>
            <a:spLocks noGrp="1"/>
          </p:cNvSpPr>
          <p:nvPr>
            <p:ph sz="quarter" idx="20" hasCustomPrompt="1"/>
          </p:nvPr>
        </p:nvSpPr>
        <p:spPr>
          <a:xfrm>
            <a:off x="838202" y="3388917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 baseline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8" name="Content Placeholder 16"/>
          <p:cNvSpPr>
            <a:spLocks noGrp="1"/>
          </p:cNvSpPr>
          <p:nvPr>
            <p:ph sz="quarter" idx="21" hasCustomPrompt="1"/>
          </p:nvPr>
        </p:nvSpPr>
        <p:spPr>
          <a:xfrm>
            <a:off x="838202" y="4935865"/>
            <a:ext cx="1093289" cy="109328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1333" b="0" i="0"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6862356" y="1564249"/>
            <a:ext cx="4491445" cy="4728425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l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algn="l">
              <a:buSzPct val="100000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algn="l"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algn="l"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algn="l"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211025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cription Text and Three Item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Description Text and Three Item Icons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24" hasCustomPrompt="1"/>
          </p:nvPr>
        </p:nvSpPr>
        <p:spPr>
          <a:xfrm>
            <a:off x="838200" y="4850283"/>
            <a:ext cx="3190965" cy="340028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ctr">
              <a:defRPr sz="2267" b="0" i="0">
                <a:solidFill>
                  <a:schemeClr val="accent1"/>
                </a:solidFill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  <p:sp>
        <p:nvSpPr>
          <p:cNvPr id="13" name="Content Placeholder 16"/>
          <p:cNvSpPr>
            <a:spLocks noGrp="1"/>
          </p:cNvSpPr>
          <p:nvPr>
            <p:ph sz="quarter" idx="25" hasCustomPrompt="1"/>
          </p:nvPr>
        </p:nvSpPr>
        <p:spPr>
          <a:xfrm>
            <a:off x="838200" y="2879637"/>
            <a:ext cx="3190965" cy="170403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2000">
                <a:latin typeface="+mj-lt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838200" y="5294359"/>
            <a:ext cx="3190965" cy="1057095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ctr">
              <a:defRPr sz="2000" b="0" i="0">
                <a:solidFill>
                  <a:schemeClr val="tx1"/>
                </a:solidFill>
                <a:latin typeface="+mn-lt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description text on these lines. Keep it short and simple. </a:t>
            </a: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7" hasCustomPrompt="1"/>
          </p:nvPr>
        </p:nvSpPr>
        <p:spPr>
          <a:xfrm>
            <a:off x="8162836" y="4850283"/>
            <a:ext cx="3190965" cy="340028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ctr">
              <a:defRPr sz="2267" b="0" i="0">
                <a:solidFill>
                  <a:schemeClr val="accent1"/>
                </a:solidFill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  <p:sp>
        <p:nvSpPr>
          <p:cNvPr id="19" name="Content Placeholder 16"/>
          <p:cNvSpPr>
            <a:spLocks noGrp="1"/>
          </p:cNvSpPr>
          <p:nvPr>
            <p:ph sz="quarter" idx="28" hasCustomPrompt="1"/>
          </p:nvPr>
        </p:nvSpPr>
        <p:spPr>
          <a:xfrm>
            <a:off x="8162836" y="2879637"/>
            <a:ext cx="3190964" cy="170403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2000">
                <a:latin typeface="+mj-lt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quarter" idx="29" hasCustomPrompt="1"/>
          </p:nvPr>
        </p:nvSpPr>
        <p:spPr>
          <a:xfrm>
            <a:off x="8162836" y="5294359"/>
            <a:ext cx="3190965" cy="1057095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ctr">
              <a:defRPr sz="2000" b="0" i="0">
                <a:solidFill>
                  <a:schemeClr val="tx1"/>
                </a:solidFill>
                <a:latin typeface="+mn-lt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description text on these lines. Keep it short and simple. 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4500519" y="4850283"/>
            <a:ext cx="3190965" cy="340028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ctr">
              <a:defRPr sz="2267" b="0" i="0">
                <a:solidFill>
                  <a:schemeClr val="accent1"/>
                </a:solidFill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  <p:sp>
        <p:nvSpPr>
          <p:cNvPr id="22" name="Content Placeholder 16"/>
          <p:cNvSpPr>
            <a:spLocks noGrp="1"/>
          </p:cNvSpPr>
          <p:nvPr>
            <p:ph sz="quarter" idx="31" hasCustomPrompt="1"/>
          </p:nvPr>
        </p:nvSpPr>
        <p:spPr>
          <a:xfrm>
            <a:off x="4500519" y="2879637"/>
            <a:ext cx="3190965" cy="170403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2000">
                <a:latin typeface="+mj-lt"/>
              </a:defRPr>
            </a:lvl1pPr>
          </a:lstStyle>
          <a:p>
            <a:pPr lvl="0"/>
            <a:r>
              <a:rPr lang="en-US"/>
              <a:t>Click image icon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quarter" idx="32" hasCustomPrompt="1"/>
          </p:nvPr>
        </p:nvSpPr>
        <p:spPr>
          <a:xfrm>
            <a:off x="4500519" y="5294359"/>
            <a:ext cx="3190965" cy="1057095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ctr">
              <a:defRPr sz="2000" b="0" i="0">
                <a:solidFill>
                  <a:schemeClr val="tx1"/>
                </a:solidFill>
                <a:latin typeface="+mn-lt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description text on these lines. Keep it short and simple. 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33" hasCustomPrompt="1"/>
          </p:nvPr>
        </p:nvSpPr>
        <p:spPr>
          <a:xfrm>
            <a:off x="838200" y="1381307"/>
            <a:ext cx="10515600" cy="1231720"/>
          </a:xfrm>
          <a:prstGeom prst="rect">
            <a:avLst/>
          </a:prstGeom>
        </p:spPr>
        <p:txBody>
          <a:bodyPr anchor="t">
            <a:noAutofit/>
          </a:bodyPr>
          <a:lstStyle>
            <a:lvl1pPr algn="ctr">
              <a:defRPr sz="2267" b="0" i="0">
                <a:latin typeface="+mn-lt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a short bit of description text in this area. Try keeping the text on a slide to a minimum. But sometimes we know descriptions are necessary.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96792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or Image Chunking: Two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Icon or Image Chunking: Two Items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838200" y="1706881"/>
            <a:ext cx="5037184" cy="2542903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 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838203" y="4506821"/>
            <a:ext cx="5037181" cy="1600793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Content Placeholder 11"/>
          <p:cNvSpPr>
            <a:spLocks noGrp="1"/>
          </p:cNvSpPr>
          <p:nvPr>
            <p:ph sz="quarter" idx="15" hasCustomPrompt="1"/>
          </p:nvPr>
        </p:nvSpPr>
        <p:spPr>
          <a:xfrm>
            <a:off x="6316620" y="1706881"/>
            <a:ext cx="5037180" cy="2542903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 paste in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6316620" y="4506821"/>
            <a:ext cx="5037181" cy="1600793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13606274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 Image Chunking: Two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Circle Icon or Image Chunking: Two Items</a:t>
            </a:r>
          </a:p>
        </p:txBody>
      </p:sp>
      <p:sp>
        <p:nvSpPr>
          <p:cNvPr id="3" name="Content Placeholder 11"/>
          <p:cNvSpPr>
            <a:spLocks noGrp="1" noChangeAspect="1"/>
          </p:cNvSpPr>
          <p:nvPr>
            <p:ph sz="quarter" idx="12" hasCustomPrompt="1"/>
          </p:nvPr>
        </p:nvSpPr>
        <p:spPr>
          <a:xfrm>
            <a:off x="2120136" y="1725298"/>
            <a:ext cx="3291840" cy="3291840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7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1706661" y="5278152"/>
            <a:ext cx="4118791" cy="904934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Content Placeholder 11"/>
          <p:cNvSpPr>
            <a:spLocks noGrp="1" noChangeAspect="1"/>
          </p:cNvSpPr>
          <p:nvPr>
            <p:ph sz="quarter" idx="15" hasCustomPrompt="1"/>
          </p:nvPr>
        </p:nvSpPr>
        <p:spPr>
          <a:xfrm>
            <a:off x="6790279" y="1725298"/>
            <a:ext cx="3294734" cy="3294734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7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 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6378251" y="5278152"/>
            <a:ext cx="4118791" cy="904934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245594010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or Image Chunking: Three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Icon or Image Chunking: Three Items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838201" y="2020388"/>
            <a:ext cx="3318693" cy="2438400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838202" y="4692603"/>
            <a:ext cx="3318692" cy="165518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9" name="Content Placeholder 11"/>
          <p:cNvSpPr>
            <a:spLocks noGrp="1"/>
          </p:cNvSpPr>
          <p:nvPr>
            <p:ph sz="quarter" idx="15" hasCustomPrompt="1"/>
          </p:nvPr>
        </p:nvSpPr>
        <p:spPr>
          <a:xfrm>
            <a:off x="8035109" y="2020388"/>
            <a:ext cx="3318691" cy="2438400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paste in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8035110" y="4692603"/>
            <a:ext cx="3318692" cy="165518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quarter" idx="17" hasCustomPrompt="1"/>
          </p:nvPr>
        </p:nvSpPr>
        <p:spPr>
          <a:xfrm>
            <a:off x="4436655" y="2020388"/>
            <a:ext cx="3318692" cy="2438400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paste in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4436655" y="4692603"/>
            <a:ext cx="3318692" cy="165518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3093072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 Image Chunking: Three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Circle Icon or Image Chunking: Three Items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34508" y="1889759"/>
            <a:ext cx="2926080" cy="2926080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838202" y="5065827"/>
            <a:ext cx="3318692" cy="1220673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9" name="Content Placeholder 11"/>
          <p:cNvSpPr>
            <a:spLocks noGrp="1"/>
          </p:cNvSpPr>
          <p:nvPr>
            <p:ph sz="quarter" idx="15" hasCustomPrompt="1"/>
          </p:nvPr>
        </p:nvSpPr>
        <p:spPr>
          <a:xfrm>
            <a:off x="8226844" y="1889759"/>
            <a:ext cx="2935224" cy="2935224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8035110" y="5065827"/>
            <a:ext cx="3318692" cy="1220673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Content Placeholder 11"/>
          <p:cNvSpPr>
            <a:spLocks noGrp="1" noChangeAspect="1"/>
          </p:cNvSpPr>
          <p:nvPr>
            <p:ph sz="quarter" idx="17" hasCustomPrompt="1"/>
          </p:nvPr>
        </p:nvSpPr>
        <p:spPr>
          <a:xfrm>
            <a:off x="4628388" y="1889759"/>
            <a:ext cx="2935224" cy="2935224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8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4436655" y="5065827"/>
            <a:ext cx="3318692" cy="1220673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193716463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or Image Chunking: Four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Icon or Image Chunking: Four Items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643181" y="1916609"/>
            <a:ext cx="2575560" cy="2578608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7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643181" y="4794392"/>
            <a:ext cx="2575560" cy="143495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quarter" idx="15" hasCustomPrompt="1"/>
          </p:nvPr>
        </p:nvSpPr>
        <p:spPr>
          <a:xfrm>
            <a:off x="8880365" y="1916609"/>
            <a:ext cx="2575560" cy="2578608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7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7" hasCustomPrompt="1"/>
          </p:nvPr>
        </p:nvSpPr>
        <p:spPr>
          <a:xfrm>
            <a:off x="3388909" y="1916609"/>
            <a:ext cx="2575560" cy="2578608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7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9" hasCustomPrompt="1"/>
          </p:nvPr>
        </p:nvSpPr>
        <p:spPr>
          <a:xfrm>
            <a:off x="6134637" y="1916609"/>
            <a:ext cx="2575560" cy="2578608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7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</a:t>
            </a:r>
            <a:br>
              <a:rPr lang="en-US"/>
            </a:br>
            <a:r>
              <a:rPr lang="en-US"/>
              <a:t>image icon or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880365" y="4794392"/>
            <a:ext cx="2575560" cy="143495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3388909" y="4794392"/>
            <a:ext cx="2575560" cy="143495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quarter" idx="22" hasCustomPrompt="1"/>
          </p:nvPr>
        </p:nvSpPr>
        <p:spPr>
          <a:xfrm>
            <a:off x="6134637" y="4794392"/>
            <a:ext cx="2575560" cy="1434958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117151511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 Image Chunking: Four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lang="en-US">
                <a:effectLst/>
              </a:defRPr>
            </a:lvl1pPr>
          </a:lstStyle>
          <a:p>
            <a:r>
              <a:rPr lang="en-US">
                <a:solidFill>
                  <a:srgbClr val="1A1A1A"/>
                </a:solidFill>
                <a:effectLst/>
                <a:latin typeface="PS TT Commons Light" charset="0"/>
              </a:rPr>
              <a:t>Circle Icon or Image Chunking: Four Items</a:t>
            </a:r>
          </a:p>
        </p:txBody>
      </p:sp>
      <p:sp>
        <p:nvSpPr>
          <p:cNvPr id="3" name="Content Placeholder 11"/>
          <p:cNvSpPr>
            <a:spLocks noGrp="1" noChangeAspect="1"/>
          </p:cNvSpPr>
          <p:nvPr>
            <p:ph sz="quarter" idx="12" hasCustomPrompt="1"/>
          </p:nvPr>
        </p:nvSpPr>
        <p:spPr>
          <a:xfrm>
            <a:off x="1046333" y="2284801"/>
            <a:ext cx="2255520" cy="2255520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600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1046333" y="4793145"/>
            <a:ext cx="2255520" cy="1455255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Content Placeholder 11"/>
          <p:cNvSpPr>
            <a:spLocks noGrp="1" noChangeAspect="1"/>
          </p:cNvSpPr>
          <p:nvPr>
            <p:ph sz="quarter" idx="15" hasCustomPrompt="1"/>
          </p:nvPr>
        </p:nvSpPr>
        <p:spPr>
          <a:xfrm>
            <a:off x="8862934" y="2275710"/>
            <a:ext cx="2255520" cy="2255520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600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3" name="Content Placeholder 11"/>
          <p:cNvSpPr>
            <a:spLocks noGrp="1" noChangeAspect="1"/>
          </p:cNvSpPr>
          <p:nvPr>
            <p:ph sz="quarter" idx="17" hasCustomPrompt="1"/>
          </p:nvPr>
        </p:nvSpPr>
        <p:spPr>
          <a:xfrm>
            <a:off x="3651867" y="2284801"/>
            <a:ext cx="2255520" cy="2255520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600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5" name="Content Placeholder 11"/>
          <p:cNvSpPr>
            <a:spLocks noGrp="1" noChangeAspect="1"/>
          </p:cNvSpPr>
          <p:nvPr>
            <p:ph sz="quarter" idx="19" hasCustomPrompt="1"/>
          </p:nvPr>
        </p:nvSpPr>
        <p:spPr>
          <a:xfrm>
            <a:off x="6257401" y="2275710"/>
            <a:ext cx="2255520" cy="2255520"/>
          </a:xfrm>
          <a:prstGeom prst="ellipse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600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To add image or icon, click the image icon or </a:t>
            </a:r>
            <a:br>
              <a:rPr lang="en-US"/>
            </a:br>
            <a:r>
              <a:rPr lang="en-US"/>
              <a:t>paste in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862934" y="4793145"/>
            <a:ext cx="2255520" cy="1455255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3651867" y="4793145"/>
            <a:ext cx="2255520" cy="1455255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quarter" idx="22" hasCustomPrompt="1"/>
          </p:nvPr>
        </p:nvSpPr>
        <p:spPr>
          <a:xfrm>
            <a:off x="6257400" y="4793145"/>
            <a:ext cx="2255520" cy="1455255"/>
          </a:xfrm>
          <a:prstGeom prst="rect">
            <a:avLst/>
          </a:prstGeom>
        </p:spPr>
        <p:txBody>
          <a:bodyPr lIns="182880" tIns="0" rIns="18288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267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210719397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Only Image Chunking: Six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Icon Only Image Chunking: Six Items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137920" y="1612410"/>
            <a:ext cx="2698497" cy="1538109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4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Icon only:</a:t>
            </a:r>
            <a:br>
              <a:rPr lang="en-US"/>
            </a:br>
            <a:r>
              <a:rPr lang="en-US"/>
              <a:t>click on the image </a:t>
            </a:r>
            <a:br>
              <a:rPr lang="en-US"/>
            </a:br>
            <a:r>
              <a:rPr lang="en-US"/>
              <a:t>icon or paste in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 hasCustomPrompt="1"/>
          </p:nvPr>
        </p:nvSpPr>
        <p:spPr>
          <a:xfrm>
            <a:off x="1137920" y="3220193"/>
            <a:ext cx="2700527" cy="428039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Content Placeholder 11"/>
          <p:cNvSpPr>
            <a:spLocks noGrp="1"/>
          </p:cNvSpPr>
          <p:nvPr>
            <p:ph sz="quarter" idx="15" hasCustomPrompt="1"/>
          </p:nvPr>
        </p:nvSpPr>
        <p:spPr>
          <a:xfrm>
            <a:off x="1135889" y="3953694"/>
            <a:ext cx="2700527" cy="1536192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4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Icon only:</a:t>
            </a:r>
            <a:br>
              <a:rPr lang="en-US"/>
            </a:br>
            <a:r>
              <a:rPr lang="en-US"/>
              <a:t>click on the image </a:t>
            </a:r>
            <a:br>
              <a:rPr lang="en-US"/>
            </a:br>
            <a:r>
              <a:rPr lang="en-US"/>
              <a:t>icon or paste in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1135889" y="5561477"/>
            <a:ext cx="2700527" cy="428039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7" hasCustomPrompt="1"/>
          </p:nvPr>
        </p:nvSpPr>
        <p:spPr>
          <a:xfrm>
            <a:off x="8513485" y="1613369"/>
            <a:ext cx="2700527" cy="1536192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4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Icon only:</a:t>
            </a:r>
            <a:br>
              <a:rPr lang="en-US"/>
            </a:br>
            <a:r>
              <a:rPr lang="en-US"/>
              <a:t>click on the image </a:t>
            </a:r>
            <a:br>
              <a:rPr lang="en-US"/>
            </a:br>
            <a:r>
              <a:rPr lang="en-US"/>
              <a:t>icon or paste in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8513485" y="3220193"/>
            <a:ext cx="2700527" cy="428039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9" hasCustomPrompt="1"/>
          </p:nvPr>
        </p:nvSpPr>
        <p:spPr>
          <a:xfrm>
            <a:off x="8513485" y="3966253"/>
            <a:ext cx="2700527" cy="1536192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4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Icon only:</a:t>
            </a:r>
            <a:br>
              <a:rPr lang="en-US"/>
            </a:br>
            <a:r>
              <a:rPr lang="en-US"/>
              <a:t>click on the image </a:t>
            </a:r>
            <a:br>
              <a:rPr lang="en-US"/>
            </a:br>
            <a:r>
              <a:rPr lang="en-US"/>
              <a:t>icon or paste in</a:t>
            </a:r>
            <a:endParaRPr lang="en-US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513484" y="5561477"/>
            <a:ext cx="2700527" cy="428039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7" name="Content Placeholder 11"/>
          <p:cNvSpPr>
            <a:spLocks noGrp="1"/>
          </p:cNvSpPr>
          <p:nvPr>
            <p:ph sz="quarter" idx="21" hasCustomPrompt="1"/>
          </p:nvPr>
        </p:nvSpPr>
        <p:spPr>
          <a:xfrm>
            <a:off x="4823670" y="1612410"/>
            <a:ext cx="2700527" cy="1536192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4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Icon only:</a:t>
            </a:r>
            <a:br>
              <a:rPr lang="en-US"/>
            </a:br>
            <a:r>
              <a:rPr lang="en-US"/>
              <a:t>click on the image </a:t>
            </a:r>
            <a:br>
              <a:rPr lang="en-US"/>
            </a:br>
            <a:r>
              <a:rPr lang="en-US"/>
              <a:t>icon or paste in</a:t>
            </a:r>
            <a:endParaRPr lang="en-US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2" hasCustomPrompt="1"/>
          </p:nvPr>
        </p:nvSpPr>
        <p:spPr>
          <a:xfrm>
            <a:off x="4823671" y="3220193"/>
            <a:ext cx="2700527" cy="428039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9" name="Content Placeholder 11"/>
          <p:cNvSpPr>
            <a:spLocks noGrp="1"/>
          </p:cNvSpPr>
          <p:nvPr>
            <p:ph sz="quarter" idx="23" hasCustomPrompt="1"/>
          </p:nvPr>
        </p:nvSpPr>
        <p:spPr>
          <a:xfrm>
            <a:off x="4823670" y="3953694"/>
            <a:ext cx="2700527" cy="1536192"/>
          </a:xfrm>
          <a:prstGeom prst="rect">
            <a:avLst/>
          </a:prstGeom>
        </p:spPr>
        <p:txBody>
          <a:bodyPr lIns="182880" tIns="0" rIns="182880" bIns="0" anchor="ctr">
            <a:normAutofit/>
          </a:bodyPr>
          <a:lstStyle>
            <a:lvl1pPr marL="0" indent="0" algn="ctr">
              <a:buNone/>
              <a:defRPr sz="1467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marL="396106" indent="0" algn="l">
              <a:buNone/>
              <a:defRPr sz="2933"/>
            </a:lvl2pPr>
            <a:lvl3pPr marL="794921" indent="0" algn="l">
              <a:buNone/>
              <a:defRPr sz="2933"/>
            </a:lvl3pPr>
            <a:lvl4pPr marL="1177464" indent="0" algn="l">
              <a:buNone/>
              <a:defRPr sz="2933"/>
            </a:lvl4pPr>
            <a:lvl5pPr marL="1462332" indent="0" algn="l">
              <a:buNone/>
              <a:defRPr sz="2933"/>
            </a:lvl5pPr>
          </a:lstStyle>
          <a:p>
            <a:pPr lvl="0"/>
            <a:r>
              <a:rPr lang="en-US"/>
              <a:t>Icon only:</a:t>
            </a:r>
            <a:br>
              <a:rPr lang="en-US"/>
            </a:br>
            <a:r>
              <a:rPr lang="en-US"/>
              <a:t>click on the image </a:t>
            </a:r>
            <a:br>
              <a:rPr lang="en-US"/>
            </a:br>
            <a:r>
              <a:rPr lang="en-US"/>
              <a:t>icon or paste in</a:t>
            </a:r>
            <a:endParaRPr lang="en-US" dirty="0"/>
          </a:p>
        </p:txBody>
      </p:sp>
      <p:sp>
        <p:nvSpPr>
          <p:cNvPr id="20" name="Text Placeholder 3"/>
          <p:cNvSpPr>
            <a:spLocks noGrp="1"/>
          </p:cNvSpPr>
          <p:nvPr>
            <p:ph type="body" sz="quarter" idx="24" hasCustomPrompt="1"/>
          </p:nvPr>
        </p:nvSpPr>
        <p:spPr>
          <a:xfrm>
            <a:off x="4823671" y="5561477"/>
            <a:ext cx="2700527" cy="428039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41966671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Item List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Three Item List With Icons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955829" y="1750332"/>
            <a:ext cx="1177771" cy="114548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</a:t>
            </a:r>
            <a:r>
              <a:rPr lang="en-US" dirty="0"/>
              <a:t>add 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571752" y="1688081"/>
            <a:ext cx="8782048" cy="1269993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Content Placeholder 11"/>
          <p:cNvSpPr>
            <a:spLocks noGrp="1"/>
          </p:cNvSpPr>
          <p:nvPr>
            <p:ph sz="quarter" idx="16" hasCustomPrompt="1"/>
          </p:nvPr>
        </p:nvSpPr>
        <p:spPr>
          <a:xfrm>
            <a:off x="955829" y="3387184"/>
            <a:ext cx="1177771" cy="114548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571752" y="3324932"/>
            <a:ext cx="8782048" cy="1269993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Content Placeholder 11"/>
          <p:cNvSpPr>
            <a:spLocks noGrp="1"/>
          </p:cNvSpPr>
          <p:nvPr>
            <p:ph sz="quarter" idx="18" hasCustomPrompt="1"/>
          </p:nvPr>
        </p:nvSpPr>
        <p:spPr>
          <a:xfrm>
            <a:off x="955829" y="4988471"/>
            <a:ext cx="1177771" cy="114548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9" hasCustomPrompt="1"/>
          </p:nvPr>
        </p:nvSpPr>
        <p:spPr>
          <a:xfrm>
            <a:off x="2571752" y="4926218"/>
            <a:ext cx="8782048" cy="1269993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2376395" y="1652515"/>
            <a:ext cx="0" cy="1341120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2376395" y="3289365"/>
            <a:ext cx="0" cy="1341120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2376395" y="4890652"/>
            <a:ext cx="0" cy="1341120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" y="-530478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 baseline="0">
                <a:solidFill>
                  <a:schemeClr val="accent1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appear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158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4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6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7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8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Item List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Four Item List With Icons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838200" y="1516154"/>
            <a:ext cx="1047141" cy="932199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166557" y="1430124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Content Placeholder 11"/>
          <p:cNvSpPr>
            <a:spLocks noGrp="1"/>
          </p:cNvSpPr>
          <p:nvPr>
            <p:ph sz="quarter" idx="16" hasCustomPrompt="1"/>
          </p:nvPr>
        </p:nvSpPr>
        <p:spPr>
          <a:xfrm>
            <a:off x="838200" y="2826817"/>
            <a:ext cx="1047141" cy="932199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166557" y="2740785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Content Placeholder 11"/>
          <p:cNvSpPr>
            <a:spLocks noGrp="1"/>
          </p:cNvSpPr>
          <p:nvPr>
            <p:ph sz="quarter" idx="18" hasCustomPrompt="1"/>
          </p:nvPr>
        </p:nvSpPr>
        <p:spPr>
          <a:xfrm>
            <a:off x="838200" y="4139555"/>
            <a:ext cx="1047141" cy="932199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9" hasCustomPrompt="1"/>
          </p:nvPr>
        </p:nvSpPr>
        <p:spPr>
          <a:xfrm>
            <a:off x="2166557" y="4053525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9" name="Content Placeholder 11"/>
          <p:cNvSpPr>
            <a:spLocks noGrp="1"/>
          </p:cNvSpPr>
          <p:nvPr>
            <p:ph sz="quarter" idx="20" hasCustomPrompt="1"/>
          </p:nvPr>
        </p:nvSpPr>
        <p:spPr>
          <a:xfrm>
            <a:off x="838200" y="5452294"/>
            <a:ext cx="1047141" cy="932199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2166557" y="5366264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cxnSp>
        <p:nvCxnSpPr>
          <p:cNvPr id="11" name="Straight Connector 10"/>
          <p:cNvCxnSpPr/>
          <p:nvPr/>
        </p:nvCxnSpPr>
        <p:spPr>
          <a:xfrm>
            <a:off x="2048256" y="1491085"/>
            <a:ext cx="0" cy="976833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2048256" y="2801748"/>
            <a:ext cx="0" cy="976833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2048256" y="4114486"/>
            <a:ext cx="0" cy="976833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2048256" y="5427225"/>
            <a:ext cx="0" cy="976833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" y="-530478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 baseline="0">
                <a:solidFill>
                  <a:schemeClr val="accent1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appear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87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4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6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7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8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9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10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Item List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Five Item List With Icons</a:t>
            </a:r>
          </a:p>
        </p:txBody>
      </p:sp>
      <p:sp>
        <p:nvSpPr>
          <p:cNvPr id="3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838200" y="1430125"/>
            <a:ext cx="1047141" cy="81101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166557" y="1430125"/>
            <a:ext cx="9187243" cy="811017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Content Placeholder 11"/>
          <p:cNvSpPr>
            <a:spLocks noGrp="1"/>
          </p:cNvSpPr>
          <p:nvPr>
            <p:ph sz="quarter" idx="16" hasCustomPrompt="1"/>
          </p:nvPr>
        </p:nvSpPr>
        <p:spPr>
          <a:xfrm>
            <a:off x="838200" y="2415668"/>
            <a:ext cx="1047141" cy="81101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166557" y="2415668"/>
            <a:ext cx="9187243" cy="811017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7" name="Content Placeholder 11"/>
          <p:cNvSpPr>
            <a:spLocks noGrp="1"/>
          </p:cNvSpPr>
          <p:nvPr>
            <p:ph sz="quarter" idx="18" hasCustomPrompt="1"/>
          </p:nvPr>
        </p:nvSpPr>
        <p:spPr>
          <a:xfrm>
            <a:off x="838200" y="3401210"/>
            <a:ext cx="1047141" cy="81101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9" hasCustomPrompt="1"/>
          </p:nvPr>
        </p:nvSpPr>
        <p:spPr>
          <a:xfrm>
            <a:off x="2166557" y="3401210"/>
            <a:ext cx="9187243" cy="811017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9" name="Content Placeholder 11"/>
          <p:cNvSpPr>
            <a:spLocks noGrp="1"/>
          </p:cNvSpPr>
          <p:nvPr>
            <p:ph sz="quarter" idx="20" hasCustomPrompt="1"/>
          </p:nvPr>
        </p:nvSpPr>
        <p:spPr>
          <a:xfrm>
            <a:off x="838200" y="4386753"/>
            <a:ext cx="1047141" cy="81101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2166557" y="4386753"/>
            <a:ext cx="9187243" cy="811017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cxnSp>
        <p:nvCxnSpPr>
          <p:cNvPr id="11" name="Straight Connector 10"/>
          <p:cNvCxnSpPr/>
          <p:nvPr/>
        </p:nvCxnSpPr>
        <p:spPr>
          <a:xfrm>
            <a:off x="2046653" y="1491083"/>
            <a:ext cx="0" cy="729916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2046653" y="2476627"/>
            <a:ext cx="0" cy="729916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2046653" y="3462170"/>
            <a:ext cx="0" cy="729916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2046653" y="4447711"/>
            <a:ext cx="0" cy="729916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11"/>
          <p:cNvSpPr>
            <a:spLocks noGrp="1"/>
          </p:cNvSpPr>
          <p:nvPr>
            <p:ph sz="quarter" idx="22" hasCustomPrompt="1"/>
          </p:nvPr>
        </p:nvSpPr>
        <p:spPr>
          <a:xfrm>
            <a:off x="838200" y="5400429"/>
            <a:ext cx="1047141" cy="811017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buNone/>
              <a:defRPr sz="1333" b="0" i="0" baseline="0">
                <a:latin typeface="PS TT Commons Light" charset="0"/>
                <a:ea typeface="PS TT Commons Light" charset="0"/>
                <a:cs typeface="PS TT Commons Light" charset="0"/>
              </a:defRPr>
            </a:lvl1pPr>
            <a:lvl2pPr algn="ctr">
              <a:defRPr sz="2933"/>
            </a:lvl2pPr>
            <a:lvl3pPr algn="ctr">
              <a:defRPr sz="2933"/>
            </a:lvl3pPr>
            <a:lvl4pPr algn="ctr">
              <a:defRPr sz="2933"/>
            </a:lvl4pPr>
            <a:lvl5pPr algn="ctr">
              <a:defRPr sz="2933"/>
            </a:lvl5pPr>
          </a:lstStyle>
          <a:p>
            <a:pPr lvl="0"/>
            <a:r>
              <a:rPr lang="en-US"/>
              <a:t>Click icon to add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quarter" idx="23" hasCustomPrompt="1"/>
          </p:nvPr>
        </p:nvSpPr>
        <p:spPr>
          <a:xfrm>
            <a:off x="2166557" y="5400429"/>
            <a:ext cx="9187243" cy="811017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spcBef>
                <a:spcPts val="0"/>
              </a:spcBef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cxnSp>
        <p:nvCxnSpPr>
          <p:cNvPr id="25" name="Straight Connector 24"/>
          <p:cNvCxnSpPr/>
          <p:nvPr/>
        </p:nvCxnSpPr>
        <p:spPr>
          <a:xfrm>
            <a:off x="2046653" y="5461387"/>
            <a:ext cx="0" cy="729916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 baseline="0">
                <a:solidFill>
                  <a:schemeClr val="accent1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appear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0496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4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6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7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8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9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10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23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24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Chunking: Two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3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6320882" y="2042985"/>
            <a:ext cx="5032919" cy="3339071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5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10"/>
          <p:cNvSpPr>
            <a:spLocks noGrp="1"/>
          </p:cNvSpPr>
          <p:nvPr>
            <p:ph sz="quarter" idx="10" hasCustomPrompt="1"/>
          </p:nvPr>
        </p:nvSpPr>
        <p:spPr>
          <a:xfrm>
            <a:off x="838201" y="2042985"/>
            <a:ext cx="5032919" cy="3339071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5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38433960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Chunking: Three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3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4432845" y="2218724"/>
            <a:ext cx="3326313" cy="3339071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5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10"/>
          <p:cNvSpPr>
            <a:spLocks noGrp="1"/>
          </p:cNvSpPr>
          <p:nvPr>
            <p:ph sz="quarter" idx="10" hasCustomPrompt="1"/>
          </p:nvPr>
        </p:nvSpPr>
        <p:spPr>
          <a:xfrm>
            <a:off x="838201" y="2218724"/>
            <a:ext cx="3326313" cy="3339071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5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10"/>
          <p:cNvSpPr>
            <a:spLocks noGrp="1"/>
          </p:cNvSpPr>
          <p:nvPr>
            <p:ph sz="quarter" idx="12" hasCustomPrompt="1"/>
          </p:nvPr>
        </p:nvSpPr>
        <p:spPr>
          <a:xfrm>
            <a:off x="8027488" y="2218724"/>
            <a:ext cx="3326313" cy="3339071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5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69353966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Chunking: Four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4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6216821" y="2042985"/>
            <a:ext cx="5136979" cy="1691503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10"/>
          <p:cNvSpPr>
            <a:spLocks noGrp="1"/>
          </p:cNvSpPr>
          <p:nvPr>
            <p:ph sz="quarter" idx="10" hasCustomPrompt="1"/>
          </p:nvPr>
        </p:nvSpPr>
        <p:spPr>
          <a:xfrm>
            <a:off x="838200" y="2042985"/>
            <a:ext cx="5136979" cy="1691503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10"/>
          <p:cNvSpPr>
            <a:spLocks noGrp="1"/>
          </p:cNvSpPr>
          <p:nvPr>
            <p:ph sz="quarter" idx="12" hasCustomPrompt="1"/>
          </p:nvPr>
        </p:nvSpPr>
        <p:spPr>
          <a:xfrm>
            <a:off x="6216821" y="3992605"/>
            <a:ext cx="5136979" cy="1691503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10"/>
          <p:cNvSpPr>
            <a:spLocks noGrp="1"/>
          </p:cNvSpPr>
          <p:nvPr>
            <p:ph sz="quarter" idx="13" hasCustomPrompt="1"/>
          </p:nvPr>
        </p:nvSpPr>
        <p:spPr>
          <a:xfrm>
            <a:off x="838200" y="3992605"/>
            <a:ext cx="5136979" cy="1691503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402706956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Chunking: Five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3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4432845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10"/>
          <p:cNvSpPr>
            <a:spLocks noGrp="1"/>
          </p:cNvSpPr>
          <p:nvPr>
            <p:ph sz="quarter" idx="10" hasCustomPrompt="1"/>
          </p:nvPr>
        </p:nvSpPr>
        <p:spPr>
          <a:xfrm>
            <a:off x="838201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10"/>
          <p:cNvSpPr>
            <a:spLocks noGrp="1"/>
          </p:cNvSpPr>
          <p:nvPr>
            <p:ph sz="quarter" idx="12" hasCustomPrompt="1"/>
          </p:nvPr>
        </p:nvSpPr>
        <p:spPr>
          <a:xfrm>
            <a:off x="8027488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10"/>
          <p:cNvSpPr>
            <a:spLocks noGrp="1"/>
          </p:cNvSpPr>
          <p:nvPr>
            <p:ph sz="quarter" idx="13" hasCustomPrompt="1"/>
          </p:nvPr>
        </p:nvSpPr>
        <p:spPr>
          <a:xfrm>
            <a:off x="2501358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10"/>
          <p:cNvSpPr>
            <a:spLocks noGrp="1"/>
          </p:cNvSpPr>
          <p:nvPr>
            <p:ph sz="quarter" idx="15" hasCustomPrompt="1"/>
          </p:nvPr>
        </p:nvSpPr>
        <p:spPr>
          <a:xfrm>
            <a:off x="6096001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19879153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Chunking: Six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Add Title in Title Case</a:t>
            </a:r>
          </a:p>
        </p:txBody>
      </p:sp>
      <p:sp>
        <p:nvSpPr>
          <p:cNvPr id="3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4432845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10"/>
          <p:cNvSpPr>
            <a:spLocks noGrp="1"/>
          </p:cNvSpPr>
          <p:nvPr>
            <p:ph sz="quarter" idx="10" hasCustomPrompt="1"/>
          </p:nvPr>
        </p:nvSpPr>
        <p:spPr>
          <a:xfrm>
            <a:off x="838201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10"/>
          <p:cNvSpPr>
            <a:spLocks noGrp="1"/>
          </p:cNvSpPr>
          <p:nvPr>
            <p:ph sz="quarter" idx="12" hasCustomPrompt="1"/>
          </p:nvPr>
        </p:nvSpPr>
        <p:spPr>
          <a:xfrm>
            <a:off x="8027488" y="2021018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10"/>
          <p:cNvSpPr>
            <a:spLocks noGrp="1"/>
          </p:cNvSpPr>
          <p:nvPr>
            <p:ph sz="quarter" idx="13" hasCustomPrompt="1"/>
          </p:nvPr>
        </p:nvSpPr>
        <p:spPr>
          <a:xfrm>
            <a:off x="4432845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10"/>
          <p:cNvSpPr>
            <a:spLocks noGrp="1"/>
          </p:cNvSpPr>
          <p:nvPr>
            <p:ph sz="quarter" idx="14" hasCustomPrompt="1"/>
          </p:nvPr>
        </p:nvSpPr>
        <p:spPr>
          <a:xfrm>
            <a:off x="838201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Content Placeholder 10"/>
          <p:cNvSpPr>
            <a:spLocks noGrp="1"/>
          </p:cNvSpPr>
          <p:nvPr>
            <p:ph sz="quarter" idx="15" hasCustomPrompt="1"/>
          </p:nvPr>
        </p:nvSpPr>
        <p:spPr>
          <a:xfrm>
            <a:off x="8027488" y="4113430"/>
            <a:ext cx="3326313" cy="1790357"/>
          </a:xfrm>
          <a:prstGeom prst="rect">
            <a:avLst/>
          </a:prstGeom>
          <a:solidFill>
            <a:schemeClr val="bg2"/>
          </a:solidFill>
        </p:spPr>
        <p:txBody>
          <a:bodyPr lIns="274320" tIns="274320" rIns="274320" bIns="274320" anchor="ctr">
            <a:noAutofit/>
          </a:bodyPr>
          <a:lstStyle>
            <a:lvl1pPr marL="0" indent="0" algn="ctr">
              <a:buNone/>
              <a:defRPr sz="2400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026238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Title with Description and Tab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2444496"/>
            <a:ext cx="12192000" cy="4413504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1883665"/>
            <a:ext cx="5387163" cy="70521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2695635"/>
            <a:ext cx="11545860" cy="390003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7" hasCustomPrompt="1"/>
          </p:nvPr>
        </p:nvSpPr>
        <p:spPr>
          <a:xfrm>
            <a:off x="268189" y="2023872"/>
            <a:ext cx="4469770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1127760"/>
            <a:ext cx="10515600" cy="502705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2133">
                <a:solidFill>
                  <a:schemeClr val="bg1"/>
                </a:solidFill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a line of text here if needed</a:t>
            </a:r>
          </a:p>
        </p:txBody>
      </p:sp>
    </p:spTree>
    <p:extLst>
      <p:ext uri="{BB962C8B-B14F-4D97-AF65-F5344CB8AC3E}">
        <p14:creationId xmlns:p14="http://schemas.microsoft.com/office/powerpoint/2010/main" val="76814959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Title with Description and Two Tab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41248" y="573024"/>
            <a:ext cx="10515600" cy="54383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1127760"/>
            <a:ext cx="10515600" cy="502705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2133">
                <a:solidFill>
                  <a:schemeClr val="bg1"/>
                </a:solidFill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a line of text here if needed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-1" y="2452374"/>
            <a:ext cx="5974080" cy="441156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1885507"/>
            <a:ext cx="4401312" cy="713882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2695635"/>
            <a:ext cx="5376708" cy="390003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7" hasCustomPrompt="1"/>
          </p:nvPr>
        </p:nvSpPr>
        <p:spPr>
          <a:xfrm>
            <a:off x="268188" y="2026582"/>
            <a:ext cx="3899775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6217920" y="2446435"/>
            <a:ext cx="5974080" cy="441156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17919" y="1885507"/>
            <a:ext cx="4400462" cy="713882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6530907" y="2695635"/>
            <a:ext cx="5376708" cy="390003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15" name="Text Placeholder 9"/>
          <p:cNvSpPr>
            <a:spLocks noGrp="1"/>
          </p:cNvSpPr>
          <p:nvPr>
            <p:ph type="body" sz="quarter" idx="20" hasCustomPrompt="1"/>
          </p:nvPr>
        </p:nvSpPr>
        <p:spPr>
          <a:xfrm>
            <a:off x="6530907" y="2032521"/>
            <a:ext cx="3901440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3092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Half Page with Tab and Output Section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-1" y="2452374"/>
            <a:ext cx="7851649" cy="441156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0" y="1885507"/>
            <a:ext cx="5389362" cy="713882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3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1127760"/>
            <a:ext cx="10515600" cy="502705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2133">
                <a:solidFill>
                  <a:schemeClr val="bg1"/>
                </a:solidFill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a line of text here if needed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2694432"/>
            <a:ext cx="7205508" cy="390144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7" hasCustomPrompt="1"/>
          </p:nvPr>
        </p:nvSpPr>
        <p:spPr>
          <a:xfrm>
            <a:off x="268188" y="2023872"/>
            <a:ext cx="4665319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7851648" y="2452374"/>
            <a:ext cx="4340352" cy="440562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9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8030859" y="2694431"/>
            <a:ext cx="3892917" cy="390144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tx1">
                    <a:lumMod val="75000"/>
                  </a:schemeClr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&gt; Console</a:t>
            </a:r>
          </a:p>
        </p:txBody>
      </p:sp>
    </p:spTree>
    <p:extLst>
      <p:ext uri="{BB962C8B-B14F-4D97-AF65-F5344CB8AC3E}">
        <p14:creationId xmlns:p14="http://schemas.microsoft.com/office/powerpoint/2010/main" val="37305362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Half Page Title Left and Tab Right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262660" y="3142388"/>
            <a:ext cx="3880068" cy="658283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Code Title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408967" y="598952"/>
            <a:ext cx="7783033" cy="6259048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408967" y="1"/>
            <a:ext cx="5401339" cy="61234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4741328" y="836428"/>
            <a:ext cx="7170257" cy="574725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8" name="Text Placeholder 9"/>
          <p:cNvSpPr>
            <a:spLocks noGrp="1"/>
          </p:cNvSpPr>
          <p:nvPr>
            <p:ph type="body" sz="quarter" idx="17" hasCustomPrompt="1"/>
          </p:nvPr>
        </p:nvSpPr>
        <p:spPr>
          <a:xfrm>
            <a:off x="4791740" y="124599"/>
            <a:ext cx="3513915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66801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Full Page with Tab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-1" y="598952"/>
            <a:ext cx="12192001" cy="6259048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5330456" cy="61234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224" y="708592"/>
            <a:ext cx="11555181" cy="586289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7" hasCustomPrompt="1"/>
          </p:nvPr>
        </p:nvSpPr>
        <p:spPr>
          <a:xfrm>
            <a:off x="268224" y="167876"/>
            <a:ext cx="4509375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89735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Dark Full Page with Title and Description"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1950720"/>
            <a:ext cx="11643396" cy="464495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1127760"/>
            <a:ext cx="10515600" cy="502705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spcBef>
                <a:spcPts val="0"/>
              </a:spcBef>
              <a:defRPr sz="2133" b="0" i="0">
                <a:solidFill>
                  <a:schemeClr val="bg1"/>
                </a:solidFill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Add a line of text here if needed</a:t>
            </a:r>
          </a:p>
        </p:txBody>
      </p:sp>
    </p:spTree>
    <p:extLst>
      <p:ext uri="{BB962C8B-B14F-4D97-AF65-F5344CB8AC3E}">
        <p14:creationId xmlns:p14="http://schemas.microsoft.com/office/powerpoint/2010/main" val="379372446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Light Full Page with Title and Description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1950720"/>
            <a:ext cx="11643396" cy="464495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tx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1127760"/>
            <a:ext cx="10515600" cy="502705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spcBef>
                <a:spcPts val="0"/>
              </a:spcBef>
              <a:defRPr sz="2133" b="0" i="0">
                <a:solidFill>
                  <a:schemeClr val="tx1"/>
                </a:solidFill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Add a line of text here if needed</a:t>
            </a:r>
          </a:p>
        </p:txBody>
      </p:sp>
    </p:spTree>
    <p:extLst>
      <p:ext uri="{BB962C8B-B14F-4D97-AF65-F5344CB8AC3E}">
        <p14:creationId xmlns:p14="http://schemas.microsoft.com/office/powerpoint/2010/main" val="22520543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Title Half Page with Tab and Output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3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1127760"/>
            <a:ext cx="10515600" cy="502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defRPr sz="2133" b="0" i="0">
                <a:solidFill>
                  <a:schemeClr val="bg1"/>
                </a:solidFill>
                <a:latin typeface="PS TT Commons Book" charset="0"/>
                <a:ea typeface="PS TT Commons Book" charset="0"/>
                <a:cs typeface="PS TT Commons Book" charset="0"/>
              </a:defRPr>
            </a:lvl1pPr>
          </a:lstStyle>
          <a:p>
            <a:pPr lvl="0"/>
            <a:r>
              <a:rPr lang="en-US"/>
              <a:t>Add a line of text here if needed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-1" y="2295434"/>
            <a:ext cx="12192001" cy="2616241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1710660"/>
            <a:ext cx="4014264" cy="795127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ctr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224" y="2505787"/>
            <a:ext cx="11583534" cy="21552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7" hasCustomPrompt="1"/>
          </p:nvPr>
        </p:nvSpPr>
        <p:spPr>
          <a:xfrm>
            <a:off x="268224" y="1835258"/>
            <a:ext cx="3223292" cy="419853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>
              <a:defRPr sz="1867" b="1" i="0">
                <a:solidFill>
                  <a:schemeClr val="bg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Filename.here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-3" y="4911676"/>
            <a:ext cx="12192003" cy="19463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9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268224" y="5010912"/>
            <a:ext cx="11583533" cy="158476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tx1">
                    <a:lumMod val="75000"/>
                  </a:schemeClr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&gt; Console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455272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Dark Half Page Horizontal"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-3" y="4230625"/>
            <a:ext cx="12192003" cy="262737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8187" y="4484497"/>
            <a:ext cx="11655588" cy="543832"/>
          </a:xfrm>
        </p:spPr>
        <p:txBody>
          <a:bodyPr>
            <a:noAutofit/>
          </a:bodyPr>
          <a:lstStyle>
            <a:lvl1pPr algn="l">
              <a:defRPr sz="2933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3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268187" y="5113867"/>
            <a:ext cx="11655588" cy="142104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charset="0"/>
              <a:buNone/>
              <a:defRPr sz="2000" b="0" i="0">
                <a:solidFill>
                  <a:schemeClr val="tx1"/>
                </a:solidFill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292609"/>
            <a:ext cx="11655588" cy="371147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</p:spTree>
    <p:extLst>
      <p:ext uri="{BB962C8B-B14F-4D97-AF65-F5344CB8AC3E}">
        <p14:creationId xmlns:p14="http://schemas.microsoft.com/office/powerpoint/2010/main" val="21942799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: Light Half Page Horizontal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-3" y="4230625"/>
            <a:ext cx="12192003" cy="262737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8187" y="4484497"/>
            <a:ext cx="11655588" cy="543832"/>
          </a:xfrm>
        </p:spPr>
        <p:txBody>
          <a:bodyPr/>
          <a:lstStyle>
            <a:lvl1pPr algn="l">
              <a:defRPr sz="2933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292609"/>
            <a:ext cx="11655588" cy="371147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733" baseline="0">
                <a:solidFill>
                  <a:schemeClr val="tx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8" hasCustomPrompt="1"/>
          </p:nvPr>
        </p:nvSpPr>
        <p:spPr>
          <a:xfrm>
            <a:off x="268187" y="5113867"/>
            <a:ext cx="11655588" cy="142104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tx1"/>
                </a:solidFill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</p:spTree>
    <p:extLst>
      <p:ext uri="{BB962C8B-B14F-4D97-AF65-F5344CB8AC3E}">
        <p14:creationId xmlns:p14="http://schemas.microsoft.com/office/powerpoint/2010/main" val="159653388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Dark Full Page with Title"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1365504"/>
            <a:ext cx="11643396" cy="51816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</p:spTree>
    <p:extLst>
      <p:ext uri="{BB962C8B-B14F-4D97-AF65-F5344CB8AC3E}">
        <p14:creationId xmlns:p14="http://schemas.microsoft.com/office/powerpoint/2010/main" val="175228424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Light Full Page with Title"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573024"/>
            <a:ext cx="10515600" cy="5438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Slide in Title Case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1365504"/>
            <a:ext cx="11643396" cy="51816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tx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Add code here</a:t>
            </a:r>
          </a:p>
        </p:txBody>
      </p:sp>
    </p:spTree>
    <p:extLst>
      <p:ext uri="{BB962C8B-B14F-4D97-AF65-F5344CB8AC3E}">
        <p14:creationId xmlns:p14="http://schemas.microsoft.com/office/powerpoint/2010/main" val="216626929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: Dark Half Page Vertical with Points"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108192" y="1"/>
            <a:ext cx="6083808" cy="685800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304799"/>
            <a:ext cx="5486436" cy="61874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bg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r>
              <a:rPr lang="en-US" dirty="0"/>
              <a:t>// Put code on this side</a:t>
            </a:r>
          </a:p>
          <a:p>
            <a:r>
              <a:rPr lang="en-US" dirty="0"/>
              <a:t>let website = {</a:t>
            </a:r>
            <a:br>
              <a:rPr lang="en-US" dirty="0"/>
            </a:br>
            <a:r>
              <a:rPr lang="en-US" dirty="0"/>
              <a:t>  name: 'Pluralsight',</a:t>
            </a:r>
          </a:p>
          <a:p>
            <a:pPr>
              <a:spcBef>
                <a:spcPts val="300"/>
              </a:spcBef>
            </a:pPr>
            <a:r>
              <a:rPr lang="en-US" dirty="0"/>
              <a:t>  </a:t>
            </a:r>
            <a:r>
              <a:rPr lang="en-US" dirty="0" err="1"/>
              <a:t>url</a:t>
            </a:r>
            <a:r>
              <a:rPr lang="en-US" dirty="0"/>
              <a:t>: 'https://</a:t>
            </a:r>
            <a:r>
              <a:rPr lang="en-US" dirty="0" err="1"/>
              <a:t>pluralsight.com</a:t>
            </a:r>
            <a:r>
              <a:rPr lang="en-US" dirty="0"/>
              <a:t>'</a:t>
            </a:r>
            <a:br>
              <a:rPr lang="en-US" dirty="0"/>
            </a:br>
            <a:r>
              <a:rPr lang="en-US" dirty="0"/>
              <a:t>};</a:t>
            </a:r>
          </a:p>
          <a:p>
            <a:pPr>
              <a:spcBef>
                <a:spcPts val="0"/>
              </a:spcBef>
            </a:pPr>
            <a:br>
              <a:rPr lang="en-US" dirty="0"/>
            </a:br>
            <a:r>
              <a:rPr lang="en-US" dirty="0"/>
              <a:t>function </a:t>
            </a:r>
            <a:r>
              <a:rPr lang="en-US" dirty="0" err="1"/>
              <a:t>makeUrl</a:t>
            </a:r>
            <a:r>
              <a:rPr lang="en-US" dirty="0"/>
              <a:t>() {}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>
              <a:spcBef>
                <a:spcPts val="0"/>
              </a:spcBef>
            </a:pPr>
            <a:r>
              <a:rPr lang="en-US" dirty="0"/>
              <a:t>let sites = []</a:t>
            </a:r>
          </a:p>
          <a:p>
            <a:pPr>
              <a:spcBef>
                <a:spcPts val="0"/>
              </a:spcBef>
            </a:pPr>
            <a:r>
              <a:rPr lang="en-US" dirty="0" err="1"/>
              <a:t>sites.push</a:t>
            </a:r>
            <a:r>
              <a:rPr lang="en-US" dirty="0"/>
              <a:t>(website)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>
              <a:spcBef>
                <a:spcPts val="0"/>
              </a:spcBef>
            </a:pPr>
            <a:r>
              <a:rPr lang="en-US" dirty="0" err="1"/>
              <a:t>console.log</a:t>
            </a:r>
            <a:r>
              <a:rPr lang="en-US" dirty="0"/>
              <a:t>(sites[0].name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8" hasCustomPrompt="1"/>
          </p:nvPr>
        </p:nvSpPr>
        <p:spPr>
          <a:xfrm>
            <a:off x="6273666" y="304799"/>
            <a:ext cx="5650992" cy="6187440"/>
          </a:xfrm>
          <a:prstGeom prst="rect">
            <a:avLst/>
          </a:prstGeom>
        </p:spPr>
        <p:txBody>
          <a:bodyPr>
            <a:noAutofit/>
          </a:bodyPr>
          <a:lstStyle>
            <a:lvl1pPr marL="178232" indent="-239195">
              <a:lnSpc>
                <a:spcPct val="120000"/>
              </a:lnSpc>
              <a:spcBef>
                <a:spcPts val="0"/>
              </a:spcBef>
              <a:buSzPct val="70000"/>
              <a:buFont typeface="Wingdings 3" panose="05040102010807070707" pitchFamily="18" charset="2"/>
              <a:buChar char="t"/>
              <a:tabLst/>
              <a:defRPr sz="1867" b="0" i="0" baseline="0">
                <a:solidFill>
                  <a:schemeClr val="tx1"/>
                </a:solidFill>
                <a:latin typeface="+mn-lt"/>
                <a:ea typeface="PS TT Commons Medium" charset="0"/>
                <a:cs typeface="PS TT Commons Medium" charset="0"/>
              </a:defRPr>
            </a:lvl1pPr>
            <a:lvl2pPr marL="378903" indent="0">
              <a:lnSpc>
                <a:spcPts val="2667"/>
              </a:lnSpc>
              <a:buFontTx/>
              <a:buNone/>
              <a:defRPr/>
            </a:lvl2pPr>
            <a:lvl3pPr marL="378903" indent="0">
              <a:buFontTx/>
              <a:buNone/>
              <a:defRPr/>
            </a:lvl3pPr>
            <a:lvl4pPr marL="378903" indent="0">
              <a:buFontTx/>
              <a:buNone/>
              <a:defRPr/>
            </a:lvl4pPr>
            <a:lvl5pPr marL="378903" indent="0">
              <a:buFontTx/>
              <a:buNone/>
              <a:defRPr/>
            </a:lvl5pPr>
          </a:lstStyle>
          <a:p>
            <a:pPr marL="267335">
              <a:lnSpc>
                <a:spcPct val="120000"/>
              </a:lnSpc>
            </a:pPr>
            <a:r>
              <a:rPr lang="en-US" dirty="0"/>
              <a:t>Line up with these notes</a:t>
            </a:r>
          </a:p>
          <a:p>
            <a:pPr marL="267335">
              <a:lnSpc>
                <a:spcPct val="120000"/>
              </a:lnSpc>
            </a:pP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Create an object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Define a function</a:t>
            </a:r>
            <a:br>
              <a:rPr lang="en-US" dirty="0"/>
            </a:b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Add the object to an array</a:t>
            </a:r>
          </a:p>
          <a:p>
            <a:pPr marL="267335">
              <a:lnSpc>
                <a:spcPct val="120000"/>
              </a:lnSpc>
            </a:pP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Log the site name to the console</a:t>
            </a:r>
          </a:p>
        </p:txBody>
      </p:sp>
    </p:spTree>
    <p:extLst>
      <p:ext uri="{BB962C8B-B14F-4D97-AF65-F5344CB8AC3E}">
        <p14:creationId xmlns:p14="http://schemas.microsoft.com/office/powerpoint/2010/main" val="3099230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rgbClr val="BEBEBE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de: Dark Half Page Vertical with Points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108192" y="1"/>
            <a:ext cx="6083808" cy="685800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lIns="243840" tIns="243840" rIns="243840" bIns="243840" rtlCol="0" anchor="t" anchorCtr="0"/>
          <a:lstStyle/>
          <a:p>
            <a:pPr algn="ctr">
              <a:spcBef>
                <a:spcPts val="800"/>
              </a:spcBef>
            </a:pPr>
            <a:endParaRPr lang="en-US" sz="2667" b="0" i="0" dirty="0">
              <a:solidFill>
                <a:schemeClr val="bg1"/>
              </a:solidFill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268189" y="304800"/>
            <a:ext cx="5486436" cy="61881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1733" baseline="0">
                <a:solidFill>
                  <a:schemeClr val="tx1"/>
                </a:solidFill>
                <a:latin typeface="Roboto Mono" pitchFamily="2" charset="0"/>
                <a:ea typeface="Roboto Mono" pitchFamily="2" charset="0"/>
                <a:cs typeface="Consolas" panose="020B0609020204030204" pitchFamily="49" charset="0"/>
              </a:defRPr>
            </a:lvl1pPr>
            <a:lvl2pPr marL="396117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794938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177492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462366" indent="0">
              <a:buNone/>
              <a:defRPr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r>
              <a:rPr lang="en-US" dirty="0"/>
              <a:t>// Put code on this side</a:t>
            </a:r>
          </a:p>
          <a:p>
            <a:r>
              <a:rPr lang="en-US" dirty="0"/>
              <a:t>let website = {</a:t>
            </a:r>
            <a:br>
              <a:rPr lang="en-US" dirty="0"/>
            </a:br>
            <a:r>
              <a:rPr lang="en-US" dirty="0"/>
              <a:t>  name: 'Pluralsight',</a:t>
            </a:r>
          </a:p>
          <a:p>
            <a:pPr>
              <a:spcBef>
                <a:spcPts val="300"/>
              </a:spcBef>
            </a:pPr>
            <a:r>
              <a:rPr lang="en-US" dirty="0"/>
              <a:t>  </a:t>
            </a:r>
            <a:r>
              <a:rPr lang="en-US" dirty="0" err="1"/>
              <a:t>url</a:t>
            </a:r>
            <a:r>
              <a:rPr lang="en-US" dirty="0"/>
              <a:t>: 'https://</a:t>
            </a:r>
            <a:r>
              <a:rPr lang="en-US" dirty="0" err="1"/>
              <a:t>pluralsight.com</a:t>
            </a:r>
            <a:r>
              <a:rPr lang="en-US" dirty="0"/>
              <a:t>'</a:t>
            </a:r>
            <a:br>
              <a:rPr lang="en-US" dirty="0"/>
            </a:br>
            <a:r>
              <a:rPr lang="en-US" dirty="0"/>
              <a:t>};</a:t>
            </a:r>
          </a:p>
          <a:p>
            <a:pPr>
              <a:spcBef>
                <a:spcPts val="0"/>
              </a:spcBef>
            </a:pPr>
            <a:br>
              <a:rPr lang="en-US" dirty="0"/>
            </a:br>
            <a:r>
              <a:rPr lang="en-US" dirty="0"/>
              <a:t>function </a:t>
            </a:r>
            <a:r>
              <a:rPr lang="en-US" dirty="0" err="1"/>
              <a:t>makeUrl</a:t>
            </a:r>
            <a:r>
              <a:rPr lang="en-US" dirty="0"/>
              <a:t>() {}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>
              <a:spcBef>
                <a:spcPts val="0"/>
              </a:spcBef>
            </a:pPr>
            <a:r>
              <a:rPr lang="en-US" dirty="0"/>
              <a:t>let sites = []</a:t>
            </a:r>
          </a:p>
          <a:p>
            <a:pPr>
              <a:spcBef>
                <a:spcPts val="0"/>
              </a:spcBef>
            </a:pPr>
            <a:r>
              <a:rPr lang="en-US" dirty="0" err="1"/>
              <a:t>sites.push</a:t>
            </a:r>
            <a:r>
              <a:rPr lang="en-US" dirty="0"/>
              <a:t>(website)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>
              <a:spcBef>
                <a:spcPts val="0"/>
              </a:spcBef>
            </a:pPr>
            <a:r>
              <a:rPr lang="en-US" dirty="0" err="1"/>
              <a:t>console.log</a:t>
            </a:r>
            <a:r>
              <a:rPr lang="en-US" dirty="0"/>
              <a:t>(sites[0].name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8" hasCustomPrompt="1"/>
          </p:nvPr>
        </p:nvSpPr>
        <p:spPr>
          <a:xfrm>
            <a:off x="6273666" y="304800"/>
            <a:ext cx="5648976" cy="6188149"/>
          </a:xfrm>
          <a:prstGeom prst="rect">
            <a:avLst/>
          </a:prstGeom>
        </p:spPr>
        <p:txBody>
          <a:bodyPr>
            <a:noAutofit/>
          </a:bodyPr>
          <a:lstStyle>
            <a:lvl1pPr marL="178232" indent="-239195">
              <a:lnSpc>
                <a:spcPct val="120000"/>
              </a:lnSpc>
              <a:spcBef>
                <a:spcPts val="0"/>
              </a:spcBef>
              <a:buSzPct val="70000"/>
              <a:buFont typeface="Wingdings 3" panose="05040102010807070707" pitchFamily="18" charset="2"/>
              <a:buChar char="t"/>
              <a:tabLst/>
              <a:defRPr sz="1867" b="0" i="0" baseline="0">
                <a:solidFill>
                  <a:schemeClr val="tx1"/>
                </a:solidFill>
                <a:latin typeface="+mn-lt"/>
                <a:ea typeface="PS TT Commons Medium" charset="0"/>
                <a:cs typeface="PS TT Commons Medium" charset="0"/>
              </a:defRPr>
            </a:lvl1pPr>
            <a:lvl2pPr marL="378903" indent="0">
              <a:lnSpc>
                <a:spcPts val="2667"/>
              </a:lnSpc>
              <a:buFontTx/>
              <a:buNone/>
              <a:defRPr/>
            </a:lvl2pPr>
            <a:lvl3pPr marL="378903" indent="0">
              <a:buFontTx/>
              <a:buNone/>
              <a:defRPr/>
            </a:lvl3pPr>
            <a:lvl4pPr marL="378903" indent="0">
              <a:buFontTx/>
              <a:buNone/>
              <a:defRPr/>
            </a:lvl4pPr>
            <a:lvl5pPr marL="378903" indent="0">
              <a:buFontTx/>
              <a:buNone/>
              <a:defRPr/>
            </a:lvl5pPr>
          </a:lstStyle>
          <a:p>
            <a:pPr marL="267335">
              <a:lnSpc>
                <a:spcPct val="120000"/>
              </a:lnSpc>
            </a:pPr>
            <a:r>
              <a:rPr lang="en-US" dirty="0"/>
              <a:t>Line up with these notes</a:t>
            </a:r>
          </a:p>
          <a:p>
            <a:pPr marL="267335">
              <a:lnSpc>
                <a:spcPct val="120000"/>
              </a:lnSpc>
            </a:pP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Create an object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Define a function</a:t>
            </a:r>
            <a:br>
              <a:rPr lang="en-US" dirty="0"/>
            </a:b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Add the object to an array</a:t>
            </a:r>
          </a:p>
          <a:p>
            <a:pPr marL="267335">
              <a:lnSpc>
                <a:spcPct val="120000"/>
              </a:lnSpc>
            </a:pPr>
            <a:endParaRPr lang="en-US" dirty="0"/>
          </a:p>
          <a:p>
            <a:pPr marL="267335">
              <a:lnSpc>
                <a:spcPct val="120000"/>
              </a:lnSpc>
            </a:pPr>
            <a:r>
              <a:rPr lang="en-US" dirty="0"/>
              <a:t>Log the site name to the console</a:t>
            </a:r>
          </a:p>
        </p:txBody>
      </p:sp>
    </p:spTree>
    <p:extLst>
      <p:ext uri="{BB962C8B-B14F-4D97-AF65-F5344CB8AC3E}">
        <p14:creationId xmlns:p14="http://schemas.microsoft.com/office/powerpoint/2010/main" val="839423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BEBEBE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rgbClr val="BEBEBE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Left | Title/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631373" y="469054"/>
            <a:ext cx="3745556" cy="5919895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defRPr sz="2267" b="0" i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marL="781376" indent="-385259" algn="r">
              <a:buFont typeface="Myriad Pro" panose="020B0503030403020204" pitchFamily="34" charset="0"/>
              <a:buChar char=" 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marL="1177491" indent="-382550" algn="r">
              <a:buFont typeface="Myriad Pro" panose="020B0503030403020204" pitchFamily="34" charset="0"/>
              <a:buChar char=" 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marL="1462372" indent="-284878" algn="r">
              <a:buFont typeface="Myriad Pro" panose="020B0503030403020204" pitchFamily="34" charset="0"/>
              <a:buChar char=" 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marL="1462369" indent="0" algn="r">
              <a:buFont typeface="Myriad Pro" panose="020B0503030403020204" pitchFamily="34" charset="0"/>
              <a:buNone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 dirty="0"/>
              <a:t>Click to add short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4714917" y="469054"/>
            <a:ext cx="0" cy="5919895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/>
          <p:cNvSpPr>
            <a:spLocks noGrp="1"/>
          </p:cNvSpPr>
          <p:nvPr>
            <p:ph sz="quarter" idx="14" hasCustomPrompt="1"/>
          </p:nvPr>
        </p:nvSpPr>
        <p:spPr>
          <a:xfrm>
            <a:off x="5052909" y="998318"/>
            <a:ext cx="6570132" cy="4861367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3600" b="0" i="0">
                <a:latin typeface="+mj-lt"/>
                <a:ea typeface="PS TT Commons Light" charset="0"/>
                <a:cs typeface="PS TT Commons Light" charset="0"/>
              </a:defRPr>
            </a:lvl1pPr>
          </a:lstStyle>
          <a:p>
            <a:pPr lvl="0"/>
            <a:r>
              <a:rPr lang="en-US" dirty="0"/>
              <a:t>Click to Add Title or </a:t>
            </a:r>
            <a:r>
              <a:rPr lang="en-US"/>
              <a:t>Click </a:t>
            </a:r>
            <a:br>
              <a:rPr lang="en-US"/>
            </a:br>
            <a:r>
              <a:rPr lang="en-US"/>
              <a:t>Icon </a:t>
            </a:r>
            <a:r>
              <a:rPr lang="en-US" dirty="0"/>
              <a:t>to Add Graphic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1927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r Image Left |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sz="quarter" idx="14" hasCustomPrompt="1"/>
          </p:nvPr>
        </p:nvSpPr>
        <p:spPr>
          <a:xfrm>
            <a:off x="555414" y="469054"/>
            <a:ext cx="3589868" cy="5919895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defRPr sz="3600" b="0" i="0">
                <a:latin typeface="+mj-lt"/>
                <a:ea typeface="PS TT Commons Light" charset="0"/>
                <a:cs typeface="PS TT Commons Light" charset="0"/>
              </a:defRPr>
            </a:lvl1pPr>
          </a:lstStyle>
          <a:p>
            <a:pPr lvl="0"/>
            <a:r>
              <a:rPr lang="en-US" dirty="0"/>
              <a:t>Click to Add Title or Click Icon to Add Graphic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609253" y="469054"/>
            <a:ext cx="0" cy="5919895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73227" y="469054"/>
            <a:ext cx="6509173" cy="5919895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l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algn="l">
              <a:buSzPct val="100000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marL="804374" indent="-208502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marL="1072146" indent="-189451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marL="1270064" indent="-173575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7424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 bldLvl="5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6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6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6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6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6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itle or Image Left |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937E-1F6E-4748-B7B4-7B58CEB11A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Add Slide Title in Title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5B6AF-0944-49FB-913E-31C7E977951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199" y="1625601"/>
            <a:ext cx="3496735" cy="4551364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defRPr sz="3600" baseline="0">
                <a:latin typeface="+mj-lt"/>
              </a:defRPr>
            </a:lvl1pPr>
          </a:lstStyle>
          <a:p>
            <a:pPr lvl="0"/>
            <a:r>
              <a:rPr lang="en-US"/>
              <a:t>Click to add title or click icon to add graphic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4717627" y="1625601"/>
            <a:ext cx="0" cy="4551364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73227" y="1625601"/>
            <a:ext cx="6509173" cy="4551364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algn="l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algn="l">
              <a:buSzPct val="100000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marL="804374" indent="-208502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marL="1072146" indent="-189451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marL="1270064" indent="-173575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27264" y="4767072"/>
            <a:ext cx="609600" cy="609600"/>
          </a:xfrm>
          <a:prstGeom prst="rect">
            <a:avLst/>
          </a:prstGeom>
        </p:spPr>
        <p:txBody>
          <a:bodyPr vert="horz" wrap="none" lIns="0" tIns="21980" rIns="43959" bIns="21980" rtlCol="0" anchor="b" anchorCtr="0">
            <a:noAutofit/>
          </a:bodyPr>
          <a:lstStyle/>
          <a:p>
            <a:pPr marL="0" marR="0" indent="0" algn="l" defTabSz="293016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350" b="0" i="0" u="none" strike="noStrike" kern="1200" cap="none" spc="0" normalizeH="0" baseline="0" noProof="0" dirty="0">
              <a:ln>
                <a:noFill/>
              </a:ln>
              <a:solidFill>
                <a:srgbClr val="E5E5E5">
                  <a:lumMod val="10000"/>
                </a:srgbClr>
              </a:solidFill>
              <a:effectLst/>
              <a:uLnTx/>
              <a:uFillTx/>
              <a:latin typeface="PS TT Commons" charset="0"/>
              <a:ea typeface="PS TT Commons" charset="0"/>
              <a:cs typeface="PS TT Commons" charset="0"/>
            </a:endParaRPr>
          </a:p>
        </p:txBody>
      </p:sp>
      <p:sp>
        <p:nvSpPr>
          <p:cNvPr id="9" name="Rectangle 8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15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5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7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, Title or Image Left |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937E-1F6E-4748-B7B4-7B58CEB11A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Add Slide Title in Title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5B6AF-0944-49FB-913E-31C7E977951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379627" y="1625601"/>
            <a:ext cx="3974173" cy="4551364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3600" baseline="0">
                <a:latin typeface="+mj-lt"/>
              </a:defRPr>
            </a:lvl1pPr>
          </a:lstStyle>
          <a:p>
            <a:pPr lvl="0"/>
            <a:r>
              <a:rPr lang="en-US"/>
              <a:t>Click to add title or click icon to add graphic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127673" y="1625601"/>
            <a:ext cx="0" cy="4551364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625601"/>
            <a:ext cx="6037521" cy="4551364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marL="0" indent="0" algn="r">
              <a:buNone/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marL="297080" indent="0" algn="r">
              <a:buSzPct val="100000"/>
              <a:buNone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marL="596192" indent="0" algn="r">
              <a:buNone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marL="882673" indent="0" algn="r">
              <a:buNone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marL="1096990" indent="0" algn="r">
              <a:buNone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9889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 bldLvl="5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9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9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9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9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9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Edge Bleed Image Left |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5364480" y="482601"/>
            <a:ext cx="6339840" cy="5892801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algn="l">
              <a:buSzPct val="100000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marL="804374" indent="-208502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marL="1114481" indent="-231787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marL="1297582" indent="-201093" algn="l">
              <a:tabLst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  <a:lvl6pPr>
              <a:defRPr>
                <a:solidFill>
                  <a:schemeClr val="accent1"/>
                </a:solidFill>
              </a:defRPr>
            </a:lvl6pPr>
            <a:lvl7pPr>
              <a:defRPr>
                <a:solidFill>
                  <a:schemeClr val="accent1"/>
                </a:solidFill>
              </a:defRPr>
            </a:lvl7pPr>
            <a:lvl8pPr>
              <a:defRPr>
                <a:solidFill>
                  <a:schemeClr val="accent1"/>
                </a:solidFill>
              </a:defRPr>
            </a:lvl8pPr>
            <a:lvl9pPr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8"/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4822612" cy="6858000"/>
          </a:xfrm>
          <a:prstGeom prst="rect">
            <a:avLst/>
          </a:prstGeom>
          <a:solidFill>
            <a:schemeClr val="bg1"/>
          </a:solidFill>
        </p:spPr>
        <p:txBody>
          <a:bodyPr anchor="ctr">
            <a:noAutofit/>
          </a:bodyPr>
          <a:lstStyle>
            <a:lvl1pPr algn="ctr">
              <a:defRPr sz="3067" b="0" i="0">
                <a:latin typeface="PS TT Commons Light" charset="0"/>
                <a:ea typeface="PS TT Commons Light" charset="0"/>
                <a:cs typeface="PS TT Commons Light" charset="0"/>
              </a:defRPr>
            </a:lvl1pPr>
          </a:lstStyle>
          <a:p>
            <a:pPr lvl="0"/>
            <a:r>
              <a:rPr lang="en-US" dirty="0"/>
              <a:t>Click Icon</a:t>
            </a:r>
            <a:br>
              <a:rPr lang="en-US" dirty="0"/>
            </a:br>
            <a:r>
              <a:rPr lang="en-US" dirty="0"/>
              <a:t>to Add Graphic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389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5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3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 Image Left | Title and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23232" y="2245410"/>
            <a:ext cx="6778752" cy="745872"/>
          </a:xfrm>
        </p:spPr>
        <p:txBody>
          <a:bodyPr anchor="b">
            <a:noAutofit/>
          </a:bodyPr>
          <a:lstStyle>
            <a:lvl1pPr algn="l">
              <a:defRPr sz="3334"/>
            </a:lvl1pPr>
          </a:lstStyle>
          <a:p>
            <a:r>
              <a:rPr lang="en-US"/>
              <a:t>Add Slide Title in Title Case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 hasCustomPrompt="1"/>
          </p:nvPr>
        </p:nvSpPr>
        <p:spPr>
          <a:xfrm>
            <a:off x="954620" y="1954960"/>
            <a:ext cx="2887105" cy="2887105"/>
          </a:xfrm>
          <a:prstGeom prst="ellipse">
            <a:avLst/>
          </a:prstGeom>
          <a:noFill/>
          <a:ln>
            <a:solidFill>
              <a:schemeClr val="bg1">
                <a:lumMod val="95000"/>
              </a:schemeClr>
            </a:solidFill>
          </a:ln>
        </p:spPr>
        <p:txBody>
          <a:bodyPr anchor="ctr"/>
          <a:lstStyle>
            <a:lvl1pPr algn="ctr">
              <a:defRPr sz="2667" b="0" i="0">
                <a:latin typeface="PS TT Commons Light" charset="0"/>
                <a:ea typeface="PS TT Commons Light" charset="0"/>
                <a:cs typeface="PS TT Commons Light" charset="0"/>
              </a:defRPr>
            </a:lvl1pPr>
          </a:lstStyle>
          <a:p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photo</a:t>
            </a:r>
          </a:p>
        </p:txBody>
      </p:sp>
      <p:sp>
        <p:nvSpPr>
          <p:cNvPr id="4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4523232" y="3247313"/>
            <a:ext cx="6778752" cy="2543887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  <a:lvl2pPr algn="l">
              <a:buSzPct val="100000"/>
              <a:defRPr sz="2267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2pPr>
            <a:lvl3pPr algn="l">
              <a:defRPr sz="2400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3pPr>
            <a:lvl4pPr algn="l">
              <a:defRPr sz="2400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4pPr>
            <a:lvl5pPr algn="l">
              <a:defRPr sz="2400" b="0" i="0">
                <a:solidFill>
                  <a:schemeClr val="accent1"/>
                </a:solidFill>
                <a:latin typeface="PS TT Commons" charset="0"/>
                <a:ea typeface="PS TT Commons" charset="0"/>
                <a:cs typeface="PS TT Commons" charset="0"/>
              </a:defRPr>
            </a:lvl5pPr>
            <a:lvl6pPr>
              <a:defRPr>
                <a:solidFill>
                  <a:schemeClr val="accent1"/>
                </a:solidFill>
              </a:defRPr>
            </a:lvl6pPr>
            <a:lvl7pPr>
              <a:defRPr>
                <a:solidFill>
                  <a:schemeClr val="accent1"/>
                </a:solidFill>
              </a:defRPr>
            </a:lvl7pPr>
            <a:lvl8pPr>
              <a:defRPr>
                <a:solidFill>
                  <a:schemeClr val="accent1"/>
                </a:solidFill>
              </a:defRPr>
            </a:lvl8pPr>
            <a:lvl9pPr>
              <a:defRPr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/>
              <a:t>Second level</a:t>
            </a:r>
            <a:endParaRPr 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10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4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2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3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4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4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4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  <p:tmpl lvl="5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  <p:subTnLst>
                    <p:animClr clrSpc="rgb" dir="cw">
                      <p:cBhvr override="childStyle">
                        <p:cTn dur="1" fill="hold" display="0" masterRel="nextClick" afterEffect="1"/>
                        <p:tgtEl>
                          <p:spTgt spid="4"/>
                        </p:tgtEl>
                        <p:attrNameLst>
                          <p:attrName>ppt_c</p:attrName>
                        </p:attrNameLst>
                      </p:cBhvr>
                      <p:to>
                        <a:schemeClr val="tx2"/>
                      </p:to>
                    </p:animClr>
                  </p:subTnLst>
                </p:cTn>
              </p:par>
            </p:tnLst>
          </p:tmpl>
        </p:tmplLst>
      </p:bldP>
    </p:bldLst>
  </p:timing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: Point-by-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Slide Title in Title Case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6096000" y="1631527"/>
            <a:ext cx="0" cy="4640580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539834" y="1631527"/>
            <a:ext cx="5285232" cy="450431"/>
          </a:xfrm>
          <a:prstGeom prst="rect">
            <a:avLst/>
          </a:prstGeom>
        </p:spPr>
        <p:txBody>
          <a:bodyPr>
            <a:noAutofit/>
          </a:bodyPr>
          <a:lstStyle>
            <a:lvl1pPr algn="r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Compare item one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539834" y="2235200"/>
            <a:ext cx="5285233" cy="3928533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Point number 1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2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3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4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5</a:t>
            </a:r>
          </a:p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6366933" y="1631527"/>
            <a:ext cx="5285232" cy="450431"/>
          </a:xfrm>
          <a:prstGeom prst="rect">
            <a:avLst/>
          </a:prstGeom>
        </p:spPr>
        <p:txBody>
          <a:bodyPr lIns="0">
            <a:noAutofit/>
          </a:bodyPr>
          <a:lstStyle>
            <a:lvl1pPr algn="l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Compare item two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6366935" y="2235200"/>
            <a:ext cx="5286349" cy="3928533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 sz="2133" b="0" i="0" baseline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1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2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3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4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5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endParaRPr lang="en-US"/>
          </a:p>
          <a:p>
            <a:pPr lvl="0"/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273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8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: by I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Slide Title in Title Case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6096000" y="1631527"/>
            <a:ext cx="0" cy="4640580"/>
          </a:xfrm>
          <a:prstGeom prst="line">
            <a:avLst/>
          </a:prstGeom>
          <a:ln w="50800">
            <a:solidFill>
              <a:schemeClr val="accent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539833" y="1631527"/>
            <a:ext cx="5285232" cy="450431"/>
          </a:xfrm>
          <a:prstGeom prst="rect">
            <a:avLst/>
          </a:prstGeom>
        </p:spPr>
        <p:txBody>
          <a:bodyPr>
            <a:noAutofit/>
          </a:bodyPr>
          <a:lstStyle>
            <a:lvl1pPr algn="r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Compare first thing</a:t>
            </a:r>
            <a:endParaRPr lang="en-US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539833" y="2235200"/>
            <a:ext cx="5285234" cy="3928533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Point number 1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2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3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4</a:t>
            </a:r>
          </a:p>
          <a:p>
            <a:pPr marL="0" marR="0" lvl="0" indent="0" algn="r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Point number 5</a:t>
            </a:r>
          </a:p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6366934" y="1631527"/>
            <a:ext cx="5285232" cy="450431"/>
          </a:xfrm>
          <a:prstGeom prst="rect">
            <a:avLst/>
          </a:prstGeom>
        </p:spPr>
        <p:txBody>
          <a:bodyPr lIns="0">
            <a:noAutofit/>
          </a:bodyPr>
          <a:lstStyle>
            <a:lvl1pPr algn="l">
              <a:defRPr sz="2267" b="0" i="0" baseline="0">
                <a:solidFill>
                  <a:schemeClr val="accent1"/>
                </a:solidFill>
                <a:latin typeface="+mn-lt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Compare second thing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6366935" y="2235200"/>
            <a:ext cx="5285232" cy="3928533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 sz="2133" b="0" i="0" baseline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1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2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3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4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r>
              <a:rPr lang="en-US"/>
              <a:t>Counterpoint number 5</a:t>
            </a:r>
          </a:p>
          <a:p>
            <a:pPr marL="0" marR="0" lvl="0" indent="0" algn="l" defTabSz="586017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Pct val="75000"/>
              <a:buFont typeface="Myriad Pro" panose="020B0503030403020204" pitchFamily="34" charset="0"/>
              <a:buNone/>
              <a:tabLst/>
              <a:defRPr/>
            </a:pPr>
            <a:endParaRPr lang="en-US"/>
          </a:p>
          <a:p>
            <a:pPr lvl="0"/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" y="-474034"/>
            <a:ext cx="477660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defTabSz="1219232"/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This slidelist is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preset </a:t>
            </a:r>
            <a:r>
              <a:rPr lang="en-US" sz="1600" b="1" i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with</a:t>
            </a:r>
            <a:r>
              <a:rPr lang="en-US" sz="1600" b="1" i="0" baseline="0">
                <a:solidFill>
                  <a:srgbClr val="404040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 </a:t>
            </a:r>
            <a:r>
              <a:rPr lang="en-US" sz="1600" b="1" i="0">
                <a:solidFill>
                  <a:srgbClr val="F05A28"/>
                </a:solidFill>
                <a:latin typeface="PS TT Commons DemiBold" charset="0"/>
                <a:ea typeface="PS TT Commons DemiBold" charset="0"/>
                <a:cs typeface="PS TT Commons DemiBold" charset="0"/>
              </a:rPr>
              <a:t>animations</a:t>
            </a:r>
            <a:endParaRPr lang="en-US" sz="1600" b="1" i="0" dirty="0">
              <a:solidFill>
                <a:srgbClr val="F05A28"/>
              </a:solidFill>
              <a:latin typeface="PS TT Commons DemiBold" charset="0"/>
              <a:ea typeface="PS TT Commons DemiBold" charset="0"/>
              <a:cs typeface="PS TT Commons Demi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6293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8" grpId="0" build="p">
        <p:tmplLst>
          <p:tmpl lvl="1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Statem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125980" y="1167659"/>
            <a:ext cx="7940040" cy="4522683"/>
          </a:xfrm>
        </p:spPr>
        <p:txBody>
          <a:bodyPr/>
          <a:lstStyle>
            <a:lvl1pPr>
              <a:lnSpc>
                <a:spcPct val="100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This is a short, important statement to bring attention to something.</a:t>
            </a:r>
          </a:p>
        </p:txBody>
      </p:sp>
    </p:spTree>
    <p:extLst>
      <p:ext uri="{BB962C8B-B14F-4D97-AF65-F5344CB8AC3E}">
        <p14:creationId xmlns:p14="http://schemas.microsoft.com/office/powerpoint/2010/main" val="5827763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ation-sh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2"/>
          <p:cNvSpPr>
            <a:spLocks noGrp="1"/>
          </p:cNvSpPr>
          <p:nvPr>
            <p:ph type="title" hasCustomPrompt="1"/>
          </p:nvPr>
        </p:nvSpPr>
        <p:spPr>
          <a:xfrm>
            <a:off x="1076960" y="1055797"/>
            <a:ext cx="10038080" cy="2601804"/>
          </a:xfrm>
        </p:spPr>
        <p:txBody>
          <a:bodyPr anchor="b">
            <a:noAutofit/>
          </a:bodyPr>
          <a:lstStyle>
            <a:lvl1pPr marL="0" marR="0" indent="0" algn="l" defTabSz="78137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US" sz="4400" b="0" i="0" baseline="0" smtClean="0">
                <a:solidFill>
                  <a:schemeClr val="accent4"/>
                </a:solidFill>
                <a:effectLst/>
                <a:latin typeface="PS TT Commons Light" charset="0"/>
                <a:ea typeface="PS TT Commons Light" charset="0"/>
                <a:cs typeface="PS TT Commons Light" charset="0"/>
              </a:defRPr>
            </a:lvl1pPr>
          </a:lstStyle>
          <a:p>
            <a:r>
              <a:rPr lang="en-US"/>
              <a:t>“Insert a short quote here”</a:t>
            </a:r>
            <a:endParaRPr lang="en-US" dirty="0"/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1076960" y="3871810"/>
            <a:ext cx="10038080" cy="5444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267" b="0" i="0" baseline="0">
                <a:latin typeface="PS TT Commons DemiBold" charset="0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Quote credit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561389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ation-lo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2"/>
          <p:cNvSpPr>
            <a:spLocks noGrp="1"/>
          </p:cNvSpPr>
          <p:nvPr>
            <p:ph type="title" hasCustomPrompt="1"/>
          </p:nvPr>
        </p:nvSpPr>
        <p:spPr>
          <a:xfrm>
            <a:off x="1076960" y="1042250"/>
            <a:ext cx="10038080" cy="3401057"/>
          </a:xfrm>
        </p:spPr>
        <p:txBody>
          <a:bodyPr anchor="b">
            <a:noAutofit/>
          </a:bodyPr>
          <a:lstStyle>
            <a:lvl1pPr marL="0" marR="0" indent="0" algn="l" defTabSz="78137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US" sz="4400" b="0" i="0" baseline="0" smtClean="0">
                <a:solidFill>
                  <a:schemeClr val="accent6"/>
                </a:solidFill>
                <a:effectLst/>
                <a:latin typeface="+mj-lt"/>
                <a:ea typeface="PS TT Commons Light" charset="0"/>
                <a:cs typeface="PS TT Commons Light" charset="0"/>
              </a:defRPr>
            </a:lvl1pPr>
          </a:lstStyle>
          <a:p>
            <a:r>
              <a:rPr lang="en-US"/>
              <a:t>“Insert a longer quote here”</a:t>
            </a:r>
            <a:endParaRPr lang="en-US" dirty="0"/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1076960" y="4616876"/>
            <a:ext cx="10038080" cy="5444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267" b="0" i="0" baseline="0">
                <a:latin typeface="PS TT Commons DemiBold" charset="0"/>
                <a:ea typeface="PS TT Commons DemiBold" charset="0"/>
                <a:cs typeface="PS TT Commons DemiBold" charset="0"/>
              </a:defRPr>
            </a:lvl1pPr>
          </a:lstStyle>
          <a:p>
            <a:pPr lvl="0"/>
            <a:r>
              <a:rPr lang="en-US"/>
              <a:t>Quote credit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49899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in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2"/>
          <p:cNvSpPr>
            <a:spLocks noGrp="1"/>
          </p:cNvSpPr>
          <p:nvPr>
            <p:ph type="title" hasCustomPrompt="1"/>
          </p:nvPr>
        </p:nvSpPr>
        <p:spPr>
          <a:xfrm>
            <a:off x="1076960" y="1923627"/>
            <a:ext cx="10038080" cy="785707"/>
          </a:xfrm>
        </p:spPr>
        <p:txBody>
          <a:bodyPr anchor="b">
            <a:noAutofit/>
          </a:bodyPr>
          <a:lstStyle>
            <a:lvl1pPr marL="0" marR="0" indent="0" algn="l" defTabSz="78137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US" sz="4400" b="0" i="0" baseline="0" smtClean="0">
                <a:solidFill>
                  <a:schemeClr val="accent4"/>
                </a:solidFill>
                <a:effectLst/>
                <a:latin typeface="+mj-lt"/>
                <a:ea typeface="PS TT Commons Light" charset="0"/>
                <a:cs typeface="PS TT Commons Light" charset="0"/>
              </a:defRPr>
            </a:lvl1pPr>
          </a:lstStyle>
          <a:p>
            <a:r>
              <a:rPr lang="en-US"/>
              <a:t>Word to define</a:t>
            </a:r>
            <a:endParaRPr lang="en-US" dirty="0"/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1076960" y="2896449"/>
            <a:ext cx="10038080" cy="263059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267" b="0" i="0" spc="0" baseline="0">
                <a:latin typeface="+mn-lt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Add definition here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1077384" y="6280224"/>
            <a:ext cx="10037657" cy="42545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1600" b="0" i="0" baseline="0">
                <a:latin typeface="PS TT Commons Medium" charset="0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Citation: Author/Source, Title, Link/Short Url</a:t>
            </a:r>
          </a:p>
        </p:txBody>
      </p:sp>
    </p:spTree>
    <p:extLst>
      <p:ext uri="{BB962C8B-B14F-4D97-AF65-F5344CB8AC3E}">
        <p14:creationId xmlns:p14="http://schemas.microsoft.com/office/powerpoint/2010/main" val="394794336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re infor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0"/>
            <a:ext cx="257175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1" name="Rectangle 10"/>
          <p:cNvSpPr/>
          <p:nvPr userDrawn="1"/>
        </p:nvSpPr>
        <p:spPr>
          <a:xfrm>
            <a:off x="1543050" y="2542395"/>
            <a:ext cx="2286000" cy="1917059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66118" y="2542395"/>
            <a:ext cx="6110497" cy="690865"/>
          </a:xfrm>
        </p:spPr>
        <p:txBody>
          <a:bodyPr anchor="b">
            <a:noAutofit/>
          </a:bodyPr>
          <a:lstStyle>
            <a:lvl1pPr algn="l">
              <a:defRPr sz="3067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Place Title Here</a:t>
            </a:r>
          </a:p>
        </p:txBody>
      </p:sp>
      <p:sp>
        <p:nvSpPr>
          <p:cNvPr id="4" name="Text Placeholder 16"/>
          <p:cNvSpPr>
            <a:spLocks noGrp="1"/>
          </p:cNvSpPr>
          <p:nvPr>
            <p:ph type="body" sz="quarter" idx="12" hasCustomPrompt="1"/>
          </p:nvPr>
        </p:nvSpPr>
        <p:spPr>
          <a:xfrm>
            <a:off x="4366116" y="3338005"/>
            <a:ext cx="4911635" cy="635704"/>
          </a:xfrm>
          <a:prstGeom prst="rect">
            <a:avLst/>
          </a:prstGeom>
        </p:spPr>
        <p:txBody>
          <a:bodyPr lIns="0" tIns="45720" rIns="91440" bIns="91440" anchor="b" anchorCtr="0">
            <a:noAutofit/>
          </a:bodyPr>
          <a:lstStyle>
            <a:lvl1pPr>
              <a:defRPr sz="2400" b="0" i="0" spc="0" baseline="0">
                <a:solidFill>
                  <a:schemeClr val="accent1"/>
                </a:solidFill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/>
              <a:t>Title of Pluralsight Course</a:t>
            </a:r>
          </a:p>
        </p:txBody>
      </p:sp>
      <p:sp>
        <p:nvSpPr>
          <p:cNvPr id="5" name="Text Placeholder 18"/>
          <p:cNvSpPr>
            <a:spLocks noGrp="1"/>
          </p:cNvSpPr>
          <p:nvPr>
            <p:ph type="body" sz="quarter" idx="13" hasCustomPrompt="1"/>
          </p:nvPr>
        </p:nvSpPr>
        <p:spPr>
          <a:xfrm>
            <a:off x="4366117" y="3984556"/>
            <a:ext cx="4911633" cy="474897"/>
          </a:xfrm>
          <a:prstGeom prst="rect">
            <a:avLst/>
          </a:prstGeom>
        </p:spPr>
        <p:txBody>
          <a:bodyPr lIns="0" tIns="45720" bIns="91440" anchor="ctr">
            <a:noAutofit/>
          </a:bodyPr>
          <a:lstStyle>
            <a:lvl1pPr>
              <a:defRPr sz="2133" b="0" i="0" spc="0" baseline="0">
                <a:latin typeface="PS TT Commons" charset="0"/>
                <a:ea typeface="PS TT Commons" charset="0"/>
                <a:cs typeface="PS TT Commons" charset="0"/>
              </a:defRPr>
            </a:lvl1pPr>
          </a:lstStyle>
          <a:p>
            <a:pPr lvl="0"/>
            <a:r>
              <a:rPr lang="en-US"/>
              <a:t>Author Name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80118" y="3017292"/>
            <a:ext cx="1256331" cy="967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111732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s-4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1" y="0"/>
            <a:ext cx="12191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166557" y="570865"/>
            <a:ext cx="9187243" cy="543832"/>
          </a:xfrm>
        </p:spPr>
        <p:txBody>
          <a:bodyPr/>
          <a:lstStyle>
            <a:lvl1pPr algn="l">
              <a:defRPr baseline="0"/>
            </a:lvl1pPr>
          </a:lstStyle>
          <a:p>
            <a:r>
              <a:rPr lang="en-US"/>
              <a:t>Resources Referenced in This Course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166557" y="1430124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166557" y="2740785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9" hasCustomPrompt="1"/>
          </p:nvPr>
        </p:nvSpPr>
        <p:spPr>
          <a:xfrm>
            <a:off x="2166557" y="4053525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21" hasCustomPrompt="1"/>
          </p:nvPr>
        </p:nvSpPr>
        <p:spPr>
          <a:xfrm>
            <a:off x="2166557" y="5366264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700970" y="1430124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2" name="Rectangle 11"/>
          <p:cNvSpPr/>
          <p:nvPr userDrawn="1"/>
        </p:nvSpPr>
        <p:spPr>
          <a:xfrm>
            <a:off x="700970" y="2740785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3" name="Rectangle 12"/>
          <p:cNvSpPr/>
          <p:nvPr userDrawn="1"/>
        </p:nvSpPr>
        <p:spPr>
          <a:xfrm>
            <a:off x="700970" y="4051447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13"/>
          <p:cNvSpPr/>
          <p:nvPr userDrawn="1"/>
        </p:nvSpPr>
        <p:spPr>
          <a:xfrm>
            <a:off x="700970" y="5362108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2" hasCustomPrompt="1"/>
          </p:nvPr>
        </p:nvSpPr>
        <p:spPr>
          <a:xfrm>
            <a:off x="773968" y="1514012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5" name="Picture Placeholder 7"/>
          <p:cNvSpPr>
            <a:spLocks noGrp="1"/>
          </p:cNvSpPr>
          <p:nvPr>
            <p:ph type="pic" sz="quarter" idx="23" hasCustomPrompt="1"/>
          </p:nvPr>
        </p:nvSpPr>
        <p:spPr>
          <a:xfrm>
            <a:off x="773968" y="2824673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6" name="Picture Placeholder 7"/>
          <p:cNvSpPr>
            <a:spLocks noGrp="1"/>
          </p:cNvSpPr>
          <p:nvPr>
            <p:ph type="pic" sz="quarter" idx="24" hasCustomPrompt="1"/>
          </p:nvPr>
        </p:nvSpPr>
        <p:spPr>
          <a:xfrm>
            <a:off x="773968" y="4135335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25" hasCustomPrompt="1"/>
          </p:nvPr>
        </p:nvSpPr>
        <p:spPr>
          <a:xfrm>
            <a:off x="773968" y="5445996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</p:spTree>
    <p:extLst>
      <p:ext uri="{BB962C8B-B14F-4D97-AF65-F5344CB8AC3E}">
        <p14:creationId xmlns:p14="http://schemas.microsoft.com/office/powerpoint/2010/main" val="279707652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s-3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1" y="0"/>
            <a:ext cx="12191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166557" y="570865"/>
            <a:ext cx="9187243" cy="543832"/>
          </a:xfrm>
        </p:spPr>
        <p:txBody>
          <a:bodyPr/>
          <a:lstStyle>
            <a:lvl1pPr algn="l">
              <a:defRPr baseline="0"/>
            </a:lvl1pPr>
          </a:lstStyle>
          <a:p>
            <a:r>
              <a:rPr lang="en-US"/>
              <a:t>Resources Referenced in This Course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166557" y="1940487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166557" y="3251148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9" hasCustomPrompt="1"/>
          </p:nvPr>
        </p:nvSpPr>
        <p:spPr>
          <a:xfrm>
            <a:off x="2166557" y="4563888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700970" y="1940487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2" name="Rectangle 11"/>
          <p:cNvSpPr/>
          <p:nvPr userDrawn="1"/>
        </p:nvSpPr>
        <p:spPr>
          <a:xfrm>
            <a:off x="700970" y="3251148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3" name="Rectangle 12"/>
          <p:cNvSpPr/>
          <p:nvPr userDrawn="1"/>
        </p:nvSpPr>
        <p:spPr>
          <a:xfrm>
            <a:off x="700970" y="4561809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2" hasCustomPrompt="1"/>
          </p:nvPr>
        </p:nvSpPr>
        <p:spPr>
          <a:xfrm>
            <a:off x="773968" y="2024375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5" name="Picture Placeholder 7"/>
          <p:cNvSpPr>
            <a:spLocks noGrp="1"/>
          </p:cNvSpPr>
          <p:nvPr>
            <p:ph type="pic" sz="quarter" idx="23" hasCustomPrompt="1"/>
          </p:nvPr>
        </p:nvSpPr>
        <p:spPr>
          <a:xfrm>
            <a:off x="773968" y="3335036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6" name="Picture Placeholder 7"/>
          <p:cNvSpPr>
            <a:spLocks noGrp="1"/>
          </p:cNvSpPr>
          <p:nvPr>
            <p:ph type="pic" sz="quarter" idx="24" hasCustomPrompt="1"/>
          </p:nvPr>
        </p:nvSpPr>
        <p:spPr>
          <a:xfrm>
            <a:off x="773968" y="4645697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</p:spTree>
    <p:extLst>
      <p:ext uri="{BB962C8B-B14F-4D97-AF65-F5344CB8AC3E}">
        <p14:creationId xmlns:p14="http://schemas.microsoft.com/office/powerpoint/2010/main" val="5905516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References-3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1" y="0"/>
            <a:ext cx="12191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166557" y="570865"/>
            <a:ext cx="9187243" cy="543832"/>
          </a:xfrm>
        </p:spPr>
        <p:txBody>
          <a:bodyPr/>
          <a:lstStyle>
            <a:lvl1pPr algn="l">
              <a:defRPr baseline="0"/>
            </a:lvl1pPr>
          </a:lstStyle>
          <a:p>
            <a:r>
              <a:rPr lang="en-US"/>
              <a:t>Resources Referenced in This Course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166557" y="2606794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166557" y="3917455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700970" y="2606794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2" name="Rectangle 11"/>
          <p:cNvSpPr/>
          <p:nvPr userDrawn="1"/>
        </p:nvSpPr>
        <p:spPr>
          <a:xfrm>
            <a:off x="700970" y="3917455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2" hasCustomPrompt="1"/>
          </p:nvPr>
        </p:nvSpPr>
        <p:spPr>
          <a:xfrm>
            <a:off x="773968" y="2690682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5" name="Picture Placeholder 7"/>
          <p:cNvSpPr>
            <a:spLocks noGrp="1"/>
          </p:cNvSpPr>
          <p:nvPr>
            <p:ph type="pic" sz="quarter" idx="23" hasCustomPrompt="1"/>
          </p:nvPr>
        </p:nvSpPr>
        <p:spPr>
          <a:xfrm>
            <a:off x="773968" y="4001343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</p:spTree>
    <p:extLst>
      <p:ext uri="{BB962C8B-B14F-4D97-AF65-F5344CB8AC3E}">
        <p14:creationId xmlns:p14="http://schemas.microsoft.com/office/powerpoint/2010/main" val="361843733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s-1 I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1" y="0"/>
            <a:ext cx="12191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166557" y="570865"/>
            <a:ext cx="9187243" cy="543832"/>
          </a:xfrm>
        </p:spPr>
        <p:txBody>
          <a:bodyPr/>
          <a:lstStyle>
            <a:lvl1pPr algn="l">
              <a:defRPr baseline="0"/>
            </a:lvl1pPr>
          </a:lstStyle>
          <a:p>
            <a:r>
              <a:rPr lang="en-US"/>
              <a:t>Resources Referenced in This Course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2166557" y="2606794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2166557" y="3917455"/>
            <a:ext cx="9187243" cy="1085371"/>
          </a:xfrm>
          <a:prstGeom prst="rect">
            <a:avLst/>
          </a:prstGeom>
        </p:spPr>
        <p:txBody>
          <a:bodyPr lIns="182880" tIns="0" rIns="182880" bIns="0" anchor="ctr">
            <a:noAutofit/>
          </a:bodyPr>
          <a:lstStyle>
            <a:lvl1pPr marL="0" indent="0" algn="l">
              <a:buNone/>
              <a:defRPr sz="2133" b="0" i="0">
                <a:latin typeface="+mn-lt"/>
                <a:ea typeface="PS TT Commons Medium" charset="0"/>
                <a:cs typeface="PS TT Commons Medium" charset="0"/>
              </a:defRPr>
            </a:lvl1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700970" y="2606794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2" name="Rectangle 11"/>
          <p:cNvSpPr/>
          <p:nvPr userDrawn="1"/>
        </p:nvSpPr>
        <p:spPr>
          <a:xfrm>
            <a:off x="700970" y="3917455"/>
            <a:ext cx="1285875" cy="1085371"/>
          </a:xfrm>
          <a:prstGeom prst="rect">
            <a:avLst/>
          </a:prstGeom>
          <a:solidFill>
            <a:schemeClr val="bg1"/>
          </a:solidFill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22" hasCustomPrompt="1"/>
          </p:nvPr>
        </p:nvSpPr>
        <p:spPr>
          <a:xfrm>
            <a:off x="773968" y="2690682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  <p:sp>
        <p:nvSpPr>
          <p:cNvPr id="15" name="Picture Placeholder 7"/>
          <p:cNvSpPr>
            <a:spLocks noGrp="1"/>
          </p:cNvSpPr>
          <p:nvPr>
            <p:ph type="pic" sz="quarter" idx="23" hasCustomPrompt="1"/>
          </p:nvPr>
        </p:nvSpPr>
        <p:spPr>
          <a:xfrm>
            <a:off x="773968" y="4001343"/>
            <a:ext cx="1139881" cy="917595"/>
          </a:xfrm>
        </p:spPr>
        <p:txBody>
          <a:bodyPr anchor="ctr"/>
          <a:lstStyle>
            <a:lvl1pPr algn="ctr">
              <a:defRPr sz="1333"/>
            </a:lvl1pPr>
          </a:lstStyle>
          <a:p>
            <a:r>
              <a:rPr lang="en-US"/>
              <a:t>Insert Icon Here</a:t>
            </a:r>
          </a:p>
        </p:txBody>
      </p:sp>
    </p:spTree>
    <p:extLst>
      <p:ext uri="{BB962C8B-B14F-4D97-AF65-F5344CB8AC3E}">
        <p14:creationId xmlns:p14="http://schemas.microsoft.com/office/powerpoint/2010/main" val="2508888816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272241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711200" y="1830273"/>
            <a:ext cx="9824509" cy="568195"/>
          </a:xfrm>
        </p:spPr>
        <p:txBody>
          <a:bodyPr anchor="ctr"/>
          <a:lstStyle>
            <a:lvl1pPr marL="0" indent="0">
              <a:buNone/>
              <a:defRPr sz="3000" baseline="0">
                <a:latin typeface="+mj-lt"/>
              </a:defRPr>
            </a:lvl1pPr>
          </a:lstStyle>
          <a:p>
            <a:pPr lvl="0"/>
            <a:r>
              <a:rPr lang="en-US"/>
              <a:t>Click to Add Subtitle in Title Case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711698" y="237067"/>
            <a:ext cx="10036527" cy="812800"/>
          </a:xfrm>
          <a:prstGeom prst="rect">
            <a:avLst/>
          </a:prstGeom>
        </p:spPr>
        <p:txBody>
          <a:bodyPr lIns="91440" anchor="b">
            <a:no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sz="4000" spc="0" baseline="0">
                <a:latin typeface="+mj-lt"/>
              </a:defRPr>
            </a:lvl1pPr>
          </a:lstStyle>
          <a:p>
            <a:pPr lvl="0"/>
            <a:r>
              <a:rPr lang="en-US"/>
              <a:t>Click to Add Slide Title in Title Case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609600" y="1227961"/>
            <a:ext cx="10972800" cy="0"/>
          </a:xfrm>
          <a:prstGeom prst="line">
            <a:avLst/>
          </a:prstGeom>
          <a:noFill/>
          <a:ln w="57150" cap="flat" cmpd="sng" algn="ctr">
            <a:gradFill>
              <a:gsLst>
                <a:gs pos="0">
                  <a:srgbClr val="F05A28"/>
                </a:gs>
                <a:gs pos="100000">
                  <a:srgbClr val="EC0D7D"/>
                </a:gs>
              </a:gsLst>
              <a:lin ang="4800000" scaled="0"/>
            </a:gradFill>
            <a:prstDash val="solid"/>
            <a:headEnd type="none"/>
            <a:tailEnd type="none"/>
          </a:ln>
          <a:effectLst/>
        </p:spPr>
      </p:cxnSp>
      <p:sp>
        <p:nvSpPr>
          <p:cNvPr id="2" name="TextBox 1"/>
          <p:cNvSpPr txBox="1"/>
          <p:nvPr userDrawn="1"/>
        </p:nvSpPr>
        <p:spPr>
          <a:xfrm>
            <a:off x="1709531" y="728869"/>
            <a:ext cx="609600" cy="609600"/>
          </a:xfrm>
          <a:prstGeom prst="rect">
            <a:avLst/>
          </a:prstGeom>
        </p:spPr>
        <p:txBody>
          <a:bodyPr vert="horz" wrap="none" lIns="0" tIns="21980" rIns="43959" bIns="21980" rtlCol="0" anchor="b" anchorCtr="0">
            <a:noAutofit/>
          </a:bodyPr>
          <a:lstStyle/>
          <a:p>
            <a:pPr marL="0" marR="0" indent="0" algn="l" defTabSz="293016" rtl="0" eaLnBrk="1" fontAlgn="auto" latinLnBrk="0" hangingPunct="1">
              <a:lnSpc>
                <a:spcPct val="8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350" b="0" i="0" u="none" strike="noStrike" kern="1200" cap="none" spc="0" normalizeH="0" baseline="0" noProof="0" dirty="0">
              <a:ln>
                <a:noFill/>
              </a:ln>
              <a:solidFill>
                <a:srgbClr val="E5E5E5">
                  <a:lumMod val="10000"/>
                </a:srgbClr>
              </a:solidFill>
              <a:effectLst/>
              <a:uLnTx/>
              <a:uFillTx/>
              <a:latin typeface="PS TT Commons" charset="0"/>
              <a:ea typeface="PS TT Commons" charset="0"/>
              <a:cs typeface="PS TT Commo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402866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04_Content Slide (top title ba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object with a black border&#10;&#10;Description automatically generated with medium confidence">
            <a:extLst>
              <a:ext uri="{FF2B5EF4-FFF2-40B4-BE49-F238E27FC236}">
                <a16:creationId xmlns:a16="http://schemas.microsoft.com/office/drawing/2014/main" id="{6F592B98-E829-4D75-987C-E10A1777DF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BF004E1-6C6E-A41B-2708-AF445AAF3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7790" y="12448"/>
            <a:ext cx="10064239" cy="618171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734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Slide Title Goes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A0E15C9-D306-B736-F041-3C5729A18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0668" y="1316499"/>
            <a:ext cx="9778483" cy="4874096"/>
          </a:xfrm>
        </p:spPr>
        <p:txBody>
          <a:bodyPr>
            <a:noAutofit/>
          </a:bodyPr>
          <a:lstStyle>
            <a:lvl1pPr>
              <a:defRPr sz="2933" baseline="0">
                <a:latin typeface="Open Sans" panose="020B0606030504020204" pitchFamily="34" charset="0"/>
              </a:defRPr>
            </a:lvl1pPr>
            <a:lvl2pPr>
              <a:defRPr sz="2667" baseline="0">
                <a:latin typeface="Open Sans" panose="020B0606030504020204" pitchFamily="34" charset="0"/>
              </a:defRPr>
            </a:lvl2pPr>
            <a:lvl3pPr>
              <a:defRPr sz="2400" baseline="0">
                <a:latin typeface="Open Sans" panose="020B0606030504020204" pitchFamily="34" charset="0"/>
              </a:defRPr>
            </a:lvl3pPr>
            <a:lvl4pPr>
              <a:defRPr sz="2400" baseline="0">
                <a:latin typeface="Open Sans" panose="020B0606030504020204" pitchFamily="34" charset="0"/>
              </a:defRPr>
            </a:lvl4pPr>
            <a:lvl5pPr>
              <a:defRPr sz="2400" baseline="0">
                <a:latin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Picture 1" descr="A white object with a black border&#10;&#10;Description automatically generated with medium confidence">
            <a:extLst>
              <a:ext uri="{FF2B5EF4-FFF2-40B4-BE49-F238E27FC236}">
                <a16:creationId xmlns:a16="http://schemas.microsoft.com/office/drawing/2014/main" id="{1E03FF75-F906-DFC4-F2DB-E6A0D0C643B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94336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Content_No Bottom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D6CEA3E-C82D-A746-AACF-52839FCFD3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18161" y="-84666"/>
            <a:ext cx="10064239" cy="74740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4800">
                <a:solidFill>
                  <a:srgbClr val="FFFFFF"/>
                </a:solidFill>
                <a:latin typeface="Segoe Pro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9839" y="1086362"/>
            <a:ext cx="10052560" cy="4729361"/>
          </a:xfrm>
        </p:spPr>
        <p:txBody>
          <a:bodyPr>
            <a:noAutofit/>
          </a:bodyPr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1BFFD2-2A5F-1053-0E42-A89EDB7FA5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82880" y="6268720"/>
            <a:ext cx="1188721" cy="430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02762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theme" Target="../theme/theme2.xml"/><Relationship Id="rId15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38.xml"/><Relationship Id="rId15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40.xml"/><Relationship Id="rId17" Type="http://schemas.openxmlformats.org/officeDocument/2006/relationships/slideLayout" Target="../slideLayouts/slideLayout41.xml"/><Relationship Id="rId18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43.xml"/><Relationship Id="rId20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47.xml"/><Relationship Id="rId24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0.xml"/><Relationship Id="rId27" Type="http://schemas.openxmlformats.org/officeDocument/2006/relationships/slideLayout" Target="../slideLayouts/slideLayout51.xml"/><Relationship Id="rId28" Type="http://schemas.openxmlformats.org/officeDocument/2006/relationships/slideLayout" Target="../slideLayouts/slideLayout52.xml"/><Relationship Id="rId29" Type="http://schemas.openxmlformats.org/officeDocument/2006/relationships/slideLayout" Target="../slideLayouts/slideLayout53.xml"/><Relationship Id="rId30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57.xml"/><Relationship Id="rId34" Type="http://schemas.openxmlformats.org/officeDocument/2006/relationships/slideLayout" Target="../slideLayouts/slideLayout58.xml"/><Relationship Id="rId35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0.xml"/><Relationship Id="rId37" Type="http://schemas.openxmlformats.org/officeDocument/2006/relationships/slideLayout" Target="../slideLayouts/slideLayout61.xml"/><Relationship Id="rId38" Type="http://schemas.openxmlformats.org/officeDocument/2006/relationships/slideLayout" Target="../slideLayouts/slideLayout62.xml"/><Relationship Id="rId39" Type="http://schemas.openxmlformats.org/officeDocument/2006/relationships/slideLayout" Target="../slideLayouts/slideLayout63.xml"/><Relationship Id="rId40" Type="http://schemas.openxmlformats.org/officeDocument/2006/relationships/slideLayout" Target="../slideLayouts/slideLayout64.xml"/><Relationship Id="rId41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67.xml"/><Relationship Id="rId44" Type="http://schemas.openxmlformats.org/officeDocument/2006/relationships/slideLayout" Target="../slideLayouts/slideLayout68.xml"/><Relationship Id="rId45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0.xml"/><Relationship Id="rId47" Type="http://schemas.openxmlformats.org/officeDocument/2006/relationships/slideLayout" Target="../slideLayouts/slideLayout71.xml"/><Relationship Id="rId48" Type="http://schemas.openxmlformats.org/officeDocument/2006/relationships/slideLayout" Target="../slideLayouts/slideLayout72.xml"/><Relationship Id="rId49" Type="http://schemas.openxmlformats.org/officeDocument/2006/relationships/slideLayout" Target="../slideLayouts/slideLayout73.xml"/><Relationship Id="rId50" Type="http://schemas.openxmlformats.org/officeDocument/2006/relationships/slideLayout" Target="../slideLayouts/slideLayout74.xml"/><Relationship Id="rId51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77.xml"/><Relationship Id="rId54" Type="http://schemas.openxmlformats.org/officeDocument/2006/relationships/slideLayout" Target="../slideLayouts/slideLayout78.xml"/><Relationship Id="rId55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0.xml"/><Relationship Id="rId57" Type="http://schemas.openxmlformats.org/officeDocument/2006/relationships/slideLayout" Target="../slideLayouts/slideLayout81.xml"/><Relationship Id="rId58" Type="http://schemas.openxmlformats.org/officeDocument/2006/relationships/slideLayout" Target="../slideLayouts/slideLayout82.xml"/><Relationship Id="rId59" Type="http://schemas.openxmlformats.org/officeDocument/2006/relationships/slideLayout" Target="../slideLayouts/slideLayout83.xml"/><Relationship Id="rId60" Type="http://schemas.openxmlformats.org/officeDocument/2006/relationships/slideLayout" Target="../slideLayouts/slideLayout84.xml"/><Relationship Id="rId61" Type="http://schemas.openxmlformats.org/officeDocument/2006/relationships/slideLayout" Target="../slideLayouts/slideLayout85.xml"/><Relationship Id="rId62" Type="http://schemas.openxmlformats.org/officeDocument/2006/relationships/slideLayout" Target="../slideLayouts/slideLayout86.xml"/><Relationship Id="rId6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alphaModFix amt="0"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  <a:latin typeface="Segoe Pro" charset="0"/>
              </a:defRPr>
            </a:lvl1pPr>
          </a:lstStyle>
          <a:p>
            <a:fld id="{128B0A6C-EF38-9441-ADBF-8FE45FA6C46E}" type="datetimeFigureOut">
              <a:rPr lang="en-US" smtClean="0"/>
              <a:pPr/>
              <a:t>Sun, 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  <a:latin typeface="Segoe Pro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  <a:latin typeface="Segoe Pro" charset="0"/>
              </a:defRPr>
            </a:lvl1pPr>
          </a:lstStyle>
          <a:p>
            <a:fld id="{6D032D76-6BE4-154B-A130-37D069E4235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1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</p:sldLayoutIdLst>
  <p:txStyles>
    <p:titleStyle>
      <a:lvl1pPr algn="l" defTabSz="60958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Segoe Pro" charset="0"/>
          <a:ea typeface="+mn-ea"/>
          <a:cs typeface="+mn-cs"/>
        </a:defRPr>
      </a:lvl1pPr>
      <a:lvl2pPr marL="990575" indent="-380990" algn="l" defTabSz="609585" rtl="0" eaLnBrk="1" latinLnBrk="0" hangingPunct="1">
        <a:spcBef>
          <a:spcPct val="20000"/>
        </a:spcBef>
        <a:buFont typeface="Arial"/>
        <a:buChar char="•"/>
        <a:defRPr sz="3733" kern="1200">
          <a:solidFill>
            <a:schemeClr val="tx1"/>
          </a:solidFill>
          <a:latin typeface="Segoe Pro" charset="0"/>
          <a:ea typeface="+mn-ea"/>
          <a:cs typeface="+mn-cs"/>
        </a:defRPr>
      </a:lvl2pPr>
      <a:lvl3pPr marL="1523962" indent="-304792" algn="l" defTabSz="60958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Segoe Pro" charset="0"/>
          <a:ea typeface="+mn-ea"/>
          <a:cs typeface="+mn-cs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Segoe Pro" charset="0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Segoe Pro" charset="0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D795F9-FA16-4818-A4C7-40BE166CF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0865"/>
            <a:ext cx="10515600" cy="5438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Add Title in Title Case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16"/>
          <p:cNvSpPr txBox="1">
            <a:spLocks/>
          </p:cNvSpPr>
          <p:nvPr userDrawn="1"/>
        </p:nvSpPr>
        <p:spPr>
          <a:xfrm>
            <a:off x="8048978" y="-563485"/>
            <a:ext cx="4143022" cy="479867"/>
          </a:xfrm>
          <a:prstGeom prst="rect">
            <a:avLst/>
          </a:prstGeom>
        </p:spPr>
        <p:txBody>
          <a:bodyPr anchor="t"/>
          <a:lstStyle>
            <a:lvl1pPr marL="117452" indent="-117452" algn="l" defTabSz="586003" rtl="0" eaLnBrk="1" latinLnBrk="0" hangingPunct="1">
              <a:spcBef>
                <a:spcPts val="1800"/>
              </a:spcBef>
              <a:buClrTx/>
              <a:buSzPct val="100000"/>
              <a:buFont typeface="Myriad Pro" panose="020B0503030403020204" pitchFamily="34" charset="0"/>
              <a:buChar char=" "/>
              <a:defRPr sz="2400" b="0" i="0" kern="1200">
                <a:solidFill>
                  <a:schemeClr val="accent1"/>
                </a:solidFill>
                <a:latin typeface="+mn-lt"/>
                <a:ea typeface="Montserrat Light" charset="0"/>
                <a:cs typeface="Montserrat Light" charset="0"/>
              </a:defRPr>
            </a:lvl1pPr>
            <a:lvl2pPr marL="586003" indent="-288930" algn="l" defTabSz="586003" rtl="0" eaLnBrk="1" latinLnBrk="0" hangingPunct="1">
              <a:spcBef>
                <a:spcPts val="600"/>
              </a:spcBef>
              <a:buClrTx/>
              <a:buSzPct val="100000"/>
              <a:buFont typeface="Lucida Grande"/>
              <a:buChar char="-"/>
              <a:defRPr sz="2400" b="0" i="0" kern="1200">
                <a:solidFill>
                  <a:schemeClr val="accent1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883074" indent="-286898" algn="l" defTabSz="586003" rtl="0" eaLnBrk="1" latinLnBrk="0" hangingPunct="1">
              <a:spcBef>
                <a:spcPts val="600"/>
              </a:spcBef>
              <a:buClrTx/>
              <a:buSzPct val="100000"/>
              <a:buFont typeface="Lucida Grande"/>
              <a:buChar char="•"/>
              <a:defRPr sz="2400" b="0" i="0" kern="1200">
                <a:solidFill>
                  <a:schemeClr val="accent1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096724" indent="-213648" algn="l" defTabSz="586003" rtl="0" eaLnBrk="1" latinLnBrk="0" hangingPunct="1">
              <a:spcBef>
                <a:spcPts val="600"/>
              </a:spcBef>
              <a:buClrTx/>
              <a:buSzPct val="100000"/>
              <a:buFont typeface="Wingdings" panose="05000000000000000000" pitchFamily="2" charset="2"/>
              <a:buChar char="§"/>
              <a:defRPr sz="2400" b="0" i="0" kern="1200" baseline="0">
                <a:solidFill>
                  <a:schemeClr val="accent1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395829" indent="-299107" algn="l" defTabSz="586003" rtl="0" eaLnBrk="1" latinLnBrk="0" hangingPunct="1">
              <a:spcBef>
                <a:spcPts val="600"/>
              </a:spcBef>
              <a:buClrTx/>
              <a:buSzPct val="100000"/>
              <a:buFont typeface="Myriad Pro Light" panose="020B0403030403020204" pitchFamily="34" charset="0"/>
              <a:buChar char="-"/>
              <a:tabLst/>
              <a:defRPr sz="2400" b="0" i="0" kern="1200" baseline="0">
                <a:solidFill>
                  <a:schemeClr val="accent1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  <a:lvl6pPr marL="1609476" indent="-215680" algn="l" defTabSz="586003" rtl="0" eaLnBrk="1" latinLnBrk="0" hangingPunct="1">
              <a:spcBef>
                <a:spcPts val="448"/>
              </a:spcBef>
              <a:buClr>
                <a:schemeClr val="bg1">
                  <a:lumMod val="85000"/>
                </a:schemeClr>
              </a:buClr>
              <a:buSzPct val="70000"/>
              <a:buFont typeface="Lucida Grande"/>
              <a:buChar char="•"/>
              <a:defRPr sz="1467" b="0" i="0" kern="1200">
                <a:solidFill>
                  <a:schemeClr val="bg1">
                    <a:lumMod val="50000"/>
                  </a:schemeClr>
                </a:solidFill>
                <a:latin typeface="Myriad Pro Light"/>
                <a:ea typeface="+mn-ea"/>
                <a:cs typeface="Arial"/>
              </a:defRPr>
            </a:lvl6pPr>
            <a:lvl7pPr marL="3809023" indent="-293002" algn="l" defTabSz="586003" rtl="0" eaLnBrk="1" latinLnBrk="0" hangingPunct="1">
              <a:spcBef>
                <a:spcPct val="20000"/>
              </a:spcBef>
              <a:buFont typeface="Arial"/>
              <a:buChar char="•"/>
              <a:defRPr sz="25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95027" indent="-293002" algn="l" defTabSz="586003" rtl="0" eaLnBrk="1" latinLnBrk="0" hangingPunct="1">
              <a:spcBef>
                <a:spcPct val="20000"/>
              </a:spcBef>
              <a:buFont typeface="Arial"/>
              <a:buChar char="•"/>
              <a:defRPr sz="25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981028" indent="-293002" algn="l" defTabSz="586003" rtl="0" eaLnBrk="1" latinLnBrk="0" hangingPunct="1">
              <a:spcBef>
                <a:spcPct val="20000"/>
              </a:spcBef>
              <a:buFont typeface="Arial"/>
              <a:buChar char="•"/>
              <a:defRPr sz="25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ts val="2800"/>
              </a:lnSpc>
              <a:buNone/>
            </a:pPr>
            <a:r>
              <a:rPr lang="en-US" sz="1600" dirty="0">
                <a:solidFill>
                  <a:schemeClr val="tx1"/>
                </a:solidFill>
                <a:latin typeface="PS TT Commons Book" charset="0"/>
                <a:ea typeface="PS TT Commons Book" charset="0"/>
                <a:cs typeface="PS TT Commons Book" charset="0"/>
              </a:rPr>
              <a:t> Deck verision</a:t>
            </a:r>
            <a:r>
              <a:rPr lang="en-US" sz="1600" baseline="0" dirty="0">
                <a:solidFill>
                  <a:schemeClr val="tx1"/>
                </a:solidFill>
                <a:latin typeface="PS TT Commons Book" charset="0"/>
                <a:ea typeface="PS TT Commons Book" charset="0"/>
                <a:cs typeface="PS TT Commons Book" charset="0"/>
              </a:rPr>
              <a:t> </a:t>
            </a:r>
            <a:r>
              <a:rPr lang="en-US" sz="1600" b="1" dirty="0">
                <a:solidFill>
                  <a:schemeClr val="tx1"/>
                </a:solidFill>
                <a:latin typeface="+mn-lt"/>
                <a:ea typeface="PS TT Commons Book" charset="0"/>
                <a:cs typeface="PS TT Commons Book" charset="0"/>
              </a:rPr>
              <a:t>2021.07.a</a:t>
            </a:r>
          </a:p>
        </p:txBody>
      </p:sp>
    </p:spTree>
    <p:extLst>
      <p:ext uri="{BB962C8B-B14F-4D97-AF65-F5344CB8AC3E}">
        <p14:creationId xmlns:p14="http://schemas.microsoft.com/office/powerpoint/2010/main" val="2258350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  <p:sldLayoutId id="2147483691" r:id="rId16"/>
    <p:sldLayoutId id="2147483692" r:id="rId17"/>
    <p:sldLayoutId id="2147483693" r:id="rId18"/>
    <p:sldLayoutId id="2147483694" r:id="rId19"/>
    <p:sldLayoutId id="2147483695" r:id="rId20"/>
    <p:sldLayoutId id="2147483696" r:id="rId21"/>
    <p:sldLayoutId id="2147483697" r:id="rId22"/>
    <p:sldLayoutId id="2147483698" r:id="rId23"/>
    <p:sldLayoutId id="2147483699" r:id="rId24"/>
    <p:sldLayoutId id="2147483700" r:id="rId25"/>
    <p:sldLayoutId id="2147483701" r:id="rId26"/>
    <p:sldLayoutId id="2147483702" r:id="rId27"/>
    <p:sldLayoutId id="2147483703" r:id="rId28"/>
    <p:sldLayoutId id="2147483704" r:id="rId29"/>
    <p:sldLayoutId id="2147483705" r:id="rId30"/>
    <p:sldLayoutId id="2147483706" r:id="rId31"/>
    <p:sldLayoutId id="2147483707" r:id="rId32"/>
    <p:sldLayoutId id="2147483708" r:id="rId33"/>
    <p:sldLayoutId id="2147483709" r:id="rId34"/>
    <p:sldLayoutId id="2147483710" r:id="rId35"/>
    <p:sldLayoutId id="2147483711" r:id="rId36"/>
    <p:sldLayoutId id="2147483712" r:id="rId37"/>
    <p:sldLayoutId id="2147483713" r:id="rId38"/>
    <p:sldLayoutId id="2147483714" r:id="rId39"/>
    <p:sldLayoutId id="2147483715" r:id="rId40"/>
    <p:sldLayoutId id="2147483716" r:id="rId41"/>
    <p:sldLayoutId id="2147483717" r:id="rId42"/>
    <p:sldLayoutId id="2147483718" r:id="rId43"/>
    <p:sldLayoutId id="2147483719" r:id="rId44"/>
    <p:sldLayoutId id="2147483720" r:id="rId45"/>
    <p:sldLayoutId id="2147483721" r:id="rId46"/>
    <p:sldLayoutId id="2147483722" r:id="rId47"/>
    <p:sldLayoutId id="2147483723" r:id="rId48"/>
    <p:sldLayoutId id="2147483724" r:id="rId49"/>
    <p:sldLayoutId id="2147483725" r:id="rId50"/>
    <p:sldLayoutId id="2147483726" r:id="rId51"/>
    <p:sldLayoutId id="2147483727" r:id="rId52"/>
    <p:sldLayoutId id="2147483728" r:id="rId53"/>
    <p:sldLayoutId id="2147483729" r:id="rId54"/>
    <p:sldLayoutId id="2147483730" r:id="rId55"/>
    <p:sldLayoutId id="2147483731" r:id="rId56"/>
    <p:sldLayoutId id="2147483732" r:id="rId57"/>
    <p:sldLayoutId id="2147483733" r:id="rId58"/>
    <p:sldLayoutId id="2147483734" r:id="rId59"/>
    <p:sldLayoutId id="2147483735" r:id="rId60"/>
    <p:sldLayoutId id="2147483736" r:id="rId61"/>
    <p:sldLayoutId id="2147483737" r:id="rId62"/>
  </p:sldLayoutIdLst>
  <p:txStyles>
    <p:titleStyle>
      <a:lvl1pPr algn="ctr" defTabSz="914423" rtl="0" eaLnBrk="1" latinLnBrk="0" hangingPunct="1">
        <a:lnSpc>
          <a:spcPct val="90000"/>
        </a:lnSpc>
        <a:spcBef>
          <a:spcPct val="0"/>
        </a:spcBef>
        <a:buNone/>
        <a:defRPr sz="3734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2" marR="0" indent="-57152" algn="l" defTabSz="586017" rtl="0" eaLnBrk="1" fontAlgn="auto" latinLnBrk="0" hangingPunct="1">
        <a:lnSpc>
          <a:spcPct val="100000"/>
        </a:lnSpc>
        <a:spcBef>
          <a:spcPts val="1800"/>
        </a:spcBef>
        <a:spcAft>
          <a:spcPts val="0"/>
        </a:spcAft>
        <a:buClrTx/>
        <a:buSzPct val="75000"/>
        <a:buFont typeface="Myriad Pro" panose="020B0503030403020204" pitchFamily="34" charset="0"/>
        <a:buChar char=" 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86017" marR="0" indent="-288937" algn="l" defTabSz="586017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Tx/>
        <a:buSzPct val="75000"/>
        <a:buFont typeface="Lucida Grande"/>
        <a:buChar char="-"/>
        <a:tabLst/>
        <a:defRPr sz="2000" b="0" i="0" kern="1200" baseline="0">
          <a:solidFill>
            <a:schemeClr val="tx1"/>
          </a:solidFill>
          <a:latin typeface="PS TT Commons" charset="0"/>
          <a:ea typeface="PS TT Commons" charset="0"/>
          <a:cs typeface="PS TT Commons" charset="0"/>
        </a:defRPr>
      </a:lvl2pPr>
      <a:lvl3pPr marL="883097" marR="0" indent="-286905" algn="l" defTabSz="586017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Tx/>
        <a:buSzPct val="75000"/>
        <a:buFont typeface="Lucida Grande"/>
        <a:buChar char="•"/>
        <a:tabLst/>
        <a:defRPr sz="2000" b="0" i="0" kern="1200">
          <a:solidFill>
            <a:schemeClr val="tx1"/>
          </a:solidFill>
          <a:latin typeface="PS TT Commons" charset="0"/>
          <a:ea typeface="PS TT Commons" charset="0"/>
          <a:cs typeface="PS TT Commons" charset="0"/>
        </a:defRPr>
      </a:lvl3pPr>
      <a:lvl4pPr marL="1200181" marR="0" indent="-317508" algn="l" defTabSz="586017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Tx/>
        <a:buSzPct val="75000"/>
        <a:buFont typeface="Wingdings" panose="05000000000000000000" pitchFamily="2" charset="2"/>
        <a:buChar char="§"/>
        <a:tabLst/>
        <a:defRPr sz="2000" b="0" i="0" kern="1200">
          <a:solidFill>
            <a:schemeClr val="tx1"/>
          </a:solidFill>
          <a:latin typeface="PS TT Commons" charset="0"/>
          <a:ea typeface="PS TT Commons" charset="0"/>
          <a:cs typeface="PS TT Commons" charset="0"/>
        </a:defRPr>
      </a:lvl4pPr>
      <a:lvl5pPr marL="1371635" marR="0" indent="-274646" algn="l" defTabSz="586017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Tx/>
        <a:buSzPct val="75000"/>
        <a:buFont typeface="Myriad Pro Light" panose="020B0403030403020204" pitchFamily="34" charset="0"/>
        <a:buChar char="-"/>
        <a:tabLst/>
        <a:defRPr sz="2000" b="0" i="0" kern="1200">
          <a:solidFill>
            <a:schemeClr val="tx1"/>
          </a:solidFill>
          <a:latin typeface="PS TT Commons" charset="0"/>
          <a:ea typeface="PS TT Commons" charset="0"/>
          <a:cs typeface="PS TT Commons" charset="0"/>
        </a:defRPr>
      </a:lvl5pPr>
      <a:lvl6pPr marL="1719306" marR="0" indent="-292108" algn="l" defTabSz="586017" rtl="0" eaLnBrk="1" fontAlgn="auto" latinLnBrk="0" hangingPunct="1">
        <a:lnSpc>
          <a:spcPct val="100000"/>
        </a:lnSpc>
        <a:spcBef>
          <a:spcPts val="448"/>
        </a:spcBef>
        <a:spcAft>
          <a:spcPts val="0"/>
        </a:spcAft>
        <a:buClr>
          <a:srgbClr val="404040"/>
        </a:buClr>
        <a:buSzPct val="70000"/>
        <a:buFont typeface="Montserrat"/>
        <a:buChar char=" 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003475" marR="0" indent="-288933" algn="l" defTabSz="586017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70000"/>
        <a:buFont typeface="Montserrat"/>
        <a:buChar char=" 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057" marR="0" indent="-282582" algn="l" defTabSz="586017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70000"/>
        <a:buFont typeface="Montserrat"/>
        <a:buChar char=" 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571815" marR="0" indent="-285758" algn="l" defTabSz="586017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70000"/>
        <a:buFont typeface="Montserrat"/>
        <a:buChar char=" 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2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5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8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2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Claude Architect Foundations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4-hour O'Reilly Live Training</a:t>
            </a:r>
          </a:p>
          <a:p>
            <a:r>
              <a:t>Tim Warner | techtrainertim.com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 Warner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Microsoft MVP (Azure AI)</a:t>
            </a:r>
          </a:p>
          <a:p>
            <a:r>
              <a:t>Pluralsight Principal Author, 200+ courses, 1M+ learners</a:t>
            </a:r>
          </a:p>
          <a:p>
            <a:r>
              <a:t>O'Reilly Live Training instructor</a:t>
            </a:r>
          </a:p>
          <a:p>
            <a:r>
              <a:t>Microsoft Press / Pearson senior content developer</a:t>
            </a:r>
          </a:p>
          <a:p>
            <a:r>
              <a:t>28+ years on the Microsoft stack</a:t>
            </a:r>
          </a:p>
          <a:p>
            <a:r>
              <a:t>techtrainertim.com  |  github.com/timothywarner-org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Flow (4 Segments x 50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Segment 1 - Building AI Agents That Use Tools</a:t>
            </a:r>
          </a:p>
          <a:p>
            <a:r>
              <a:t>Segment 2 - Tool Design, Integration, and Claude Code Workflows</a:t>
            </a:r>
          </a:p>
          <a:p>
            <a:r>
              <a:t>Segment 3 - Prompt Engineering and Structured Output</a:t>
            </a:r>
          </a:p>
          <a:p>
            <a:r>
              <a:t>Segment 4 - Context Management, Reliability, and Production Strategy</a:t>
            </a:r>
          </a:p>
          <a:p/>
          <a:p>
            <a:r>
              <a:t>10-minute breaks between segments. Total 4 hours.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/>
              <a:t>"The model is non-deterministic. Your architecture cannot be."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SEGMENT 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you'll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customer support agent with backend tools</a:t>
            </a:r>
          </a:p>
          <a:p>
            <a:r>
              <a:t>Hook-enforced policy (refund cap, prerequisite checks)</a:t>
            </a:r>
          </a:p>
          <a:p>
            <a:r>
              <a:t>Structured escalation to human review</a:t>
            </a:r>
          </a:p>
          <a:p>
            <a:r>
              <a:t>By end of segment: you can sketch any agent topology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agentic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Send request -&gt; model emits content + stop_reason</a:t>
            </a:r>
          </a:p>
          <a:p>
            <a:r>
              <a:t>Read stop_reason -&gt; branch</a:t>
            </a:r>
          </a:p>
          <a:p>
            <a:r>
              <a:t>tool_use? Execute tool, append tool_result, loop</a:t>
            </a:r>
          </a:p>
          <a:p>
            <a:r>
              <a:t>end_turn? Return to user, done</a:t>
            </a:r>
          </a:p>
          <a:p>
            <a:r>
              <a:t>pause_turn? Resume in next request</a:t>
            </a:r>
          </a:p>
          <a:p/>
          <a:p>
            <a:r>
              <a:t>Never parse natural language to detect completion.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Coordinator + subagents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ONE coordinator holds the user-facing thread</a:t>
            </a:r>
          </a:p>
          <a:p>
            <a:r>
              <a:t>Subagents get isolated contexts via the Task tool</a:t>
            </a:r>
          </a:p>
          <a:p>
            <a:r>
              <a:t>Subagent returns its final answer to the parent, not its working notes</a:t>
            </a:r>
          </a:p>
          <a:p>
            <a:r>
              <a:t>Split when: own success criteria, own tool subset, own context discipline</a:t>
            </a:r>
          </a:p>
          <a:p>
            <a:r>
              <a:t>Don't split for splitting's sake. Two coordinators chatting = one slow agent.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Hooks: deterministic guarantees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PreToolUse  - gate a call before it runs</a:t>
            </a:r>
          </a:p>
          <a:p>
            <a:r>
              <a:t>PostToolUse - audit, transform, log</a:t>
            </a:r>
          </a:p>
          <a:p>
            <a:r>
              <a:t>SessionStart - inject context</a:t>
            </a:r>
          </a:p>
          <a:p>
            <a:r>
              <a:t>Stop        - final verification</a:t>
            </a:r>
          </a:p>
          <a:p/>
          <a:p>
            <a:r>
              <a:t>Hooks run as YOUR code, not the model's. Anything that MUST happen, hook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/>
              <a:t>DEMO: Customer support agent (15 min)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(5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Sketch architecture for a Developer Productivity scenario</a:t>
            </a:r>
          </a:p>
          <a:p>
            <a:r>
              <a:t>On paper or in chat: coordinator + 3 subagents + tool scope per agent</a:t>
            </a:r>
          </a:p>
          <a:p>
            <a:r>
              <a:t>What does each subagent specialize in?</a:t>
            </a:r>
          </a:p>
          <a:p>
            <a:r>
              <a:t>What's the success criterion for each?</a:t>
            </a:r>
          </a:p>
          <a:p>
            <a:r>
              <a:t>What tools does each get? (Cap each at ~5)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Segment 1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Branch on stop_reason, not on natural-language signals</a:t>
            </a:r>
          </a:p>
          <a:p>
            <a:r>
              <a:t>Coordinator + isolated subagents beats one giant context</a:t>
            </a:r>
          </a:p>
          <a:p>
            <a:r>
              <a:t>Hooks turn 'should' into 'must'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SEGMENT 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domains, one segment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Domain 2 - Tool Design &amp; MCP Integration (18% of blueprint)</a:t>
            </a:r>
          </a:p>
          <a:p>
            <a:r>
              <a:t>Domain 3 - Claude Code Configuration &amp; Workflows (20%)</a:t>
            </a:r>
          </a:p>
          <a:p>
            <a:r>
              <a:t>Combined = 38%, the biggest chunk of the cert</a:t>
            </a:r>
          </a:p>
          <a:p>
            <a:r>
              <a:t>Why combined? Claude Code IS the primary MCP-consuming surface</a:t>
            </a:r>
          </a:p>
          <a:p>
            <a:r>
              <a:t>You can't teach one without the other in production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definitions: name + description + input_schema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name        - how the model invokes it</a:t>
            </a:r>
          </a:p>
          <a:p>
            <a:r>
              <a:t>description - STRONGLY recommended, drives selection</a:t>
            </a:r>
          </a:p>
          <a:p>
            <a:r>
              <a:t>input_schema - JSON Schema draft 2020-12 (type, properties, required)</a:t>
            </a:r>
          </a:p>
          <a:p>
            <a:r>
              <a:t>Optional: cache_control ephemeral (5m or 1h), strict: true</a:t>
            </a:r>
          </a:p>
          <a:p/>
          <a:p>
            <a:r>
              <a:t>Tool DESCRIPTIONS do the work, not tool NAMES.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Structured tool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Anti-pattern: raise exceptions from tool implementations</a:t>
            </a:r>
          </a:p>
          <a:p>
            <a:r>
              <a:t>Anti-pattern: return empty strings on failure</a:t>
            </a:r>
          </a:p>
          <a:p>
            <a:r>
              <a:t>Pattern: return tool_result content with is_error: true</a:t>
            </a:r>
          </a:p>
          <a:p>
            <a:r>
              <a:t>Add structured fields: errorCategory, isRetryable</a:t>
            </a:r>
          </a:p>
          <a:p>
            <a:r>
              <a:t>Model can then decide: retry, fall back, or escalate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tool_choice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 - model decides (default)</a:t>
            </a:r>
          </a:p>
          <a:p>
            <a:r>
              <a:t>any  - must call SOME tool</a:t>
            </a:r>
          </a:p>
          <a:p>
            <a:r>
              <a:t>tool - must call THIS specific tool (force the schema)</a:t>
            </a:r>
          </a:p>
          <a:p>
            <a:r>
              <a:t>none - no tools allowed</a:t>
            </a:r>
          </a:p>
          <a:p/>
          <a:p>
            <a:r>
              <a:t>Force structured output: tool_choice {type: tool, name: extract_X}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 agents at ~5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More tools = worse selection accuracy</a:t>
            </a:r>
          </a:p>
          <a:p>
            <a:r>
              <a:t>Beyond 5: split into subagents with scoped tool sets</a:t>
            </a:r>
          </a:p>
          <a:p>
            <a:r>
              <a:t>Specificity in descriptions beats quantity of tools</a:t>
            </a:r>
          </a:p>
          <a:p>
            <a:r>
              <a:t>Anti-pattern: dump 30 tools into one agent because 'flexibility'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MCP server config (.mcp.json)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Three transports: stdio, SSE, HTTP</a:t>
            </a:r>
          </a:p>
          <a:p>
            <a:r>
              <a:t>stdio: command + args + env (local subprocess)</a:t>
            </a:r>
          </a:p>
          <a:p>
            <a:r>
              <a:t>SSE / HTTP: type + url + headers (remote)</a:t>
            </a:r>
          </a:p>
          <a:p>
            <a:r>
              <a:t>${ENV_VAR} expansion works in env, args, AND headers</a:t>
            </a:r>
          </a:p>
          <a:p>
            <a:r>
              <a:t>Project: ./.mcp.json    User: ~/.claude.json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/>
              <a:t>DEMO A: MCP config walkthrough (10 min)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CLAUDE.md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   ~/.claude/CLAUDE.md           - your machine, every project</a:t>
            </a:r>
          </a:p>
          <a:p>
            <a:r>
              <a:t>Project ./CLAUDE.md                   - team conventions, in git</a:t>
            </a:r>
          </a:p>
          <a:p>
            <a:r>
              <a:t>Subtree ./&lt;subdir&gt;/CLAUDE.md         - on-demand when files in subdir are read</a:t>
            </a:r>
          </a:p>
          <a:p>
            <a:r>
              <a:t>Local   ./CLAUDE.local.md             - gitignored personal override</a:t>
            </a:r>
          </a:p>
          <a:p/>
          <a:p>
            <a:r>
              <a:t>Agent SDK: settingSources [user, project] loads both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mode vs. headless mode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Plan mode    - interactive, proposes plan, waits for approval. Default.</a:t>
            </a:r>
          </a:p>
          <a:p>
            <a:r>
              <a:t>Headless     - claude -p 'prompt', non-interactive, pipe-friendly</a:t>
            </a:r>
          </a:p>
          <a:p>
            <a:r>
              <a:t>             - --output-format json|stream-json for parsing</a:t>
            </a:r>
          </a:p>
          <a:p>
            <a:r>
              <a:t>             - --allowedTools 'Read,Edit,Bash' to scope</a:t>
            </a:r>
          </a:p>
          <a:p/>
          <a:p>
            <a:r>
              <a:t>Headless = THE CI/CD answer. Pre-commit hooks. PR review. Release notes.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/>
              <a:t>DEMO B: CLAUDE.md hierarchy + claude -p (5 min)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(5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Design a CLAUDE.md hierarchy for a 3-team monorepo</a:t>
            </a:r>
          </a:p>
          <a:p>
            <a:r>
              <a:t>Teams: backend (Go), frontend (React/TS), infra (Terraform)</a:t>
            </a:r>
          </a:p>
          <a:p>
            <a:r>
              <a:t>Each team has different conventions</a:t>
            </a:r>
          </a:p>
          <a:p>
            <a:r>
              <a:t>Where does each rule go? User, project, subtree, or .claude/rules?</a:t>
            </a:r>
          </a:p>
          <a:p>
            <a:r>
              <a:t>What goes in .claude/rules/ with paths: globs?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Segment 2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Descriptions, not names, drive tool selection</a:t>
            </a:r>
          </a:p>
          <a:p>
            <a:r>
              <a:t>.mcp.json: three transports, ${ENV} expansion, secrets in env never in file</a:t>
            </a:r>
          </a:p>
          <a:p>
            <a:r>
              <a:t>CLAUDE.md hierarchy is additive; claude -p is your CI/CD primitive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SEGMENT 03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you'll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 invoice extractor with Pydantic schema</a:t>
            </a:r>
          </a:p>
          <a:p>
            <a:r>
              <a:t>tool_choice forces the model to return validated JSON</a:t>
            </a:r>
          </a:p>
          <a:p>
            <a:r>
              <a:t>Validation-retry loop handles malformed output</a:t>
            </a:r>
          </a:p>
          <a:p>
            <a:r>
              <a:t>3 invoices: clean, missing field, ambiguous line item</a:t>
            </a:r>
          </a:p>
          <a:p>
            <a:r>
              <a:t>By end of segment: you can extract structured data from anything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Precise prompts &gt; vague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 specific: format, edge cases, missing-data handling</a:t>
            </a:r>
          </a:p>
          <a:p>
            <a:r>
              <a:t>Plausible hallucinations: model invents values for nullable fields</a:t>
            </a:r>
          </a:p>
          <a:p>
            <a:r>
              <a:t>Fix: explicit 'return null if not directly stated' instruction</a:t>
            </a:r>
          </a:p>
          <a:p>
            <a:r>
              <a:t>Inconsistent formats: 'cotton blend' vs 'Cotton/Polyester mix'</a:t>
            </a:r>
          </a:p>
          <a:p>
            <a:r>
              <a:t>Fix: 2-3 few-shot examples, not lower temperature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JSON schema via tool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Define a Pydantic model with your fields</a:t>
            </a:r>
          </a:p>
          <a:p>
            <a:r>
              <a:t>2. Convert to JSON Schema (model.model_json_schema())</a:t>
            </a:r>
          </a:p>
          <a:p>
            <a:r>
              <a:t>3. Register as a tool's input_schema</a:t>
            </a:r>
          </a:p>
          <a:p>
            <a:r>
              <a:t>4. Set tool_choice {type: tool, name: &lt;your_schema&gt;}</a:t>
            </a:r>
          </a:p>
          <a:p>
            <a:r>
              <a:t>5. Model's tool_use input is now guaranteed to match the schema</a:t>
            </a:r>
          </a:p>
          <a:p/>
          <a:p>
            <a:r>
              <a:t>Optional: strict: true on the tool for guaranteed validation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 + retry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Effective: format errors, JSON parse failures, schema mismatches</a:t>
            </a:r>
          </a:p>
          <a:p>
            <a:r>
              <a:t>    -&gt; append the error string as a user turn, retry</a:t>
            </a:r>
          </a:p>
          <a:p>
            <a:r>
              <a:t>    -&gt; succeeds in 2-3 attempts</a:t>
            </a:r>
          </a:p>
          <a:p>
            <a:r>
              <a:t>Ineffective: knowledge gaps, ambiguous source data</a:t>
            </a:r>
          </a:p>
          <a:p>
            <a:r>
              <a:t>    -&gt; retries DO NOT help</a:t>
            </a:r>
          </a:p>
          <a:p>
            <a:r>
              <a:t>    -&gt; cap at 2-3, then escalate to human review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Confidence-based routing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Have the model output field-level confidence: high | medium | low</a:t>
            </a:r>
          </a:p>
          <a:p>
            <a:r>
              <a:t>Route: high -&gt; automated, medium -&gt; spot-check, low -&gt; human</a:t>
            </a:r>
          </a:p>
          <a:p>
            <a:r>
              <a:t>CRITICAL: validate accuracy by document type AND field</a:t>
            </a:r>
          </a:p>
          <a:p>
            <a:r>
              <a:t>Aggregate 95% accuracy can mask 60% accuracy on specific segments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/>
              <a:t>DEMO: Invoice extractor live build (20 min)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(5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Design an extraction schema for a domain you know</a:t>
            </a:r>
          </a:p>
          <a:p>
            <a:r>
              <a:t>Fields: required vs Optional[]</a:t>
            </a:r>
          </a:p>
          <a:p>
            <a:r>
              <a:t>Add a confidence Literal: 'high' | 'medium' | 'low'</a:t>
            </a:r>
          </a:p>
          <a:p>
            <a:r>
              <a:t>Add a notes Optional[str] for ambiguity</a:t>
            </a:r>
          </a:p>
          <a:p>
            <a:r>
              <a:t>Share your schema in chat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Segment 3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Pydantic + tool_choice tool = guaranteed valid JSON</a:t>
            </a:r>
          </a:p>
          <a:p>
            <a:r>
              <a:t>Few-shot examples beat temperature changes</a:t>
            </a:r>
          </a:p>
          <a:p>
            <a:r>
              <a:t>Retries help format errors; retries do NOT help missing info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SEGMENT 04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 preservation in long sessions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Pin case-facts at the top of every turn</a:t>
            </a:r>
          </a:p>
          <a:p>
            <a:r>
              <a:t>Summarize resolved turns into narrative</a:t>
            </a:r>
          </a:p>
          <a:p>
            <a:r>
              <a:t>Keep verbatim history ONLY for the active issue</a:t>
            </a:r>
          </a:p>
          <a:p>
            <a:r>
              <a:t>Prune verbose tool outputs - extract the fields you used, drop the rest</a:t>
            </a:r>
          </a:p>
          <a:p>
            <a:r>
              <a:t>Application-side filtering, before the next turn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Escalation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Honor explicit human requests IMMEDIATELY</a:t>
            </a:r>
          </a:p>
          <a:p>
            <a:r>
              <a:t>    'I want a human NOW' = escalate, don't clarify, don't try one more tool</a:t>
            </a:r>
          </a:p>
          <a:p>
            <a:r>
              <a:t>Pass STRUCTURED summary to the human queue, not the transcript</a:t>
            </a:r>
          </a:p>
          <a:p>
            <a:r>
              <a:t>Never escalate on sentiment alone (frustration != complexity)</a:t>
            </a:r>
          </a:p>
          <a:p>
            <a:r>
              <a:t>Confidence-based escalation: low confidence -&gt; human review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Error propagation in multi-agent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Subagents return structured error context, not silently empty results</a:t>
            </a:r>
          </a:p>
          <a:p>
            <a:r>
              <a:t>Parent decides: retry, fall back to alternate subagent, or escalate</a:t>
            </a:r>
          </a:p>
          <a:p>
            <a:r>
              <a:t>Never swallow exceptions in tool implementations</a:t>
            </a:r>
          </a:p>
          <a:p>
            <a:r>
              <a:t>Tool errors as tool_result content with is_error: true</a:t>
            </a:r>
          </a:p>
          <a:p>
            <a:r>
              <a:t>Application exceptions crash the agent. Structured errors let it recover.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Provenance and source attribution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Synthesis agents MUST preserve claim-&gt;source mappings from subagents</a:t>
            </a:r>
          </a:p>
          <a:p>
            <a:r>
              <a:t>Each subagent returns {claim, evidence, source, confidence}</a:t>
            </a:r>
          </a:p>
          <a:p>
            <a:r>
              <a:t>Synthesis agent keeps the source field on every claim it surfaces</a:t>
            </a:r>
          </a:p>
          <a:p>
            <a:r>
              <a:t>Include publication dates for dated information</a:t>
            </a:r>
          </a:p>
          <a:p>
            <a:r>
              <a:t>Anti-pattern: synthesis prose with no attribution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/>
              <a:t>DEMO: Context compaction (10 min)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triage exercise (5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For each failure, name the design fix:</a:t>
            </a:r>
          </a:p>
          <a:p>
            <a:r>
              <a:t>(a) Agent picked wrong tool for the task</a:t>
            </a:r>
          </a:p>
          <a:p>
            <a:r>
              <a:t>(b) Refund processed for $847 against $500 policy</a:t>
            </a:r>
          </a:p>
          <a:p>
            <a:r>
              <a:t>(c) Synthesis output has no source attributions</a:t>
            </a:r>
          </a:p>
          <a:p>
            <a:r>
              <a:t>(d) Agent escalated because user said 'I'm frustrated'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built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Customer support agent with hook-enforced policy</a:t>
            </a:r>
          </a:p>
          <a:p>
            <a:r>
              <a:t>Configured Claude Code env with .mcp.json + CLAUDE.md hierarchy</a:t>
            </a:r>
          </a:p>
          <a:p>
            <a:r>
              <a:t>Invoice extractor with schema enforcement + validation retry</a:t>
            </a:r>
          </a:p>
          <a:p>
            <a:r>
              <a:t>Production reliability mental model: context, escalation, errors, provenance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About the CCA-F certification (2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Anthropic's Claude Certified Architect: Foundations exam</a:t>
            </a:r>
          </a:p>
          <a:p>
            <a:r>
              <a:t>Not publicly available yet (as of May 2026)</a:t>
            </a:r>
          </a:p>
          <a:p>
            <a:r>
              <a:t>When it lands, the 5-domain blueprint is your study scaffold:</a:t>
            </a:r>
          </a:p>
          <a:p>
            <a:r>
              <a:t>  1. Agentic Architecture (27%)   - covered in Segment 1</a:t>
            </a:r>
          </a:p>
          <a:p>
            <a:r>
              <a:t>  2. Tool Design / MCP (18%)      - covered in Segment 2</a:t>
            </a:r>
          </a:p>
          <a:p>
            <a:r>
              <a:t>  3. Claude Code (20%)            - covered in Segment 2</a:t>
            </a:r>
          </a:p>
          <a:p>
            <a:r>
              <a:t>  4. Prompt Engineering (20%)     - covered in Segment 3</a:t>
            </a:r>
          </a:p>
          <a:p>
            <a:r>
              <a:t>  5. Context / Reliability (15%)  - covered in Segment 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Repo: github.com/timothywarner-org/claude-architect</a:t>
            </a:r>
          </a:p>
          <a:p>
            <a:r>
              <a:t>Reference files: domain-1-agentic.md through domain-5-context.md</a:t>
            </a:r>
          </a:p>
          <a:p>
            <a:r>
              <a:t>Anthropic Academy: anthropic.skilljar.com (watch for exam launch)</a:t>
            </a:r>
          </a:p>
          <a:p>
            <a:r>
              <a:t>Anthropic docs: docs.claude.com</a:t>
            </a:r>
          </a:p>
          <a:p>
            <a:r>
              <a:t>Anthropic cookbooks: github.com/anthropics/anthropic-cookbook</a:t>
            </a:r>
          </a:p>
          <a:p/>
          <a:p>
            <a:r>
              <a:t>Next: wire one of today's patterns into a real workflow THIS WEEK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Tim Warner | techtrainertim.com</a:t>
            </a:r>
          </a:p>
          <a:p>
            <a:r>
              <a:t>github.com/timothywarner-org/claude-architect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Standard_LiveLessons_2017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tandard_LiveLessons_2016.potm" id="{8C1633E9-E98A-446F-92F4-E3D84D4249FA}" vid="{A44C486B-6B48-42BE-B4AA-FE194AC1400B}"/>
    </a:ext>
  </a:extLst>
</a:theme>
</file>

<file path=ppt/theme/theme3.xml><?xml version="1.0" encoding="utf-8"?>
<a:theme xmlns:a="http://schemas.openxmlformats.org/drawingml/2006/main" name="PSTTCommons">
  <a:themeElements>
    <a:clrScheme name="F15B2A">
      <a:dk1>
        <a:srgbClr val="404040"/>
      </a:dk1>
      <a:lt1>
        <a:srgbClr val="FFFFFF"/>
      </a:lt1>
      <a:dk2>
        <a:srgbClr val="303030"/>
      </a:dk2>
      <a:lt2>
        <a:srgbClr val="E5E5E5"/>
      </a:lt2>
      <a:accent1>
        <a:srgbClr val="F15B2A"/>
      </a:accent1>
      <a:accent2>
        <a:srgbClr val="2A9FBC"/>
      </a:accent2>
      <a:accent3>
        <a:srgbClr val="2D2D2D"/>
      </a:accent3>
      <a:accent4>
        <a:srgbClr val="A62E5C"/>
      </a:accent4>
      <a:accent5>
        <a:srgbClr val="9BC850"/>
      </a:accent5>
      <a:accent6>
        <a:srgbClr val="675BA7"/>
      </a:accent6>
      <a:hlink>
        <a:srgbClr val="2A9FBC"/>
      </a:hlink>
      <a:folHlink>
        <a:srgbClr val="2A9FBC"/>
      </a:folHlink>
    </a:clrScheme>
    <a:fontScheme name="PSTTCommons">
      <a:majorFont>
        <a:latin typeface="PS TT Commons Light"/>
        <a:ea typeface=""/>
        <a:cs typeface=""/>
      </a:majorFont>
      <a:minorFont>
        <a:latin typeface="PS TT Commons D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0" tIns="32970" rIns="65939" bIns="32970" rtlCol="0" anchor="b" anchorCtr="0">
        <a:noAutofit/>
      </a:bodyPr>
      <a:lstStyle>
        <a:defPPr marL="0" marR="0" indent="0" algn="l" defTabSz="439502" rtl="0" eaLnBrk="1" fontAlgn="auto" latinLnBrk="0" hangingPunct="1">
          <a:lnSpc>
            <a:spcPct val="85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kumimoji="0" sz="3525" b="0" i="0" u="none" strike="noStrike" kern="1200" cap="none" spc="0" normalizeH="0" baseline="0" noProof="0" dirty="0" smtClean="0">
            <a:ln>
              <a:noFill/>
            </a:ln>
            <a:solidFill>
              <a:srgbClr val="E5E5E5">
                <a:lumMod val="10000"/>
              </a:srgbClr>
            </a:solidFill>
            <a:effectLst/>
            <a:uLnTx/>
            <a:uFillTx/>
            <a:latin typeface="PS TT Commons" charset="0"/>
            <a:ea typeface="PS TT Commons" charset="0"/>
            <a:cs typeface="PS TT Commons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STTCommons" id="{415A3CED-455C-48C1-87D2-6E28B4E15F13}" vid="{B499725F-017E-4D18-8546-0C7168FF9622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835</TotalTime>
  <Words>5685</Words>
  <Application>Microsoft Office PowerPoint</Application>
  <PresentationFormat>Widescreen</PresentationFormat>
  <Paragraphs>298</Paragraphs>
  <Slides>76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76</vt:i4>
      </vt:variant>
    </vt:vector>
  </HeadingPairs>
  <TitlesOfParts>
    <vt:vector size="100" baseType="lpstr">
      <vt:lpstr>Aptos</vt:lpstr>
      <vt:lpstr>Arial</vt:lpstr>
      <vt:lpstr>Calibri</vt:lpstr>
      <vt:lpstr>Consolas</vt:lpstr>
      <vt:lpstr>Gotham Medium</vt:lpstr>
      <vt:lpstr>JetBrains Mono</vt:lpstr>
      <vt:lpstr>Lucida Grande</vt:lpstr>
      <vt:lpstr>Montserrat</vt:lpstr>
      <vt:lpstr>Myriad Pro</vt:lpstr>
      <vt:lpstr>Myriad Pro Light</vt:lpstr>
      <vt:lpstr>Open Sans</vt:lpstr>
      <vt:lpstr>PS TT Commons</vt:lpstr>
      <vt:lpstr>PS TT Commons Book</vt:lpstr>
      <vt:lpstr>PS TT Commons DemiBold</vt:lpstr>
      <vt:lpstr>PS TT Commons Light</vt:lpstr>
      <vt:lpstr>PS TT Commons Medium</vt:lpstr>
      <vt:lpstr>Roboto Mono</vt:lpstr>
      <vt:lpstr>Segoe Pro</vt:lpstr>
      <vt:lpstr>Segoe UI</vt:lpstr>
      <vt:lpstr>Wingdings</vt:lpstr>
      <vt:lpstr>Wingdings 3</vt:lpstr>
      <vt:lpstr>Office Theme</vt:lpstr>
      <vt:lpstr>Standard_LiveLessons_2017</vt:lpstr>
      <vt:lpstr>PSTTCommons</vt:lpstr>
      <vt:lpstr>PowerPoint Presentation</vt:lpstr>
      <vt:lpstr>Tim Warner</vt:lpstr>
      <vt:lpstr>Course Flow (Central Time Zone)</vt:lpstr>
      <vt:lpstr>Course materials</vt:lpstr>
      <vt:lpstr>Session Recording + Badge</vt:lpstr>
      <vt:lpstr>Session Recording + Badge</vt:lpstr>
      <vt:lpstr>Session Recording + Badge</vt:lpstr>
      <vt:lpstr>Mobile Browser: learning.oreilly.com</vt:lpstr>
      <vt:lpstr>O'Reilly Mobile App</vt:lpstr>
      <vt:lpstr>Session Recording + Badge</vt:lpstr>
      <vt:lpstr>Questions?</vt:lpstr>
      <vt:lpstr>Keeping an LLM on task be like…</vt:lpstr>
      <vt:lpstr>LLM Multi-Modal Processing</vt:lpstr>
      <vt:lpstr>Tokenization Process in LLMs</vt:lpstr>
      <vt:lpstr>Context Window</vt:lpstr>
      <vt:lpstr>Context Length</vt:lpstr>
      <vt:lpstr>PowerPoint Presentation</vt:lpstr>
      <vt:lpstr>PowerPoint Presentation</vt:lpstr>
      <vt:lpstr>PowerPoint Presentation</vt:lpstr>
      <vt:lpstr> </vt:lpstr>
      <vt:lpstr> </vt:lpstr>
      <vt:lpstr> </vt:lpstr>
      <vt:lpstr> </vt:lpstr>
      <vt:lpstr> </vt:lpstr>
      <vt:lpstr> </vt:lpstr>
      <vt:lpstr> </vt:lpstr>
      <vt:lpstr> </vt:lpstr>
      <vt:lpstr> </vt:lpstr>
      <vt:lpstr>Machine Learning (ML) lifecycle</vt:lpstr>
      <vt:lpstr>Neural Network</vt:lpstr>
      <vt:lpstr>Neural Network</vt:lpstr>
      <vt:lpstr>Thank you!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 Warner</cp:lastModifiedBy>
  <cp:revision>8</cp:revision>
  <dcterms:created xsi:type="dcterms:W3CDTF">2013-01-27T09:14:16Z</dcterms:created>
  <dcterms:modified xsi:type="dcterms:W3CDTF">2026-04-27T13:45:37Z</dcterms:modified>
  <cp:category/>
</cp:coreProperties>
</file>
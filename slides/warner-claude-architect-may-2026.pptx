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 id="2147483675" r:id="rId3"/>
  </p:sldMasterIdLst>
  <p:notesMasterIdLst>
    <p:notesMasterId r:id="rId80"/>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snapToObjects="1">
      <p:cViewPr varScale="1">
        <p:scale>
          <a:sx n="52" d="100"/>
          <a:sy n="52" d="100"/>
        </p:scale>
        <p:origin x="948" y="96"/>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92D6DA-8126-4611-8BFF-C38E5D4B7FBB}" type="datetimeFigureOut">
              <a:rPr lang="en-US" smtClean="0"/>
              <a:t>Sun, 4/26/2026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F69EC4-EFDF-4EB6-B23C-354402B49483}" type="slidenum">
              <a:rPr lang="en-US" smtClean="0"/>
              <a:t>‹#›</a:t>
            </a:fld>
            <a:endParaRPr lang="en-US"/>
          </a:p>
        </p:txBody>
      </p:sp>
    </p:spTree>
    <p:extLst>
      <p:ext uri="{BB962C8B-B14F-4D97-AF65-F5344CB8AC3E}">
        <p14:creationId xmlns:p14="http://schemas.microsoft.com/office/powerpoint/2010/main" val="846345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This is the cold open. One slide, one job - tell the room what they showed up for and what they walk away with.</a:t>
            </a:r>
          </a:p>
          <a:p>
            <a:r>
              <a:t>Welcome to Claude Architect Foundations. Four hours, four segments, five teaching notebooks plus one self-study deep dive. This is a skills-first course - we build production-grade agents, tool surfaces, and structured-extraction pipelines using the same patterns that Anthropic teaches in their official cookbook. We cover the CCA-F certification at the end, but we earn that conversation by shipping the skills first.</a:t>
            </a:r>
          </a:p>
          <a:p>
            <a:r>
              <a:t>You will write Python. You will branch on stop_reason. You will register MCP servers. You will force schema-conformant output via tool_choice. By the end of segment 4 you will have rebuilt every pattern this course teaches inside notebooks that run against the live API. No slideware demos. No hand-waving.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30-second bio. The room needs to know who they're spending four hours with.</a:t>
            </a:r>
          </a:p>
          <a:p>
            <a:r>
              <a:t>I'm Tim Warner. Microsoft MVP focused on Azure AI, Pluralsight Principal Author with 200+ courses and over a million learners, O'Reilly Live Training instructor, and a senior content developer for Microsoft Press and Pearson. Twenty-eight years on the Microsoft stack. I teach Feynman-style - first principles, no fluff, real demos, push back on bad practice when I see it.</a:t>
            </a:r>
          </a:p>
          <a:p>
            <a:r>
              <a:t>If you want production patterns and live builds, you're in the right room. If you want a slide deck full of architecture diagrams and zero code, you booked the wrong session.</a:t>
            </a:r>
          </a:p>
          <a:p>
            <a:r>
              <a:t>techtrainertim.com is where the longer-form content lives. The repo for this course is github.com/timothywarner-org/claude-architect - clone it now if you haven't already.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The four-hour arc in one slide. Four segments, 50 minutes each, with 10-minute breaks between them.</a:t>
            </a:r>
          </a:p>
          <a:p>
            <a:r>
              <a:t>[Segment 1 - Building AI Agents That Use Tools]: Domain 1 of the CCA-F blueprint, 27% of the exam, the single heaviest domain. Live build: customer support agent with hook-enforced policy.</a:t>
            </a:r>
          </a:p>
          <a:p>
            <a:r>
              <a:t>[Segment 2 - Tool Design, Integration, and Claude Code Workflows]: Domains 2 plus 3, combined 38% of the exam. The biggest pairing. Tool descriptions, MCP, structured errors, CLAUDE.md hierarchy, claude -p headless.</a:t>
            </a:r>
          </a:p>
          <a:p>
            <a:r>
              <a:t>[Segment 3 - Structured Output, Context, and Production Reliability]: Domains 4 plus 5, combined 35% of the exam. The Pydantic + forced tool_choice + validation retry pattern. Plus context discipline and escalation.</a:t>
            </a:r>
          </a:p>
          <a:p>
            <a:r>
              <a:t>[Segment 4 - CCA-F Certification Capstone]: 50-minute cert briefing plus 10 weighted practice questions plus take-home punchlist. We earn this segment after building the skills.</a:t>
            </a:r>
          </a:p>
          <a:p>
            <a:r>
              <a:t>[Plus self-study: Segment 2.5 - Control Surfaces and the Console Asset Surface]: Not on the 4-hour clock. The off-clock notebook is the highest exam-objective density in the repo. Bookmark it and re-walk it before sitting the exam.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Frame the entire course in one sentence, then earn that sentence over the next four hours.</a:t>
            </a:r>
          </a:p>
          <a:p>
            <a:r>
              <a:t>The model is non-deterministic. Your architecture cannot be. Hooks are deterministic. Schemas are deterministic. Application-layer intercepts are deterministic. The model itself isn't - it's the right tool for ambiguous, context-sensitive decisions, but the system around it has to hold.</a:t>
            </a:r>
          </a:p>
          <a:p>
            <a:r>
              <a:t>Every demo today is an instance of that pattern. A non-deterministic kernel inside a deterministic shell. When the model wobbles, the shell catches it. When the model behaves, the shell stays out of the way. That's the production architect's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Section divider for Segment 1. We're spending 50 minutes on the heaviest domain on the exam.</a:t>
            </a:r>
          </a:p>
          <a:p>
            <a:r>
              <a:t>Segment 1 is Domain 1 - Agentic Architecture and Orchestration. 27% of the CCA-F blueprint, the single biggest weighting. Live build: a customer support agent with four tools, a PreToolUse hook that enforces a refund cap, and a coordinator-subagent demo showing context isolation. Notebook is segment-1-customer-support-agent.ipynb. Run cells as we 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Set expectations for the live build. What you walk away with, what to watch for, what NOT to fear.</a:t>
            </a:r>
          </a:p>
          <a:p>
            <a:r>
              <a:t>[A customer support agent with 4 tools (lookup + refund + escalate)]: Four tools is the floor before tool-selection accuracy starts to degrade. We'll wire get_customer, lookup_order, process_refund, and escalate_to_human.</a:t>
            </a:r>
          </a:p>
          <a:p>
            <a:r>
              <a:t>[Hook-enforced policy - the $500 refund cap can't be talked around]: This is the load-bearing demo beat. The prompt says don't exceed cap. The tool description says don't exceed cap. The hook physically blocks it. When all three layers agree, the hook never fires. The hook is there for when they disagree.</a:t>
            </a:r>
          </a:p>
          <a:p>
            <a:r>
              <a:t>[Structured escalation to human review with a typed summary]: When the agent escalates, it passes a STRUCTURED summary, not the raw transcript. The human picks up faster. The agent's notes become signal.</a:t>
            </a:r>
          </a:p>
          <a:p>
            <a:r>
              <a:t>[Coordinator + subagent isolation demo]: At the bottom of the notebook. Parent agent delegates to a subagent via the Task tool; subagent's working notes stay isolated from the parent's context.</a:t>
            </a:r>
          </a:p>
          <a:p>
            <a:r>
              <a:t>[By the end of the segment: you can sketch any agent topology]: Production agent design is mostly four questions - what tools, what hook, what isolation, what escalation. You'll have answers by the next break.</a:t>
            </a:r>
          </a:p>
          <a:p>
            <a:r>
              <a:t>CCA-F EXAM TIP: When the exam asks about agent design, the wrong answer almost always involves the model "trying really hard not to violate policy." The right answer involves a hook, a structured error, or a forced tool_choice.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The four-step loop is the agentic pattern. Memorize the branches; the rest of the course is built on top.</a:t>
            </a:r>
          </a:p>
          <a:p>
            <a:r>
              <a:t>[1. Send request - model returns content + stop_reason]: Every messages.create call returns a Message with a stop_reason field. That field is the dispatcher in your code.</a:t>
            </a:r>
          </a:p>
          <a:p>
            <a:r>
              <a:t>[2. Read stop_reason - branch on the value, never on prose]: The hard rule. Six possible values, each with a defined next action. Never inspect the text to decide what to do next.</a:t>
            </a:r>
          </a:p>
          <a:p>
            <a:r>
              <a:t>[3. tool_use? Execute tool, append tool_result, loop]: This is the agentic part. You execute the tool YOUR code defines, append a tool_result block, send the whole conversation back. Loop.</a:t>
            </a:r>
          </a:p>
          <a:p>
            <a:r>
              <a:t>[4. end_turn? Return to user, done]: Clean termination. The model has nothing more to add.</a:t>
            </a:r>
          </a:p>
          <a:p>
            <a:r>
              <a:t>[5. pause_turn? Resume in the next request, no state change]: Long-running server tools (web_search, computer_use) sometimes return pause_turn. Send the message back unchanged in the next request and the model resumes where it left off.</a:t>
            </a:r>
          </a:p>
          <a:p>
            <a:r>
              <a:t>[Six stop_reason values: end_turn, max_tokens, stop_sequence, tool_use, pause_turn, refusal]: Memorize these. They're the API contract. The demo prints [iter N] stop_reason= on every loop iteration so you SEE the state transitions live.</a:t>
            </a:r>
          </a:p>
          <a:p>
            <a:r>
              <a:t>CCA-F EXAM TIP: If you see an answer that says "check the assistant message for keywords like 'done' or 'finished' to detect completion," it's wrong. The exam tests whether you branch on stop_reason.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When you split an agent into pieces, the boundaries matter more than the names. Coordinator-subagent is the production pattern for context isolation.</a:t>
            </a:r>
          </a:p>
          <a:p>
            <a:r>
              <a:t>[ONE coordinator holds the user-facing thread]: There's exactly one place where the user is talking. Multiple coordinators is two cars driving the same lane - confusion, slow handoffs, lost state.</a:t>
            </a:r>
          </a:p>
          <a:p>
            <a:r>
              <a:t>[Subagents get ISOLATED contexts via the Task tool]: The Task tool is the boundary. The subagent runs in its own context window, with its own tool set, returning only what it produces. The parent never sees the subagent's working notes.</a:t>
            </a:r>
          </a:p>
          <a:p>
            <a:r>
              <a:t>[Subagent returns its FINAL answer to the parent, not its working notes]: This is the isolation contract. If the parent had to read every turn the subagent took, you've gained nothing.</a:t>
            </a:r>
          </a:p>
          <a:p>
            <a:r>
              <a:t>[Split when: own success criteria, own tool subset, own context discipline]: Three conditions, all three required. If a subtask shares success criteria with its parent, it's not a separate agent - it's a step.</a:t>
            </a:r>
          </a:p>
          <a:p>
            <a:r>
              <a:t>[Don't split for splitting's sake - two coordinators chatting is one slow agent]: Resist the urge to over-decompose. Most monolithic agents work fine. Split when you have a reason, not when it sounds architecturally pure.</a:t>
            </a:r>
          </a:p>
          <a:p>
            <a:r>
              <a:t>CCA-F EXAM TIP: The wrong answer on subagent questions usually involves the parent reading the subagent's intermediate tool calls. The right answer involves the parent reading only the subagent's structured return 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Hooks turn "should" into "must." The prompt is advisory; the hook is enforcement. This is the deterministic shell around the non-deterministic model.</a:t>
            </a:r>
          </a:p>
          <a:p>
            <a:r>
              <a:t>[PreToolUse - gate a call BEFORE it runs (the bouncer)]: Your code inspects the tool name and inputs. Return a structured error to block; return None to allow. The model gets a tool_result with is_error=true and re-plans.</a:t>
            </a:r>
          </a:p>
          <a:p>
            <a:r>
              <a:t>[PostToolUse - audit, transform, log AFTER (the auditor)]: The tool ran. You see what happened. Strip sensitive fields, log the call for audit, transform shapes if needed.</a:t>
            </a:r>
          </a:p>
          <a:p>
            <a:r>
              <a:t>[SessionStart - inject context (the briefing room)]: Loaded at the top of every session. Tools, identity, policy. The agent boots with the context already in hand.</a:t>
            </a:r>
          </a:p>
          <a:p>
            <a:r>
              <a:t>[Stop - final verification before returning to user]: One last check before the response leaves your code. Useful for final-output policy (don't echo PII, redact credit card numbers).</a:t>
            </a:r>
          </a:p>
          <a:p>
            <a:r>
              <a:t>[Hooks run as YOUR code, not the model's. Anything that MUST happen, hook it.]: The rule. If a behavior is a business invariant, it lives in a hook. The prompt and tool description help the model do the right thing; the hook makes sure it CANNOT do the wrong thing.</a:t>
            </a:r>
          </a:p>
          <a:p>
            <a:r>
              <a:t>CCA-F EXAM TIP: When the exam describes a policy that the agent "must" enforce, the answer involves a hook. When it says the agent "should" prefer one approach, the answer involves prompting and tool descriptions. Memorize the must-vs-should split.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Live demo, 15 minutes. The notebook we'll run is segment-1-customer-support-agent.ipynb. Three beats - happy path, hook block, escalation.</a:t>
            </a:r>
          </a:p>
          <a:p>
            <a:r>
              <a:t>What you'll see: I'll open the notebook and walk the four tool definitions first. Then we run Scenario A - the customer asks for an $80 refund on an in-cap order. The agent calls get_customer, lookup_order, process_refund, and closes with end_turn. Happy path, no hook needed.</a:t>
            </a:r>
          </a:p>
          <a:p>
            <a:r>
              <a:t>Then I add the PreToolUse hook from hooks-example.py and re-run with Scenario B - a $750 refund that exceeds the $500 cap. The hook fires, blocks the call, returns a structured error to the model. Watch what happens next: the model receives the error, recognizes "I can't do this directly," and pivots to escalate_to_human with ticket ESC-9001. That re-planning moment is the aha beat. Have eyes on the chat at that point.</a:t>
            </a:r>
          </a:p>
          <a:p>
            <a:r>
              <a:t>Last beat - I'll scroll to the bottom of the notebook for the coordinator-subagent demo. Parent agent delegates a customer-lookup task to a subagent. The subagent's working notes never leak into the parent's context. Final answer comes back as a typed dict.</a:t>
            </a:r>
          </a:p>
          <a:p>
            <a:r>
              <a:t>If the live API hiccups, I have a screenshot ready. Cookbook reference for further study after class: claude-cookbooks-main/tool_use/customer_service_agent.ipynb.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Five-minute exercise. Take what you just saw and apply it to a new scenario - Developer Productivity. Sketch, don't code.</a:t>
            </a:r>
          </a:p>
          <a:p>
            <a:r>
              <a:t>[Sketch architecture for a Developer Productivity scenario]: Imagine a coding assistant that helps a developer review a pull request. What does the architecture look like?</a:t>
            </a:r>
          </a:p>
          <a:p>
            <a:r>
              <a:t>[On paper or in chat: coordinator + 3 subagents + tool scope per agent]: One coordinator that talks to the developer. Three subagents underneath. Pick the right split.</a:t>
            </a:r>
          </a:p>
          <a:p>
            <a:r>
              <a:t>[What does each subagent specialize in?]: One reads diffs. One runs tests. One checks the style guide. Or something else. Justify the boundaries.</a:t>
            </a:r>
          </a:p>
          <a:p>
            <a:r>
              <a:t>[What is each subagent's success criterion?]: The boundary is meaningful only if each subagent has its own success criterion. If two subagents return "looks good to me" - they're one agent.</a:t>
            </a:r>
          </a:p>
          <a:p>
            <a:r>
              <a:t>[What tools does each one get? Cap each at ~5.]: Above five and selection accuracy degrades. Cap, scope, justify.</a:t>
            </a:r>
          </a:p>
          <a:p>
            <a:r>
              <a:t>Walk the chat for 90 seconds, then share two or three designs aloud. Reinforce the takeaway: tool descriptions beat tool names, isolation beats shared context, ~5 tools per agent is the soft 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Segment 1 in three sentences. Each takeaway is a CCA-F exam beat in disguise.</a:t>
            </a:r>
          </a:p>
          <a:p>
            <a:r>
              <a:t>[Branch on stop_reason, never on natural-language signals]: The dispatcher in your agent code reads resp.stop_reason and matches on a closed set of six values. Anything else is fragile.</a:t>
            </a:r>
          </a:p>
          <a:p>
            <a:r>
              <a:t>[Coordinator + isolated subagents beats one giant context]: When a subtask has its own success criteria, its own tool subset, and its own context discipline - split. Otherwise don't.</a:t>
            </a:r>
          </a:p>
          <a:p>
            <a:r>
              <a:t>[Hooks turn 'should' into 'must' - the prompt advises, the hook enforces]: Business invariants live in hooks. Conventions live in prompts. Don't confuse them.</a:t>
            </a:r>
          </a:p>
          <a:p>
            <a:r>
              <a:t>Bridge to Segment 2: "You just built an agent that decides what to do. Next we go one level deeper - into the tools themselves and the Claude Code surface where you author them on a real team."</a:t>
            </a:r>
          </a:p>
          <a:p>
            <a:r>
              <a:t>CCA-F EXAM TIP: Three of the ten weighted practice questions in Segment 4 are Domain 1 questions. If you can recite these three takeaways without hesitation, you're set for one-third of Segment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Section divider for Segment 2. The biggest single chunk of the exam - two domains, one segment, 38% combined.</a:t>
            </a:r>
          </a:p>
          <a:p>
            <a:r>
              <a:t>Segment 2 covers Domain 2 (Tool Design and MCP Integration, 18%) and Domain 3 (Claude Code Configuration and Workflows, 20%). Combined that's 38% of the cert - more than D1 alone. Two demos in this segment. Demo A is the MCP config walkthrough, Demo B is claude -p headless mode. Notebook is segment-2-tool-design-and-mcp.ipynb.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Explain the merge. Two domains, one segment. Different blueprint categories, same conversation in real life.</a:t>
            </a:r>
          </a:p>
          <a:p>
            <a:r>
              <a:t>[Domain 2 - Tool Design and MCP Integration (18%)]: Tool descriptions, structured errors, the four tool_choice modes, MCP server config across three transports.</a:t>
            </a:r>
          </a:p>
          <a:p>
            <a:r>
              <a:t>[Domain 3 - Claude Code Configuration and Workflows (20%)]: CLAUDE.md hierarchy, slash commands, skills, plan mode, claude -p headless.</a:t>
            </a:r>
          </a:p>
          <a:p>
            <a:r>
              <a:t>[Combined = 38% of the cert, the biggest single chunk]: D1 is 27% alone but D2 plus D3 is 38%. Weight your prep accordingly.</a:t>
            </a:r>
          </a:p>
          <a:p>
            <a:r>
              <a:t>[Why combined? Claude Code IS the primary MCP-consuming surface]: Claude Code reads .mcp.json at startup. The same .mcp.json shape powers your custom agents. The contract is shared.</a:t>
            </a:r>
          </a:p>
          <a:p>
            <a:r>
              <a:t>[You cannot teach one without the other in production]: A tool description that lives in your codebase informs an MCP server that powers a Claude Code workflow. The boundaries on the exam are clean; in production they're entangled.</a:t>
            </a:r>
          </a:p>
          <a:p>
            <a:r>
              <a:t>CCA-F EXAM TIP: When a scenario question mentions "developer productivity" or "code review" alongside MCP, both D2 and D3 are usually in play. Read carefully - the answer often hinges on which layer the question is actually probing.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Tool definitions in three fields. Get the third field right or none of the other two matter.</a:t>
            </a:r>
          </a:p>
          <a:p>
            <a:r>
              <a:t>[name - how the model invokes the tool]: A label. The model emits the name in its tool_use block. Pick something readable.</a:t>
            </a:r>
          </a:p>
          <a:p>
            <a:r>
              <a:t>[description - STRONGLY recommended, drives tool selection]: This is the contract. The model picks tools based on descriptions, not names. "Fetch customer record by ID, returns name, email, status, lifetime value" beats "Gets customer data" every time.</a:t>
            </a:r>
          </a:p>
          <a:p>
            <a:r>
              <a:t>[input_schema - JSON Schema draft 2020-12 (type, properties, required)]: The structural contract. Required fields are enforced; optional fields can be null. Use enum for closed value sets. Use additionalProperties: false for strict schemas.</a:t>
            </a:r>
          </a:p>
          <a:p>
            <a:r>
              <a:t>[Optional: cache_control ephemeral (5m / 1h), strict: true]: cache_control on a tool definition lets you amortize the description tokens across calls. strict: true forces the schema to be exhaustively validated.</a:t>
            </a:r>
          </a:p>
          <a:p>
            <a:r>
              <a:t>[Tool DESCRIPTIONS do the work, not tool NAMES]: This is the load-bearing pattern. Spend your writing time on descriptions. The name is just a label.</a:t>
            </a:r>
          </a:p>
          <a:p>
            <a:r>
              <a:t>CCA-F EXAM TIP: When a scenario mentions that the model keeps picking the wrong tool, the answer is almost always that the descriptions are too vague or do not distinguish the tools well enough. Almost never the answer of renaming the tools.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Tool errors are the reliability story for tools in one slide. Get the shape right and the model recovers gracefully. Get it wrong and the agent crashes.</a:t>
            </a:r>
          </a:p>
          <a:p>
            <a:r>
              <a:t>[Anti-pattern: raise exceptions from tool implementations]: A raised exception crashes the agent. The model never sees the failure. Production agents need to recover from tool errors, not die from them.</a:t>
            </a:r>
          </a:p>
          <a:p>
            <a:r>
              <a:t>[Anti-pattern: return empty strings on failure]: The model has no idea what happened. It can't distinguish "no results" from "the database is on fire." It will retry or make up an answer.</a:t>
            </a:r>
          </a:p>
          <a:p>
            <a:r>
              <a:t>[Pattern: return tool_result with is_error: true]: The contract. The is_error flag is the signal the model uses to recognize a failure. Treat it as an HTTP status code.</a:t>
            </a:r>
          </a:p>
          <a:p>
            <a:r>
              <a:t>[Add structured fields: errorCategory, isRetryable]: Three categories - transient (retry with backoff), permanent (reformulate or surface to the user), policy (escalate or change approach). isRetryable is the explicit yes/no.</a:t>
            </a:r>
          </a:p>
          <a:p>
            <a:r>
              <a:t>[The model can then DECIDE: retry, fall back, or escalate]: This is the whole point. Give the model enough structured signal to choose the right recovery path.</a:t>
            </a:r>
          </a:p>
          <a:p>
            <a:r>
              <a:t>CCA-F EXAM TIP: "How should this agent handle a flaky third-party API?" - the answer is structured tool_result with is_error and isRetryable, not an exception handler in the tool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Four tool_choice modes. Each one is a guarantee. Pick the right guarantee for the job.</a:t>
            </a:r>
          </a:p>
          <a:p>
            <a:r>
              <a:t>[auto]: Model decides whether to call a tool. Default. May answer in prose. Pick when the model's judgment is the right call.</a:t>
            </a:r>
          </a:p>
          <a:p>
            <a:r>
              <a:t>[any]: Model MUST call some tool, model picks which. Use when action is required - the user said "do something" and prose isn't acceptable.</a:t>
            </a:r>
          </a:p>
          <a:p>
            <a:r>
              <a:t>[tool]: Model MUST call THIS specific tool. The structured-output cheat code. {type: tool, name: extract_X} is how you get schema-conformant output without parsing JSON.</a:t>
            </a:r>
          </a:p>
          <a:p>
            <a:r>
              <a:t>[none]: Tools registered but model CANNOT call them. "Explain, don't act" turns. Useful in multi-step pipelines where you want narration without execution.</a:t>
            </a:r>
          </a:p>
          <a:p>
            <a:r>
              <a:t>[The traffic-light analogy]: auto is a green light, any is a green light with a tow truck behind you (must move, you pick the lane), tool=X is a forced left turn, none is a red light.</a:t>
            </a:r>
          </a:p>
          <a:p>
            <a:r>
              <a:t>[disable_parallel_tool_use]: Lives INSIDE the tool_choice object, not as a top-level kwarg. Setting it forces one tool call per turn. Useful for write-then-read or fetch-then-summarize patterns.</a:t>
            </a:r>
          </a:p>
          <a:p>
            <a:r>
              <a:t>CCA-F EXAM TIP: A scenario where the agent must produce a specific JSON shape is forced tool_choice. A scenario where the agent must take SOME action but the verb is ambiguous is "any". The exam tests whether you can name the right 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Tool count has a soft cap. Production agents that exceed it get worse, not better.</a:t>
            </a:r>
          </a:p>
          <a:p>
            <a:r>
              <a:t>[More tools = worse selection accuracy (well-documented effect)]: Above ~5 tools, the model starts picking incorrectly more often. Anthropic has published on this. It's not a hypothesis; it's a measurement.</a:t>
            </a:r>
          </a:p>
          <a:p>
            <a:r>
              <a:t>[Beyond 5: split into subagents with scoped tool sets]: When you need more tools, you don't add to one agent - you split. Each subagent gets a focused tool surface.</a:t>
            </a:r>
          </a:p>
          <a:p>
            <a:r>
              <a:t>[Specificity in descriptions beats quantity of tools]: Three opinionated tools beat ten vague ones. Always.</a:t>
            </a:r>
          </a:p>
          <a:p>
            <a:r>
              <a:t>[Anti-pattern: dump 30 tools into one agent because 'flexibility']: This is the most common production failure mode. The agent becomes worse at every individual tool.</a:t>
            </a:r>
          </a:p>
          <a:p>
            <a:r>
              <a:t>CCA-F EXAM TIP: When a scenario says "the agent has fifteen tools and is making poor selections," the right answer involves reducing the tool surface or splitting into subagents - not improving the prompt.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MCP server config is the SDK contract. Three transports, environment-variable expansion, one config file.</a:t>
            </a:r>
          </a:p>
          <a:p>
            <a:r>
              <a:t>[Three transports: stdio, SSE, HTTP]: stdio launches a local subprocess. SSE and HTTP talk to remote servers over the network.</a:t>
            </a:r>
          </a:p>
          <a:p>
            <a:r>
              <a:t>[stdio: command + args + env (local subprocess)]: The most common transport. The MCP client launches a subprocess and talks to it over stdin/stdout. env injects environment variables for that subprocess only.</a:t>
            </a:r>
          </a:p>
          <a:p>
            <a:r>
              <a:t>[SSE / HTTP: type + url + headers (remote)]: For remote servers. Headers carry auth tokens. Use ${ENV_VAR} expansion so secrets never land in the config file.</a:t>
            </a:r>
          </a:p>
          <a:p>
            <a:r>
              <a:t>[${ENV_VAR} expansion works in env, args, AND headers]: This is the production pattern. Your .mcp.json carries the SHAPE of the credential; the credential value lives in your environment.</a:t>
            </a:r>
          </a:p>
          <a:p>
            <a:r>
              <a:t>[Project scope: ./.mcp.json    User scope: ~/.claude.json]: Project scope ships with the codebase. User scope is per-machine. Both layers can carry servers.</a:t>
            </a:r>
          </a:p>
          <a:p>
            <a:r>
              <a:t>CCA-F EXAM TIP: The exam asks about secret management in MCP configs at least once. The answer is always env-var expansion, never inlining secrets.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Demo A. Ten minutes on the repo's own .mcp.json. Show four servers, three transports, env-var expansion in three locations.</a:t>
            </a:r>
          </a:p>
          <a:p>
            <a:r>
              <a:t>What you'll see: I'll open C:/github/claude-architect/.mcp.json in VS Code side-by-side with the segment-2 notebook. Walk it server by server. The filesystem server is stdio. The github server is stdio with a GITHUB_TOKEN env var. The context7 server is HTTP with an Authorization header. The internal-knowledge-base server is SSE with a bearer token.</a:t>
            </a:r>
          </a:p>
          <a:p>
            <a:r>
              <a:t>What to watch for: when I unset GITHUB_TOKEN and re-launch, the github server fails CLEAR - it doesn't silently silently work with an empty token. The env-var expansion either resolves to a value or the server tells you it's missing.</a:t>
            </a:r>
          </a:p>
          <a:p>
            <a:r>
              <a:t>After class, the same .mcp.json shape powers your own custom agents through the MCP Python SDK. The file is the SDK contract, not a Claude Code convention. That's why Segment 2.5 covers MCP list_tools discovery as the runtime counterpart.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CLAUDE.md hierarchy is additive across four scopes. Load order matters; on-demand scopes keep the token budget tight.</a:t>
            </a:r>
          </a:p>
          <a:p>
            <a:r>
              <a:t>[User     ~/.claude/CLAUDE.md     - your machine, every project]: Personal preferences and conventions that apply to everything you work on.</a:t>
            </a:r>
          </a:p>
          <a:p>
            <a:r>
              <a:t>[Project  ./CLAUDE.md             - team conventions, in git]: Shipped with the repo. Every contributor inherits it. Code style, security policies, build commands.</a:t>
            </a:r>
          </a:p>
          <a:p>
            <a:r>
              <a:t>[Subtree  ./&lt;subdir&gt;/CLAUDE.md    - loads on demand when files in subdir are read]: This is the cost optimization. Frontend rules don't load when the agent is reading backend code. Per-area context.</a:t>
            </a:r>
          </a:p>
          <a:p>
            <a:r>
              <a:t>[Local    ./CLAUDE.local.md       - gitignored personal override]: Your overrides for THIS project that you don't want to commit. Often path-specific.</a:t>
            </a:r>
          </a:p>
          <a:p>
            <a:r>
              <a:t>[Agent SDK: settingSources [user, project] loads both]: Programmatic agents (not Claude Code) load CLAUDE.md via settingSources. The default is project-only; user + project loads both layers.</a:t>
            </a:r>
          </a:p>
          <a:p>
            <a:r>
              <a:t>CCA-F EXAM TIP: When the exam asks "where should this rule live," the answer maps to scope - shared with team = project, personal to me = user or local, area-specific = subtree.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Plan mode is the default. Headless mode is the CI/CD primitive. Both ship with Claude Code, both are exam-relevant.</a:t>
            </a:r>
          </a:p>
          <a:p>
            <a:r>
              <a:t>[Plan mode   - interactive, proposes plan, waits for approval (default)]: You type, Claude proposes, you approve. Designed for the human-in-the-loop case.</a:t>
            </a:r>
          </a:p>
          <a:p>
            <a:r>
              <a:t>[Headless    - claude -p 'prompt' - non-interactive, pipe-friendly]: One command, one prompt, one response. Designed for scripts and pipelines.</a:t>
            </a:r>
          </a:p>
          <a:p>
            <a:r>
              <a:t>[--output-format json|stream-json for parsing]: Structured output so your pipeline can parse it. stream-json for live consumption, json for batch.</a:t>
            </a:r>
          </a:p>
          <a:p>
            <a:r>
              <a:t>[--allowed-tools 'Read,Edit,Bash' to scope]: Restrict the tool surface for the pipeline run. Belt and suspenders for CI/CD safety.</a:t>
            </a:r>
          </a:p>
          <a:p>
            <a:r>
              <a:t>[Headless is THE CI/CD answer - pre-commit hooks, PR review, release notes]: This is what unlocks Claude Code for automated workflows. Pre-commit hook that runs claude -p to lint your CHANGELOG. PR comment bot that runs claude -p on the diff. Release-notes generator from git log piped through claude -p.</a:t>
            </a:r>
          </a:p>
          <a:p>
            <a:r>
              <a:t>CCA-F EXAM TIP: When a scenario mentions "CI/CD," "automated review," or "pipeline," the answer is almost always claude -p with --output-format json and --allowed-tools scoping.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Demo B. Five minutes. Show the headless CLI doing real work in a real shell.</a:t>
            </a:r>
          </a:p>
          <a:p>
            <a:r>
              <a:t>What you'll see: I'll open this repo's own CLAUDE.md and walk the structure. Then I'll run `claude -p "audit this CLAUDE.md against the documented conventions"` in PowerShell. Claude reads CLAUDE.md, applies the conventions back against itself, and prints a structured audit.</a:t>
            </a:r>
          </a:p>
          <a:p>
            <a:r>
              <a:t>What to watch for: the output is just text on stdout. Pipe it. Save it. Push it into a CI artifact. The pattern is `git log --oneline -20 | claude -p "summarize these commits for a release note"` - one command, real value, three seconds.</a:t>
            </a:r>
          </a:p>
          <a:p>
            <a:r>
              <a:t>If the CLI hiccups, I have a saved transcript. Cookbook reference for further study: scripts/run-mcp-cli.ps1 in this repo shows the patterns for piping MCP-CLI work into headless mode.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Five-minute exercise. Design a CLAUDE.md hierarchy for a real 3-team monorepo. Sketch the file tree.</a:t>
            </a:r>
          </a:p>
          <a:p>
            <a:r>
              <a:t>[Design a CLAUDE.md hierarchy for a 3-team monorepo]: The teams are backend (Go), frontend (React/TypeScript), and infra (Terraform). All in one repo.</a:t>
            </a:r>
          </a:p>
          <a:p>
            <a:r>
              <a:t>[Teams: backend (Go), frontend (React/TS), infra (Terraform)]: Different languages, different toolchains, different conventions. One Claude Code session might touch all three.</a:t>
            </a:r>
          </a:p>
          <a:p>
            <a:r>
              <a:t>[Each team has different conventions]: Go has gofmt and go vet. React has ESLint and Prettier. Terraform has tflint. Same repo, different lint contracts.</a:t>
            </a:r>
          </a:p>
          <a:p>
            <a:r>
              <a:t>[Where does each rule go? User, project, subtree, or .claude/rules?]: Shared rules (commit style, security policies, no committing secrets) go in project CLAUDE.md. Team-specific rules go in subtree CLAUDE.md per directory.</a:t>
            </a:r>
          </a:p>
          <a:p>
            <a:r>
              <a:t>[What goes in .claude/rules/ with paths: globs?]: Language-specific lint rules that should only fire on matching paths. Go rules with paths: backend/**/*.go.</a:t>
            </a:r>
          </a:p>
          <a:p>
            <a:r>
              <a:t>Target answer: project CLAUDE.md for shared, subtree CLAUDE.md per team, .claude/rules with paths globs for lint rules. Hierarchy is the load-bearing concept.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Segment 2 in three takeaways. Each one maps to a CCA-F question shape.</a:t>
            </a:r>
          </a:p>
          <a:p>
            <a:r>
              <a:t>[Descriptions, not names, drive tool selection]: When the model picks wrong, the description is the lever. Always.</a:t>
            </a:r>
          </a:p>
          <a:p>
            <a:r>
              <a:t>[.mcp.json - three transports, ${ENV} expansion, secrets in env never in file]: One config file, three transports, environment variables for everything sensitive. Memorize the shape.</a:t>
            </a:r>
          </a:p>
          <a:p>
            <a:r>
              <a:t>[CLAUDE.md hierarchy is additive; claude -p is your CI/CD primitive]: Layered context loads additively. The headless CLI unlocks automation. Both are exam-relevant.</a:t>
            </a:r>
          </a:p>
          <a:p>
            <a:r>
              <a:t>Bridge to Segment 3 (and the 10-minute break in between): "Tools give the agent hands. Prompts and schemas decide what comes out. Take ten minutes. If you want a deep dive between segments, segment-2-5-control-surfaces.ipynb is the off-clock self-study notebook - we'll preview it next."</a:t>
            </a:r>
          </a:p>
          <a:p>
            <a:r>
              <a:t>CCA-F EXAM TIP: D2 + D3 = 38% of the exam. Six of the ten Segment 4 practice questions touch these two domains. If you can name the patterns above without prompting, you're well-prepared.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One slide on the three tiers tools come from. The most common confusion in the room is about to be untangled.</a:t>
            </a:r>
          </a:p>
          <a:p>
            <a:r>
              <a:t>[Tier 1 - Server tools]: Anthropic-hosted. You register them in your custom agent by type (bash_20250124, code_execution_20250522, web_search_20250305, text_editor_20250728, memory_20250818). The model invokes them; Anthropic executes them server-side. For some, like code_execution, the result lands inside the same response - no client tool loop required.</a:t>
            </a:r>
          </a:p>
          <a:p>
            <a:r>
              <a:t>[Tier 2 - MCP tools]: You or a vendor host them. Discovered at runtime via the list_tools RPC. The pattern that scales by configuration - add a server to .mcp.json and every MCP-aware agent picks up its tools on the next discovery call.</a:t>
            </a:r>
          </a:p>
          <a:p>
            <a:r>
              <a:t>[Tier 3 - Harness tools]: Claude Code's Read, Edit, Bash, Grep, Glob - implemented in TypeScript inside the harness process. They never appear in messages.create tools=[...]. You can't register them in a custom agent. Same noun (Bash) as tier 1, completely different runtime.</a:t>
            </a:r>
          </a:p>
          <a:p>
            <a:r>
              <a:t>CCA-F EXAM TIP: When a scenario describes a custom agent that "uses Bash," check whether the answer choices are talking about tier 1 (bash_20250124 server tool) or tier 3 (Claude Code's Bash). They're not interchangeable - the wrong one is always a distractor.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The Segment 2.5 self-study notebook is off the 4-hour clock but on the CCA-F radar. Tell the room what's in it and why to walk it.</a:t>
            </a:r>
          </a:p>
          <a:p>
            <a:r>
              <a:t>[notebooks/segment-2-5-control-surfaces.ipynb]: The deep-dive notebook. ~75 minutes if walked end to end against the live API.</a:t>
            </a:r>
          </a:p>
          <a:p>
            <a:r>
              <a:t>[Three tiers tools come from - server tools, MCP, Claude Code harness]: The previous slide expanded.</a:t>
            </a:r>
          </a:p>
          <a:p>
            <a:r>
              <a:t>[All four tool_choice modes + disable_parallel_tool_use]: Every mode demonstrated live, with output proving the contract.</a:t>
            </a:r>
          </a:p>
          <a:p>
            <a:r>
              <a:t>[stop_sequences + max_tokens as control levers + pause_turn + refusal]: The full stop_reason surface, including the rare values most learners have never seen.</a:t>
            </a:r>
          </a:p>
          <a:p>
            <a:r>
              <a:t>[MCP list_tools runtime discovery]: The protocol-level discovery primitive.</a:t>
            </a:r>
          </a:p>
          <a:p>
            <a:r>
              <a:t>[The live Claude Console asset surface - memory_stores, vaults, agents, sessions]: Brand new in 2026-05. Won't be in older study guides. The notebook hits the live SDK against memory_stores.list(), vaults.list(), agents.list(), and shows the session-as-runtime pattern.</a:t>
            </a:r>
          </a:p>
          <a:p>
            <a:r>
              <a:t>[Highest exam-objective density in the repo. Walk it for CCA-F prep.]: If you only re-walk one notebook before the exam, walk this one. It compresses every domain into one teaching surface.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Section divider for Segment 3. Two more domains, one segment, 35% combined.</a:t>
            </a:r>
          </a:p>
          <a:p>
            <a:r>
              <a:t>Segment 3 covers Domain 4 (Prompt Engineering and Structured Output, 20%) and Domain 5 (Context Management and Reliability, 15%). The live build is segment-3-invoice-extractor.ipynb - a Pydantic-schema-driven extraction pipeline with forced tool_choice and a validation retry loop. This is the longest demo of the day; if you've ever wanted to extract structured JSON from messy text, the next 50 minutes are for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Why both domains in one segment. They're entangled in production.</a:t>
            </a:r>
          </a:p>
          <a:p>
            <a:r>
              <a:t>[Domain 4 - Prompt Engineering and Structured Output (20%)]: Forced tool_choice, Pydantic schemas, few-shot examples, validation retry.</a:t>
            </a:r>
          </a:p>
          <a:p>
            <a:r>
              <a:t>[Domain 5 - Context Management and Reliability (15%)]: Context pinning across long sessions, escalation design, structured error propagation.</a:t>
            </a:r>
          </a:p>
          <a:p>
            <a:r>
              <a:t>[Combined = 35% of the cert]: Not as big as D2+D3 but still over a third of the exam.</a:t>
            </a:r>
          </a:p>
          <a:p>
            <a:r>
              <a:t>[Why combined? Structured extraction without context discipline is fragile]: A well-typed extraction call inside a 50-turn conversation needs context pinning OR the case facts drift away. The two domains are one workflow.</a:t>
            </a:r>
          </a:p>
          <a:p>
            <a:r>
              <a:t>[Long sessions need context pinning; structured output needs validation retry]: Both are the same architecture - a deterministic shell around a non-deterministic model. Different surface, same pattern.</a:t>
            </a:r>
          </a:p>
          <a:p>
            <a:r>
              <a:t>CCA-F EXAM TIP: When a scenario describes "extraction quality degrading over time" or "the model forgets the case facts," D5 is in play even if the question feels like D4.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Set expectations for the longest live build of the day. Pydantic, forced tool_choice, retry loop, three test invoices.</a:t>
            </a:r>
          </a:p>
          <a:p>
            <a:r>
              <a:t>[An invoice extractor with a Pydantic schema]: BaseModel subclass with required and Optional fields, each with descriptions.</a:t>
            </a:r>
          </a:p>
          <a:p>
            <a:r>
              <a:t>[tool_choice {type: tool, name: extract_invoice} forces valid JSON]: The model has no choice but to call extract_invoice. The tool's input_schema is your Pydantic schema converted to JSON Schema.</a:t>
            </a:r>
          </a:p>
          <a:p>
            <a:r>
              <a:t>[Validation-retry loop handles malformed output (max_retries=1)]: One retry, no more. If the model can't produce valid JSON in two attempts, escalate.</a:t>
            </a:r>
          </a:p>
          <a:p>
            <a:r>
              <a:t>[Three invoices: clean, missing field, ambiguous line item]: Three test cases that exercise the three failure modes.</a:t>
            </a:r>
          </a:p>
          <a:p>
            <a:r>
              <a:t>[By the end of the segment: you can extract typed data from anything]: This pattern generalizes - resumes, contracts, support tickets, customer records.</a:t>
            </a:r>
          </a:p>
          <a:p>
            <a:r>
              <a:t>CCA-F EXAM TIP: If you see "guaranteed schema compliance" anywhere in the answer choices, the answer involves forced tool_choice plus Pydantic. Not prompt engineering alone. Not structured output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Prompt engineering principle in five bullets. Each one is a specific failure mode and its fix.</a:t>
            </a:r>
          </a:p>
          <a:p>
            <a:r>
              <a:t>[Be specific: format, edge cases, missing-data handling]: Vague prompts produce vague outputs. Specify the exact format, the edge cases you've thought through, and what to do when data is missing.</a:t>
            </a:r>
          </a:p>
          <a:p>
            <a:r>
              <a:t>[Plausible hallucinations: model invents values for nullable fields]: The most common failure mode. The model fills in plausible-looking values for fields it doesn't actually have data for.</a:t>
            </a:r>
          </a:p>
          <a:p>
            <a:r>
              <a:t>[Fix: explicit 'return null if not directly stated' instruction]: One sentence in the prompt eliminates 90% of this failure mode. Be explicit; the model takes you literally.</a:t>
            </a:r>
          </a:p>
          <a:p>
            <a:r>
              <a:t>[Inconsistent formats: 'cotton blend' vs 'Cotton/Polyester mix']: Same concept, two different output strings. Statistical, not catastrophic - but consumes downstream cleanup time.</a:t>
            </a:r>
          </a:p>
          <a:p>
            <a:r>
              <a:t>[Fix: 2-3 few-shot examples, NOT lower temperature]: Few-shot examples are the cheapest, most reliable fix. Temperature changes barely move the needle for structured output.</a:t>
            </a:r>
          </a:p>
          <a:p>
            <a:r>
              <a:t>CCA-F EXAM TIP: When the exam asks about output consistency, the answer is almost always to add few-shot examples or tighten the schema description. Rarely the answer of lowering the temperature.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The structured-output cheat code. Five steps, one pattern, guaranteed valid JSON.</a:t>
            </a:r>
          </a:p>
          <a:p>
            <a:r>
              <a:t>[1. Define a Pydantic model with your fields]: BaseModel subclass with required and Optional fields. Use descriptions on every field so they flow into the JSON Schema.</a:t>
            </a:r>
          </a:p>
          <a:p>
            <a:r>
              <a:t>[2. Convert to JSON Schema (model.model_json_schema())]: Pydantic does this for free. The result is a draft 2020-12 JSON Schema, compatible with Claude's tool input_schema.</a:t>
            </a:r>
          </a:p>
          <a:p>
            <a:r>
              <a:t>[3. Register as a tool's input_schema]: Pass the schema dict as input_schema in the tool definition. Same shape as any other tool, the input_schema just happens to come from Pydantic.</a:t>
            </a:r>
          </a:p>
          <a:p>
            <a:r>
              <a:t>[4. Set tool_choice {type: tool, name: &lt;your_schema&gt;}]: This is the forcing function. The model has no choice but to call the named tool. No prose escape hatch.</a:t>
            </a:r>
          </a:p>
          <a:p>
            <a:r>
              <a:t>[5. block.input is now a typed dict matching the schema]: The model's tool_use block carries an input field that is ALREADY a Python dict (not a JSON string), already conforming to the schema. Pass it directly to YourModel(**block.input) for full Pydantic validation.</a:t>
            </a:r>
          </a:p>
          <a:p>
            <a:r>
              <a:t>CCA-F EXAM TIP: If the exam shows code with forced tool_choice and asks what's guaranteed, the answer is 'the response includes a tool_use block whose input matches the schema.' Not 'the response is valid JSON' - that's a weaker, often-wrong distractor.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The code that makes forced tool_choice work. Three load-bearing lines.</a:t>
            </a:r>
          </a:p>
          <a:p>
            <a:r>
              <a:t>What you're looking at: a stripped-down version of the Segment 3 invoice extractor. The Pydantic model defines the schema. The EXTRACT_TOOL dict registers it as a tool whose input_schema IS the Pydantic JSON schema. The messages.create call uses tool_choice {type: tool, name: extract_invoice} to force the model to call it. The response is parsed back into a typed Invoice instance.</a:t>
            </a:r>
          </a:p>
          <a:p>
            <a:r>
              <a:t>The three load-bearing lines are: the tool_choice setting that forces the call, the access pattern tool_block.input which is a typed dict not a JSON string, and the Pydantic validation gate Invoice(**tool_block.input) which raises ValidationError on any schema violation.</a:t>
            </a:r>
          </a:p>
          <a:p>
            <a:r>
              <a:t>Common copy-paste trap: calling json.loads(tool_block.input) crashes because input is already a dict. Don't do that.</a:t>
            </a:r>
          </a:p>
          <a:p>
            <a:r>
              <a:t>CCA-F EXAM TIP: If the exam shows code with tool_choice and asks what's guaranteed, the answer is "the model's response includes a tool_use block whose input matches the schema." It is not "the model's response is valid JSON" - that's a weaker claim.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Validation retry loops have a sharp line between what works and what doesn't.</a:t>
            </a:r>
          </a:p>
          <a:p>
            <a:r>
              <a:t>[Effective: format errors, JSON parse failures, schema mismatches]: When the model produces malformed output, feeding the validation error back as a tool_result with is_error=true usually fixes it in one retry.</a:t>
            </a:r>
          </a:p>
          <a:p>
            <a:r>
              <a:t>[-&gt; append the error as a tool_result with is_error: true, retry]: The retry pattern. The model sees the error, recognizes its mistake, produces corrected output.</a:t>
            </a:r>
          </a:p>
          <a:p>
            <a:r>
              <a:t>[-&gt; succeeds in 2-3 attempts]: Empirically. Format errors are easy for the model to fix once it sees what was wrong.</a:t>
            </a:r>
          </a:p>
          <a:p>
            <a:r>
              <a:t>[INEFFECTIVE: knowledge gaps, ambiguous source data]: When the source data is missing or ambiguous, retries don't help. The model can't invent data it doesn't have.</a:t>
            </a:r>
          </a:p>
          <a:p>
            <a:r>
              <a:t>[-&gt; retries DO NOT help]: Important contract. Burning tokens on retries that can't succeed is a common production failure.</a:t>
            </a:r>
          </a:p>
          <a:p>
            <a:r>
              <a:t>[-&gt; cap at 2-3, then escalate to human review]: Hard cap. max_retries=1 is the production default. Anything more and you're paying for failure.</a:t>
            </a:r>
          </a:p>
          <a:p>
            <a:r>
              <a:t>CCA-F EXAM TIP: When a scenario describes "the model keeps producing the same wrong answer after multiple retries," the answer involves escalation, not more retries. Retries fix format; humans fix substance.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Confidence-based routing is the production pattern that makes extraction pipelines auditable.</a:t>
            </a:r>
          </a:p>
          <a:p>
            <a:r>
              <a:t>[Have the model output field-level confidence: high | medium | low]: Add a confidence field to your Pydantic model. The model populates it. Closed enum, not a free float.</a:t>
            </a:r>
          </a:p>
          <a:p>
            <a:r>
              <a:t>[Route: high -&gt; automated, medium -&gt; spot-check, low -&gt; human]: Three queues. High-confidence outputs go straight to production. Medium gets sampled for QA. Low always sees a human.</a:t>
            </a:r>
          </a:p>
          <a:p>
            <a:r>
              <a:t>[CRITICAL: validate accuracy by document type AND field]: Aggregate accuracy can hide segment-specific failures. A 95% overall accuracy can mask 60% accuracy on invoices from a particular vendor.</a:t>
            </a:r>
          </a:p>
          <a:p>
            <a:r>
              <a:t>[Aggregate 95% accuracy can mask 60% accuracy on specific segments]: The per-segment calibration warning. If you're not breaking down accuracy by doc type, your numbers lie to you.</a:t>
            </a:r>
          </a:p>
          <a:p>
            <a:r>
              <a:t>CCA-F EXAM TIP: When the exam asks about extraction pipeline reliability, the answer involves field-level confidence and per-segment validation. Not improve-the-prompt and not tune-the-model.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The 20-minute live build. The longest demo of the day. Highest demo risk.</a:t>
            </a:r>
          </a:p>
          <a:p>
            <a:r>
              <a:t>What you'll see: I'll open segment-3-invoice-extractor.ipynb and walk it cell by cell. First the Pydantic model definition with required and Optional fields. Then EXTRACT_TOOL with input_schema set to Invoice.model_json_schema(). Then a messages.create call with tool_choice forcing the extract_invoice tool. We'll run it on a clean invoice first - immediate success.</a:t>
            </a:r>
          </a:p>
          <a:p>
            <a:r>
              <a:t>Then we'll move to the missing-PO invoice. The po_number field is Optional with default=None. The model should leave it null. If it invents a value, Pydantic catches it.</a:t>
            </a:r>
          </a:p>
          <a:p>
            <a:r>
              <a:t>Then the ambiguous-total invoice. Multiple totals appear in the text. The model has to pick one with the system-prompt guidance. We add the retry loop here - on validation failure, the error gets fed back as a tool_result with is_error=true, the model retries with the correction.</a:t>
            </a:r>
          </a:p>
          <a:p>
            <a:r>
              <a:t>If anything goes sideways, I have the markdown walkthrough open next to the notebook. Cookbook references for after class: claude-cookbooks-main/tool_use/extracting_structured_json.ipynb and tool_use_with_pydantic.ipynb.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Context discipline in five bullets. How you keep a 50-turn conversation from drowning in tool output.</a:t>
            </a:r>
          </a:p>
          <a:p>
            <a:r>
              <a:t>[Pin case-facts at the top of every turn]: Critical facts about the user, the order, the case go in the system prompt and stay there. The model never has to re-derive them from history.</a:t>
            </a:r>
          </a:p>
          <a:p>
            <a:r>
              <a:t>[Summarize resolved turns into narrative, drop verbatim history]: Once a sub-issue is resolved, summarize it. Don't carry every tool_result for it forward.</a:t>
            </a:r>
          </a:p>
          <a:p>
            <a:r>
              <a:t>[Prune verbose tool outputs - extract the fields you used, drop the rest]: If a tool returned 50 fields and you used 3, strip the 47 unused fields before appending the tool_result.</a:t>
            </a:r>
          </a:p>
          <a:p>
            <a:r>
              <a:t>[Application-side filtering, before the next turn]: This is YOUR code, not the model's job. The model can't prune its own context.</a:t>
            </a:r>
          </a:p>
          <a:p>
            <a:r>
              <a:t>[How lawyers manage case files. Same discipline for long agent sessions.]: The analogy. Lawyers don't carry every interview transcript into every meeting. They carry summaries with citations.</a:t>
            </a:r>
          </a:p>
          <a:p>
            <a:r>
              <a:t>CCA-F EXAM TIP: When a scenario mentions context window pressure or the agent losing track of the case, the answer involves application-side pruning and case-facts pinning. Never use-a-bigger-model and never increase-max_tokens.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Escalation design. The rules for when an agent should hand off to a human.</a:t>
            </a:r>
          </a:p>
          <a:p>
            <a:r>
              <a:t>[Honor explicit human requests IMMEDIATELY]: When the user says "I want a human," the agent escalates. No clarifying questions, no "let me try one more thing." Immediate.</a:t>
            </a:r>
          </a:p>
          <a:p>
            <a:r>
              <a:t>['I want a human NOW' = escalate, don't clarify, don't try one more tool]: This is a hard rule. Violating it destroys user trust.</a:t>
            </a:r>
          </a:p>
          <a:p>
            <a:r>
              <a:t>[Pass STRUCTURED summary to the human queue, not the transcript]: The escalation handoff is the model's chance to be useful one last time. A typed summary of the situation, not the raw conversation log.</a:t>
            </a:r>
          </a:p>
          <a:p>
            <a:r>
              <a:t>[Never escalate on sentiment alone (frustration != complexity)]: Frustrated users with simple issues get faster resolutions from the agent. Calm users with billing disputes need humans. Sentiment is not a complexity signal.</a:t>
            </a:r>
          </a:p>
          <a:p>
            <a:r>
              <a:t>[Confidence-based escalation: low confidence -&gt; human review]: When the model's confidence on a key field drops below threshold, escalate. Confidence is signal; sentiment isn't.</a:t>
            </a:r>
          </a:p>
          <a:p>
            <a:r>
              <a:t>CCA-F EXAM TIP: Wrong answers on escalation questions usually involve "escalate when the customer seems upset." Right answers involve explicit user requests, policy limits, low confidence, or complexity beyond agent authority.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Five-minute exercise. Take the extraction pattern and apply it to a domain you actually work in.</a:t>
            </a:r>
          </a:p>
          <a:p>
            <a:r>
              <a:t>[Design an extraction schema for a domain you know]: Pick a real domain - invoices, resumes, tickets, contracts, whatever you actually work with.</a:t>
            </a:r>
          </a:p>
          <a:p>
            <a:r>
              <a:t>[Fields: required vs Optional[]]: Distinguish what MUST be present from what MIGHT be present. Required fields fail validation if missing; Optional fields can be null.</a:t>
            </a:r>
          </a:p>
          <a:p>
            <a:r>
              <a:t>[Add a confidence Literal: 'high' | 'medium' | 'low']: Closed enum. The model has three options. Pick one.</a:t>
            </a:r>
          </a:p>
          <a:p>
            <a:r>
              <a:t>[Add a notes Optional[str] for ambiguity]: A free-form field where the model can flag "I'm not sure about this" without breaking validation.</a:t>
            </a:r>
          </a:p>
          <a:p>
            <a:r>
              <a:t>[Share your schema in chat]: Show two or three out loud. Reinforce: nullable fields need explicit prompt instructions, confidence is the routing key, notes catches the "I'm not sure" cases.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Segment 3 in four takeaways. Plus a cache-control bonus that ties to context discipline.</a:t>
            </a:r>
          </a:p>
          <a:p>
            <a:r>
              <a:t>[Pydantic + tool_choice tool = guaranteed valid JSON]: The cheat code. Memorize the pattern.</a:t>
            </a:r>
          </a:p>
          <a:p>
            <a:r>
              <a:t>[Few-shot examples beat temperature tuning every time]: The first lever for output consistency. Don't reach for temperature.</a:t>
            </a:r>
          </a:p>
          <a:p>
            <a:r>
              <a:t>[Retries help format errors; retries do NOT help missing info]: The sharp line. max_retries=1, then escalate.</a:t>
            </a:r>
          </a:p>
          <a:p>
            <a:r>
              <a:t>[Cache the system block with cache_control - amortize policy across calls]: When your system prompt is long (policy, case-facts, schema documentation), set cache_control on it. Subsequent calls within the cache TTL pay 10% for cache reads instead of full input cost.</a:t>
            </a:r>
          </a:p>
          <a:p>
            <a:r>
              <a:t>Bridge to Segment 4: "You have agents, tools, prompts, validation, context discipline. The last segment is the cert capstone - what's on the CCA-F exam, how the domain weights map to today's notebooks, and ten weighted practice questions."</a:t>
            </a:r>
          </a:p>
          <a:p>
            <a:r>
              <a:t>CCA-F EXAM TIP: D4 + D5 = 35% of the exam. Three of the ten Segment 4 questions touch these domains. The Pydantic + forced tool_choice pattern is virtually guaranteed to appear in at least one D4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Section divider for Segment 4. The cert capstone. We earned this conversation.</a:t>
            </a:r>
          </a:p>
          <a:p>
            <a:r>
              <a:t>Segment 4 covers all five CCA-F domains. 50 minutes - 12 minutes of cert briefing, 28 minutes of 10 weighted practice questions, 10 minutes of Q&amp;A and course close. Notebook is segment-4-cca-f-capstone.ipynb. No live API calls in this segment; the notebook runs locally against practice-questions.json.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What CCA-F is. Anthropic's first official certification, partner-gated as of 2026.</a:t>
            </a:r>
          </a:p>
          <a:p>
            <a:r>
              <a:t>[Claude Certified Architect: Foundations - Anthropic's first official certification]: This is the entry-level cert. Foundations means the production patterns we taught today, not advanced topics like distillation or multimodal pipelines.</a:t>
            </a:r>
          </a:p>
          <a:p>
            <a:r>
              <a:t>[Targets architects shipping with Agent SDK, Claude Code, Claude API, MCP]: Four surfaces. If you've shipped with any combination of them, you're in scope.</a:t>
            </a:r>
          </a:p>
          <a:p>
            <a:r>
              <a:t>[Roughly the 301 skill level - past 'hello world', not yet 'I run distillation pipelines']: Calibration. The exam assumes you've built real things. It doesn't assume you've trained a model.</a:t>
            </a:r>
          </a:p>
          <a:p>
            <a:r>
              <a:t>[Beta product as of 2026 - watch the official cert page for changes]: Anthropic ships exams the same way they ship features. Headers change. Question shapes change. Check claude.com/partners before you sit it.</a:t>
            </a:r>
          </a:p>
          <a:p>
            <a:r>
              <a:t>The framing for the room: skills first, then the cert talk. You already have the skills - the exam is how you signal them.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Exam mechanics. Seven facts. Memorize them; they're the load-bearing operational data.</a:t>
            </a:r>
          </a:p>
          <a:p>
            <a:r>
              <a:t>[Questions: 60 multiple-choice]: Scenario-based. Each question has a situation, a question, four options, one correct answer.</a:t>
            </a:r>
          </a:p>
          <a:p>
            <a:r>
              <a:t>[Time: 120 minutes, single session, no breaks]: Two hours, end to end. Plan accordingly.</a:t>
            </a:r>
          </a:p>
          <a:p>
            <a:r>
              <a:t>[Scoring: scaled 100-1000, passing = 720, no guess penalty]: Scaled scoring means the cut score is fixed in difficulty terms, not raw percent. 720 to pass.</a:t>
            </a:r>
          </a:p>
          <a:p>
            <a:r>
              <a:t>[Delivery: ProctorFree, English]: Remote-proctored. English only as of 2026.</a:t>
            </a:r>
          </a:p>
          <a:p>
            <a:r>
              <a:t>[Results: 2 business days]: You don't get the score live. Two business days to find out.</a:t>
            </a:r>
          </a:p>
          <a:p>
            <a:r>
              <a:t>[Cost: $99 per attempt]: Partner discount may apply. Check the cert page.</a:t>
            </a:r>
          </a:p>
          <a:p>
            <a:r>
              <a:t>[Attempts: ONE - this is the policy that catches people]: Single attempt per registration. Plan around it. Don't schedule until you're scoring 900+ on Anthropic's official Practice Exam.</a:t>
            </a:r>
          </a:p>
          <a:p>
            <a:r>
              <a:t>CCA-F EXAM TIP: The one-attempt rule is the policy nobody plans around. Treat the $99 as if it were $990 - because the cost of failing is rescheduling and starting prep 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Domain weights mapped to today's segments. Where each piece of the exam was taught.</a:t>
            </a:r>
          </a:p>
          <a:p>
            <a:r>
              <a:t>[Domain 1 - Agentic Architecture (27%)]: Heaviest single domain. Segment 1. Agents, hooks, coordinator-subagent. Re-walk segment-1 before the exam.</a:t>
            </a:r>
          </a:p>
          <a:p>
            <a:r>
              <a:t>[Heaviest. Segment 1 - agents, hooks, coordinator-subagent. Re-walk segment-1.]: If a domain feels easy, the practice questions for it are the ones to re-walk. D1 is heaviest; don't assume.</a:t>
            </a:r>
          </a:p>
          <a:p>
            <a:r>
              <a:t>[Domain 2 - Tool Design and MCP (18%)]: Segment 2 plus Segment 2.5. Tool descriptions, structured errors, MCP list_tools, tool_choice modes.</a:t>
            </a:r>
          </a:p>
          <a:p>
            <a:r>
              <a:t>[Segment 2 + 2.5. Tool descriptions, structured errors, MCP list_tools.]: 2.5 is the off-clock notebook. Walk it before the exam.</a:t>
            </a:r>
          </a:p>
          <a:p>
            <a:r>
              <a:t>[Domain 3 - Claude Code (20%)]: Segment 2. CLAUDE.md hierarchy, skills, slash commands, claude -p headless mode.</a:t>
            </a:r>
          </a:p>
          <a:p>
            <a:r>
              <a:t>[Segment 2. CLAUDE.md hierarchy, skills, slash commands, claude -p headless.]: The most operationally-focused domain. Hands-on with the CLI.</a:t>
            </a:r>
          </a:p>
          <a:p>
            <a:r>
              <a:t>[Domain 4 - Prompts and Structured Output (20%)]: Segment 3. Forced tool_choice, Pydantic schemas, few-shot, retry loops.</a:t>
            </a:r>
          </a:p>
          <a:p>
            <a:r>
              <a:t>[Segment 3. Forced tool_choice, Pydantic schemas, few-shot, retry loops.]: The cheat code lives here. Memorize the pattern.</a:t>
            </a:r>
          </a:p>
          <a:p>
            <a:r>
              <a:t>[Domain 5 - Context and Reliability (15%)]: Segment 3 plus parts of Segment 1. Context pinning, escalation, structured errors.</a:t>
            </a:r>
          </a:p>
          <a:p>
            <a:r>
              <a:t>[Segment 3 + parts of Segment 1. Context pinning, escalation, structured errors.]: The smallest domain by weight. Easy to under-teach because it feels like common sense.</a:t>
            </a:r>
          </a:p>
          <a:p>
            <a:r>
              <a:t>CCA-F EXAM TIP: D1 + D3 + D4 = 67% of the exam. Weight your prep accordingly. D5 is the easiest to under-teach because it feels like security common sense until scenario questions get specific.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One slide explaining why the Segment 4 sampler is domain-weighted, not scenario-weighted.</a:t>
            </a:r>
          </a:p>
          <a:p>
            <a:r>
              <a:t>[The naive sampler]: Pulls questions evenly across scenario families. The bank has 60 questions across 4 scenarios; uniform sampling gives 2-3 per scenario. The problem: two of the four scenarios are heavily D3, which over-tests Claude Code and under-tests Context Management.</a:t>
            </a:r>
          </a:p>
          <a:p>
            <a:r>
              <a:t>[Pulls questions evenly across scenario families - which over-tests Claude Code (two scenarios are heavily D3) and under-tests context management (only fits in one).]: The diagnosis. The scenario-weighted sampler matches the source data shape, not the exam shape.</a:t>
            </a:r>
          </a:p>
          <a:p>
            <a:r>
              <a:t>[Our sampler]: Draws 3 D1 + 2 D2 + 2 D3 + 2 D4 + 1 D5. Matches the exam's 27/18/20/20/15 weighting exactly.</a:t>
            </a:r>
          </a:p>
          <a:p>
            <a:r>
              <a:t>[Draws 3 D1 + 2 D2 + 2 D3 + 2 D4 + 1 D5 - matches the exam's 27/18/20/20/15 weighting exactly. Every cohort sees the SAME 10 questions in the same order (seed=2026) for consistency across deliveries.]: Reproducibility matters - every cohort gets the same set so we can compare cohort-to-cohort.</a:t>
            </a:r>
          </a:p>
          <a:p>
            <a:r>
              <a:t>CCA-F EXAM TIP: When you take Anthropic's official Practice Exam, the question mix mirrors this same domain weighting. The Segment 4 sampler is calibrated to feel like a Practice Exam mini-run.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Demo - 28 minutes on 10 weighted practice questions. The longest single block of Segment 4.</a:t>
            </a:r>
          </a:p>
          <a:p>
            <a:r>
              <a:t>What you'll see: I'll open segment-4-cca-f-capstone.ipynb. The sampler cell runs locally - no API calls - and draws 10 questions by domain weight from practice-questions.json. The render cell prints them as collapsible Markdown blocks with the situation, the question, four options, and a hidden answer + explanation.</a:t>
            </a:r>
          </a:p>
          <a:p>
            <a:r>
              <a:t>For each question, we'll do four beats. First I read the situation aloud. Second, the cohort votes A/B/C/D in chat - 30 seconds. Third, I reveal the correct answer. Fourth, I walk through why the distractors are plausible-but-wrong, and color the right answer with a production tip from the matching domain-N-*.md reference.</a:t>
            </a:r>
          </a:p>
          <a:p>
            <a:r>
              <a:t>Source disclaimer to read aloud once at the start: these questions are community-sourced from Paul Larionov's study repo. They are calibration practice, not exam predictors. Use Anthropic's official Practice Exam as the authoritative readiness signal before scheduling.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Tim's week-before-the-exam punchlist. Six items, in order. Full 13-item version lives in CERT-PROGRAM-BRIEFING.md.</a:t>
            </a:r>
          </a:p>
          <a:p>
            <a:r>
              <a:t>[1. Score &gt;900 on the Anthropic Practice Exam cold]: Cold means without prep notes open. If you can't score 900 cold, you're not ready.</a:t>
            </a:r>
          </a:p>
          <a:p>
            <a:r>
              <a:t>[2. Rebuild Segment 1 from memory in 30 minutes]: The load-bearing readiness test. If you can write the agent loop, the tool dispatch, and the hook without looking at the notebook, you've internalized D1.</a:t>
            </a:r>
          </a:p>
          <a:p>
            <a:r>
              <a:t>[3. Re-read domain-1-agentic.md - the 27% domain]: The biggest single domain. Re-read it carefully.</a:t>
            </a:r>
          </a:p>
          <a:p>
            <a:r>
              <a:t>[4. Skim domain-3-claude-code.md and domain-4-prompts.md - the 20% domains]: The next-biggest pair. Skim is enough if your scores are already in the 900s.</a:t>
            </a:r>
          </a:p>
          <a:p>
            <a:r>
              <a:t>[5. Verify proctoring setup the night before (camera, mic, ID)]: ProctorFree has technical requirements. Test them the night before, not the morning of.</a:t>
            </a:r>
          </a:p>
          <a:p>
            <a:r>
              <a:t>[6. Single attempt. Do not schedule until 1-4 are green.]: The policy that catches people. Treat it like a one-shot deploy to production.</a:t>
            </a:r>
          </a:p>
          <a:p>
            <a:r>
              <a:t>CCA-F EXAM TIP: When you're scoring 900+ on the Practice Exam AND you can rebuild Segment 1 from memory in 30 minutes, you're ready. Both conditions, not just 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Recap what we built. Four live artifacts plus one self-study notebook.</a:t>
            </a:r>
          </a:p>
          <a:p>
            <a:r>
              <a:t>[Customer support agent with PreToolUse hook enforcement]: Segment 1. The deterministic shell around a non-deterministic model.</a:t>
            </a:r>
          </a:p>
          <a:p>
            <a:r>
              <a:t>[Configured Claude Code env with .mcp.json + CLAUDE.md hierarchy]: Segment 2. The team-shareable configuration surface that scales by file, not code.</a:t>
            </a:r>
          </a:p>
          <a:p>
            <a:r>
              <a:t>[Invoice extractor with Pydantic schema + validation retry]: Segment 3. The forced-tool_choice cheat code in production form.</a:t>
            </a:r>
          </a:p>
          <a:p>
            <a:r>
              <a:t>[Production reliability mental model - context, escalation, errors, provenance]: Segment 3 plus the through-line in Segments 1 and 4. The reliability story isn't a feature; it's a discipline.</a:t>
            </a:r>
          </a:p>
          <a:p>
            <a:r>
              <a:t>[Plus self-study: control surfaces and the Console asset surface (Segment 2.5)]: Off-clock notebook. Walk it before the exam.</a:t>
            </a:r>
          </a:p>
          <a:p>
            <a:r>
              <a:t>Tie back to the cold open: model is non-deterministic, your architecture cannot be. Every artifact today is an instance of that pattern. The shell catches the model when it wobbles; the shell stays out of the way when it behaves.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Resources for after class. Four locations. Walk learners through each one.</a:t>
            </a:r>
          </a:p>
          <a:p>
            <a:r>
              <a:t>[Repo]: github.com/timothywarner-org/claude-architect. Today's slides, notebooks, scripts, and the EXAM-STUDY-PATH.md learner-facing CCA-F study scaffold.</a:t>
            </a:r>
          </a:p>
          <a:p>
            <a:r>
              <a:t>[github.com/timothywarner-org/claude-architect]: Clone it if you haven't. Star it if you found today useful.</a:t>
            </a:r>
          </a:p>
          <a:p>
            <a:r>
              <a:t>[Anthropic cookbook (official, MIT, vendored in this repo)]: Vendored in claude-cookbooks-main/ at the repo root. No second clone required. Every demo today cites a specific cookbook for further self-study.</a:t>
            </a:r>
          </a:p>
          <a:p>
            <a:r>
              <a:t>[github.com/anthropics/claude-cookbooks   |   claude-cookbooks-main/]: The upstream repo and the local vendored copy. Pick whichever is easier.</a:t>
            </a:r>
          </a:p>
          <a:p>
            <a:r>
              <a:t>[CCA-F study path]: EXAM-STUDY-PATH.md. The notebook-to-domain-to-scenario mapping plus the after-class study plan.</a:t>
            </a:r>
          </a:p>
          <a:p>
            <a:r>
              <a:t>[EXAM-STUDY-PATH.md - notebook -&gt; CCA-F domain -&gt; scenario mapping]: The map. Print it if you're aiming at the cert.</a:t>
            </a:r>
          </a:p>
          <a:p>
            <a:r>
              <a:t>[Anthropic Academy]: Free courses. The Practice Exam lives here.</a:t>
            </a:r>
          </a:p>
          <a:p>
            <a:r>
              <a:t>[anthropic.skilljar.com - free courses, official Practice Exam]: Bookmark it. The Practice Exam is the authoritative readiness signal before you schedule.</a:t>
            </a:r>
          </a:p>
          <a:p>
            <a:r>
              <a:t>If you don't ship something in 7 days, the muscle memory fades. Pick the smallest possible win and ship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Final Q&amp;A. 10 minutes. Pre-answer the questions I expect from the chat.</a:t>
            </a:r>
          </a:p>
          <a:p>
            <a:r>
              <a:t>[How do I monitor an agent in production?]: Log every stop_reason, every tool call, every hook block. Three streams, one dashboard. Build it before you ship, not after.</a:t>
            </a:r>
          </a:p>
          <a:p>
            <a:r>
              <a:t>[When do I split a monolithic agent into coordinator + subagents?]: Three conditions, all required - own success criteria, own tool subset, own context discipline. Don't split for theoretical purity.</a:t>
            </a:r>
          </a:p>
          <a:p>
            <a:r>
              <a:t>[What is the cost story for prompt caching?]: cache_control on system prompts and large tool blocks. Hits run roughly 90% cheaper than misses. Cache writes cost more than reads, so do the math before assuming caching is free.</a:t>
            </a:r>
          </a:p>
          <a:p>
            <a:r>
              <a:t>[How do I know when I am ready to sit the exam?]: When the Anthropic Practice Exam scores 900+ cold AND you can rebuild Segment 1 from memory in 30 minutes. Both conditions.</a:t>
            </a:r>
          </a:p>
          <a:p>
            <a:r>
              <a:t>[What is the renewal path for CCA-F?]: Anthropic reserves the right to retire and refresh exams. Certifications tied to beta products may expire when the production exam goes live. Watch the cert page.</a:t>
            </a:r>
          </a:p>
          <a:p>
            <a:r>
              <a:t>Open the floor for live questions. Anything not pre-answered above is fair game.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FRAMER: Final close. Sign-off in three beats. Q&amp;A is done; this is the goodbye.</a:t>
            </a:r>
          </a:p>
          <a:p>
            <a:r>
              <a:t>Thank you for spending four hours with me today. We built three live artifacts plus a self-study fifth. We covered every CCA-F domain. We earned the cert conversation by shipping the skills first.</a:t>
            </a:r>
          </a:p>
          <a:p>
            <a:r>
              <a:t>The repo is yours - clone it, fork it, send PRs if you find something to improve. techtrainertim.com is where the longer-form content lives. LinkedIn @timothywarner is where I post when new courses drop.</a:t>
            </a:r>
          </a:p>
          <a:p>
            <a:r>
              <a:t>If today gave you ONE pattern you can wire into a real workflow this week - that's the win. The notebooks aren't theory; they're production patterns dressed up in teaching clothes. Ship something.</a:t>
            </a:r>
          </a:p>
          <a:p>
            <a:r>
              <a:t>Memento mori. Also, ship the PR.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 Id="rId3"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gif"/><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gif"/><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jpe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Sun, 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Sun, 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Sun, 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Sun, 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Sun, 4/26/2026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Sun, 4/26/2026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Sun, 4/26/2026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Sun, 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Sun, 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Sun, 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Sun, 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Slide-Based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0" name="Picture 19" descr="A person standing in front of a window&#10;&#10;Description automatically generated">
            <a:extLst>
              <a:ext uri="{FF2B5EF4-FFF2-40B4-BE49-F238E27FC236}">
                <a16:creationId xmlns:a16="http://schemas.microsoft.com/office/drawing/2014/main" id="{98D908CD-4E79-E541-918B-5C7BF8B8280B}"/>
              </a:ext>
            </a:extLst>
          </p:cNvPr>
          <p:cNvPicPr>
            <a:picLocks noChangeAspect="1"/>
          </p:cNvPicPr>
          <p:nvPr userDrawn="1"/>
        </p:nvPicPr>
        <p:blipFill rotWithShape="1">
          <a:blip r:embed="rId3"/>
          <a:srcRect l="24192" r="17273"/>
          <a:stretch/>
        </p:blipFill>
        <p:spPr>
          <a:xfrm>
            <a:off x="1" y="-10601"/>
            <a:ext cx="4851745" cy="6138407"/>
          </a:xfrm>
          <a:prstGeom prst="rect">
            <a:avLst/>
          </a:prstGeom>
        </p:spPr>
      </p:pic>
      <p:sp>
        <p:nvSpPr>
          <p:cNvPr id="21" name="Title 1">
            <a:extLst>
              <a:ext uri="{FF2B5EF4-FFF2-40B4-BE49-F238E27FC236}">
                <a16:creationId xmlns:a16="http://schemas.microsoft.com/office/drawing/2014/main" id="{879AE553-DDE7-3246-A275-03B48F404DAA}"/>
              </a:ext>
            </a:extLst>
          </p:cNvPr>
          <p:cNvSpPr txBox="1">
            <a:spLocks/>
          </p:cNvSpPr>
          <p:nvPr userDrawn="1"/>
        </p:nvSpPr>
        <p:spPr>
          <a:xfrm>
            <a:off x="4989567" y="297872"/>
            <a:ext cx="7340255" cy="965779"/>
          </a:xfrm>
          <a:prstGeom prst="rect">
            <a:avLst/>
          </a:prstGeom>
        </p:spPr>
        <p:txBody>
          <a:bodyPr/>
          <a:lstStyle>
            <a:lvl1pPr algn="l" defTabSz="457200" rtl="0" eaLnBrk="1" latinLnBrk="0" hangingPunct="1">
              <a:spcBef>
                <a:spcPct val="0"/>
              </a:spcBef>
              <a:buNone/>
              <a:defRPr sz="4400" kern="1200">
                <a:solidFill>
                  <a:schemeClr val="tx1"/>
                </a:solidFill>
                <a:latin typeface="+mj-lt"/>
                <a:ea typeface="+mj-ea"/>
                <a:cs typeface="+mj-cs"/>
              </a:defRPr>
            </a:lvl1pPr>
          </a:lstStyle>
          <a:p>
            <a:r>
              <a:rPr lang="en-US" sz="3200" b="1">
                <a:solidFill>
                  <a:schemeClr val="bg1"/>
                </a:solidFill>
              </a:rPr>
              <a:t>Lesson 1: Understanding Kubernetes</a:t>
            </a:r>
          </a:p>
        </p:txBody>
      </p:sp>
      <p:pic>
        <p:nvPicPr>
          <p:cNvPr id="23" name="Picture 22" descr="A person standing in front of a window&#10;&#10;Description automatically generated">
            <a:extLst>
              <a:ext uri="{FF2B5EF4-FFF2-40B4-BE49-F238E27FC236}">
                <a16:creationId xmlns:a16="http://schemas.microsoft.com/office/drawing/2014/main" id="{A4A5DB76-1615-C646-AB17-4F7AF3BDC8BE}"/>
              </a:ext>
            </a:extLst>
          </p:cNvPr>
          <p:cNvPicPr>
            <a:picLocks noChangeAspect="1"/>
          </p:cNvPicPr>
          <p:nvPr userDrawn="1"/>
        </p:nvPicPr>
        <p:blipFill rotWithShape="1">
          <a:blip r:embed="rId3"/>
          <a:srcRect l="24192" r="17273"/>
          <a:stretch/>
        </p:blipFill>
        <p:spPr>
          <a:xfrm>
            <a:off x="1" y="6917"/>
            <a:ext cx="4851745" cy="6120888"/>
          </a:xfrm>
          <a:prstGeom prst="rect">
            <a:avLst/>
          </a:prstGeom>
        </p:spPr>
      </p:pic>
      <p:sp>
        <p:nvSpPr>
          <p:cNvPr id="27" name="Subtitle 2">
            <a:extLst>
              <a:ext uri="{FF2B5EF4-FFF2-40B4-BE49-F238E27FC236}">
                <a16:creationId xmlns:a16="http://schemas.microsoft.com/office/drawing/2014/main" id="{1C9B70A1-4246-EF41-A9D4-1747E5B9BA3E}"/>
              </a:ext>
            </a:extLst>
          </p:cNvPr>
          <p:cNvSpPr txBox="1">
            <a:spLocks/>
          </p:cNvSpPr>
          <p:nvPr userDrawn="1"/>
        </p:nvSpPr>
        <p:spPr>
          <a:xfrm>
            <a:off x="5284045" y="1761932"/>
            <a:ext cx="6633860" cy="634064"/>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1.1 Understanding Containers</a:t>
            </a:r>
          </a:p>
        </p:txBody>
      </p:sp>
      <p:sp>
        <p:nvSpPr>
          <p:cNvPr id="28" name="Subtitle 2">
            <a:extLst>
              <a:ext uri="{FF2B5EF4-FFF2-40B4-BE49-F238E27FC236}">
                <a16:creationId xmlns:a16="http://schemas.microsoft.com/office/drawing/2014/main" id="{CF813062-DB89-FC4C-9952-E517FA6F03F8}"/>
              </a:ext>
            </a:extLst>
          </p:cNvPr>
          <p:cNvSpPr txBox="1">
            <a:spLocks/>
          </p:cNvSpPr>
          <p:nvPr userDrawn="1"/>
        </p:nvSpPr>
        <p:spPr>
          <a:xfrm>
            <a:off x="5284043" y="2692531"/>
            <a:ext cx="6633860" cy="1208911"/>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1.2 Containers in Corporate </a:t>
            </a:r>
          </a:p>
          <a:p>
            <a:r>
              <a:rPr lang="en-US" sz="3467"/>
              <a:t>       Environments</a:t>
            </a:r>
          </a:p>
        </p:txBody>
      </p:sp>
      <p:sp>
        <p:nvSpPr>
          <p:cNvPr id="29" name="Subtitle 2">
            <a:extLst>
              <a:ext uri="{FF2B5EF4-FFF2-40B4-BE49-F238E27FC236}">
                <a16:creationId xmlns:a16="http://schemas.microsoft.com/office/drawing/2014/main" id="{B3CC864C-E6B4-3D40-BB65-4CFF8F31A588}"/>
              </a:ext>
            </a:extLst>
          </p:cNvPr>
          <p:cNvSpPr txBox="1">
            <a:spLocks/>
          </p:cNvSpPr>
          <p:nvPr userDrawn="1"/>
        </p:nvSpPr>
        <p:spPr>
          <a:xfrm>
            <a:off x="5284042" y="4197977"/>
            <a:ext cx="6633860" cy="576423"/>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1.3 The Rise of Kubernetes</a:t>
            </a:r>
          </a:p>
        </p:txBody>
      </p:sp>
      <p:sp>
        <p:nvSpPr>
          <p:cNvPr id="30" name="Subtitle 2">
            <a:extLst>
              <a:ext uri="{FF2B5EF4-FFF2-40B4-BE49-F238E27FC236}">
                <a16:creationId xmlns:a16="http://schemas.microsoft.com/office/drawing/2014/main" id="{D6E222FC-2D0D-AC48-9ADE-1071DC9A37EF}"/>
              </a:ext>
            </a:extLst>
          </p:cNvPr>
          <p:cNvSpPr txBox="1">
            <a:spLocks/>
          </p:cNvSpPr>
          <p:nvPr userDrawn="1"/>
        </p:nvSpPr>
        <p:spPr>
          <a:xfrm>
            <a:off x="5284042" y="5070934"/>
            <a:ext cx="6633860" cy="576423"/>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1.4 The Kubernetes Ecosystem</a:t>
            </a:r>
          </a:p>
        </p:txBody>
      </p:sp>
    </p:spTree>
    <p:extLst>
      <p:ext uri="{BB962C8B-B14F-4D97-AF65-F5344CB8AC3E}">
        <p14:creationId xmlns:p14="http://schemas.microsoft.com/office/powerpoint/2010/main" val="7649632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Dual-Feed Slide &amp; Video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Oval 5">
            <a:extLst>
              <a:ext uri="{FF2B5EF4-FFF2-40B4-BE49-F238E27FC236}">
                <a16:creationId xmlns:a16="http://schemas.microsoft.com/office/drawing/2014/main" id="{9CC519E6-A1F1-6747-A3F6-20B949715D94}"/>
              </a:ext>
            </a:extLst>
          </p:cNvPr>
          <p:cNvSpPr/>
          <p:nvPr userDrawn="1"/>
        </p:nvSpPr>
        <p:spPr>
          <a:xfrm>
            <a:off x="1761640" y="201229"/>
            <a:ext cx="2867696" cy="2491303"/>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sp>
        <p:nvSpPr>
          <p:cNvPr id="7" name="Rectangle 6">
            <a:extLst>
              <a:ext uri="{FF2B5EF4-FFF2-40B4-BE49-F238E27FC236}">
                <a16:creationId xmlns:a16="http://schemas.microsoft.com/office/drawing/2014/main" id="{B17605FD-9760-4542-AA9A-73939422455B}"/>
              </a:ext>
            </a:extLst>
          </p:cNvPr>
          <p:cNvSpPr/>
          <p:nvPr userDrawn="1"/>
        </p:nvSpPr>
        <p:spPr>
          <a:xfrm>
            <a:off x="1" y="0"/>
            <a:ext cx="3523281" cy="356986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sp>
        <p:nvSpPr>
          <p:cNvPr id="8" name="Rectangle 7">
            <a:extLst>
              <a:ext uri="{FF2B5EF4-FFF2-40B4-BE49-F238E27FC236}">
                <a16:creationId xmlns:a16="http://schemas.microsoft.com/office/drawing/2014/main" id="{19C83BD3-B120-F546-94C9-3421EA0D53AB}"/>
              </a:ext>
            </a:extLst>
          </p:cNvPr>
          <p:cNvSpPr/>
          <p:nvPr userDrawn="1"/>
        </p:nvSpPr>
        <p:spPr>
          <a:xfrm>
            <a:off x="14150" y="1488820"/>
            <a:ext cx="4986287" cy="462036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p>
        </p:txBody>
      </p:sp>
      <p:sp>
        <p:nvSpPr>
          <p:cNvPr id="9" name="Title 1">
            <a:extLst>
              <a:ext uri="{FF2B5EF4-FFF2-40B4-BE49-F238E27FC236}">
                <a16:creationId xmlns:a16="http://schemas.microsoft.com/office/drawing/2014/main" id="{FB1211D7-AC77-0040-827B-FD76A25CC725}"/>
              </a:ext>
            </a:extLst>
          </p:cNvPr>
          <p:cNvSpPr txBox="1">
            <a:spLocks/>
          </p:cNvSpPr>
          <p:nvPr userDrawn="1"/>
        </p:nvSpPr>
        <p:spPr>
          <a:xfrm>
            <a:off x="5010769" y="126294"/>
            <a:ext cx="7340255" cy="877980"/>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3467" b="1">
                <a:solidFill>
                  <a:schemeClr val="bg1"/>
                </a:solidFill>
              </a:rPr>
              <a:t>Lesson 1: Understanding Kubernetes</a:t>
            </a:r>
          </a:p>
        </p:txBody>
      </p:sp>
      <p:sp>
        <p:nvSpPr>
          <p:cNvPr id="10" name="Subtitle 2">
            <a:extLst>
              <a:ext uri="{FF2B5EF4-FFF2-40B4-BE49-F238E27FC236}">
                <a16:creationId xmlns:a16="http://schemas.microsoft.com/office/drawing/2014/main" id="{E87FE959-2BAA-6442-9ACB-CB119AAA646D}"/>
              </a:ext>
            </a:extLst>
          </p:cNvPr>
          <p:cNvSpPr txBox="1">
            <a:spLocks/>
          </p:cNvSpPr>
          <p:nvPr userDrawn="1"/>
        </p:nvSpPr>
        <p:spPr>
          <a:xfrm>
            <a:off x="5284045" y="1761932"/>
            <a:ext cx="6633860" cy="634064"/>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1.1 Understanding Containers</a:t>
            </a:r>
          </a:p>
        </p:txBody>
      </p:sp>
      <p:sp>
        <p:nvSpPr>
          <p:cNvPr id="11" name="Subtitle 2">
            <a:extLst>
              <a:ext uri="{FF2B5EF4-FFF2-40B4-BE49-F238E27FC236}">
                <a16:creationId xmlns:a16="http://schemas.microsoft.com/office/drawing/2014/main" id="{E6CC7EA0-7EF0-0944-B1AC-0F3988B8C99C}"/>
              </a:ext>
            </a:extLst>
          </p:cNvPr>
          <p:cNvSpPr txBox="1">
            <a:spLocks/>
          </p:cNvSpPr>
          <p:nvPr userDrawn="1"/>
        </p:nvSpPr>
        <p:spPr>
          <a:xfrm>
            <a:off x="5284043" y="2692531"/>
            <a:ext cx="6633860" cy="1208911"/>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1.2 Containers in Corporate </a:t>
            </a:r>
          </a:p>
          <a:p>
            <a:r>
              <a:rPr lang="en-US" sz="3467"/>
              <a:t>       Environments</a:t>
            </a:r>
          </a:p>
        </p:txBody>
      </p:sp>
      <p:sp>
        <p:nvSpPr>
          <p:cNvPr id="12" name="Subtitle 2">
            <a:extLst>
              <a:ext uri="{FF2B5EF4-FFF2-40B4-BE49-F238E27FC236}">
                <a16:creationId xmlns:a16="http://schemas.microsoft.com/office/drawing/2014/main" id="{9CD342B2-D10F-6D48-A74A-EF1E126A51B7}"/>
              </a:ext>
            </a:extLst>
          </p:cNvPr>
          <p:cNvSpPr txBox="1">
            <a:spLocks/>
          </p:cNvSpPr>
          <p:nvPr userDrawn="1"/>
        </p:nvSpPr>
        <p:spPr>
          <a:xfrm>
            <a:off x="5284042" y="4197977"/>
            <a:ext cx="6633860" cy="576423"/>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1.3 The Rise of Kubernetes</a:t>
            </a:r>
          </a:p>
        </p:txBody>
      </p:sp>
      <p:sp>
        <p:nvSpPr>
          <p:cNvPr id="13" name="Subtitle 2">
            <a:extLst>
              <a:ext uri="{FF2B5EF4-FFF2-40B4-BE49-F238E27FC236}">
                <a16:creationId xmlns:a16="http://schemas.microsoft.com/office/drawing/2014/main" id="{53244D6A-E26C-2D4A-A946-D595B1B11FE3}"/>
              </a:ext>
            </a:extLst>
          </p:cNvPr>
          <p:cNvSpPr txBox="1">
            <a:spLocks/>
          </p:cNvSpPr>
          <p:nvPr userDrawn="1"/>
        </p:nvSpPr>
        <p:spPr>
          <a:xfrm>
            <a:off x="5284042" y="5070934"/>
            <a:ext cx="6633860" cy="576423"/>
          </a:xfrm>
          <a:prstGeom prst="rect">
            <a:avLst/>
          </a:prstGeom>
        </p:spPr>
        <p:txBody>
          <a:bodyPr vert="horz" lIns="121920" tIns="60960" rIns="121920" bIns="6096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3467"/>
              <a:t>1.4 The Kubernetes Ecosystem</a:t>
            </a:r>
          </a:p>
        </p:txBody>
      </p:sp>
      <p:pic>
        <p:nvPicPr>
          <p:cNvPr id="14" name="Picture 13" descr="A person standing in front of a window posing for the camera&#10;&#10;Description automatically generated">
            <a:extLst>
              <a:ext uri="{FF2B5EF4-FFF2-40B4-BE49-F238E27FC236}">
                <a16:creationId xmlns:a16="http://schemas.microsoft.com/office/drawing/2014/main" id="{E752B01A-0237-D746-881B-4BE22A5F831A}"/>
              </a:ext>
            </a:extLst>
          </p:cNvPr>
          <p:cNvPicPr>
            <a:picLocks noChangeAspect="1"/>
          </p:cNvPicPr>
          <p:nvPr userDrawn="1"/>
        </p:nvPicPr>
        <p:blipFill>
          <a:blip r:embed="rId3"/>
          <a:stretch>
            <a:fillRect/>
          </a:stretch>
        </p:blipFill>
        <p:spPr>
          <a:xfrm>
            <a:off x="404449" y="2031444"/>
            <a:ext cx="4595988" cy="2795112"/>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939371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p:cNvSpPr>
            <a:spLocks noGrp="1"/>
          </p:cNvSpPr>
          <p:nvPr>
            <p:ph type="ctrTitle" hasCustomPrompt="1"/>
          </p:nvPr>
        </p:nvSpPr>
        <p:spPr>
          <a:xfrm>
            <a:off x="5115776" y="2130426"/>
            <a:ext cx="6633859" cy="1470025"/>
          </a:xfrm>
          <a:prstGeom prst="rect">
            <a:avLst/>
          </a:prstGeom>
        </p:spPr>
        <p:txBody>
          <a:bodyPr>
            <a:noAutofit/>
          </a:bodyPr>
          <a:lstStyle>
            <a:lvl1pPr algn="l">
              <a:defRPr sz="4800" b="0" baseline="0">
                <a:solidFill>
                  <a:schemeClr val="tx1"/>
                </a:solidFill>
                <a:latin typeface="Segoe Pro" charset="0"/>
              </a:defRPr>
            </a:lvl1pPr>
          </a:lstStyle>
          <a:p>
            <a:r>
              <a:rPr lang="en-US"/>
              <a:t>Lesson #: Lesson Name</a:t>
            </a:r>
          </a:p>
        </p:txBody>
      </p:sp>
      <p:sp>
        <p:nvSpPr>
          <p:cNvPr id="3" name="Subtitle 2"/>
          <p:cNvSpPr>
            <a:spLocks noGrp="1"/>
          </p:cNvSpPr>
          <p:nvPr>
            <p:ph type="subTitle" idx="1" hasCustomPrompt="1"/>
          </p:nvPr>
        </p:nvSpPr>
        <p:spPr>
          <a:xfrm>
            <a:off x="5115775" y="3718051"/>
            <a:ext cx="6633860" cy="1752600"/>
          </a:xfrm>
        </p:spPr>
        <p:txBody>
          <a:bodyPr>
            <a:normAutofit/>
          </a:bodyPr>
          <a:lstStyle>
            <a:lvl1pPr marL="914377" indent="-841227" algn="l">
              <a:buNone/>
              <a:tabLst>
                <a:tab pos="766214" algn="l"/>
              </a:tabLst>
              <a:defRPr sz="3733" b="0" baseline="0">
                <a:solidFill>
                  <a:srgbClr val="000000"/>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 	Learning objective or      Sub-lesson Title</a:t>
            </a:r>
          </a:p>
        </p:txBody>
      </p:sp>
      <p:pic>
        <p:nvPicPr>
          <p:cNvPr id="4" name="Picture 3">
            <a:extLst>
              <a:ext uri="{FF2B5EF4-FFF2-40B4-BE49-F238E27FC236}">
                <a16:creationId xmlns:a16="http://schemas.microsoft.com/office/drawing/2014/main" id="{9163F234-EB9D-6E5E-B61A-F1696C98AF13}"/>
              </a:ext>
            </a:extLst>
          </p:cNvPr>
          <p:cNvPicPr>
            <a:picLocks noChangeAspect="1"/>
          </p:cNvPicPr>
          <p:nvPr userDrawn="1"/>
        </p:nvPicPr>
        <p:blipFill>
          <a:blip r:embed="rId3"/>
          <a:stretch>
            <a:fillRect/>
          </a:stretch>
        </p:blipFill>
        <p:spPr>
          <a:xfrm>
            <a:off x="209006" y="6322424"/>
            <a:ext cx="1201783" cy="375403"/>
          </a:xfrm>
          <a:prstGeom prst="rect">
            <a:avLst/>
          </a:prstGeom>
        </p:spPr>
      </p:pic>
      <p:pic>
        <p:nvPicPr>
          <p:cNvPr id="7" name="Picture 6">
            <a:extLst>
              <a:ext uri="{FF2B5EF4-FFF2-40B4-BE49-F238E27FC236}">
                <a16:creationId xmlns:a16="http://schemas.microsoft.com/office/drawing/2014/main" id="{29DC5631-3450-D07D-AE49-6F758CC4E012}"/>
              </a:ext>
            </a:extLst>
          </p:cNvPr>
          <p:cNvPicPr>
            <a:picLocks noChangeAspect="1"/>
          </p:cNvPicPr>
          <p:nvPr userDrawn="1"/>
        </p:nvPicPr>
        <p:blipFill>
          <a:blip r:embed="rId4"/>
          <a:stretch>
            <a:fillRect/>
          </a:stretch>
        </p:blipFill>
        <p:spPr>
          <a:xfrm>
            <a:off x="1304354" y="1271313"/>
            <a:ext cx="1028572" cy="2329137"/>
          </a:xfrm>
          <a:prstGeom prst="rect">
            <a:avLst/>
          </a:prstGeom>
        </p:spPr>
      </p:pic>
      <p:pic>
        <p:nvPicPr>
          <p:cNvPr id="9" name="Picture 8">
            <a:extLst>
              <a:ext uri="{FF2B5EF4-FFF2-40B4-BE49-F238E27FC236}">
                <a16:creationId xmlns:a16="http://schemas.microsoft.com/office/drawing/2014/main" id="{ED18FFDD-FEE0-99C6-E431-B3F22AD370F2}"/>
              </a:ext>
            </a:extLst>
          </p:cNvPr>
          <p:cNvPicPr>
            <a:picLocks noChangeAspect="1"/>
          </p:cNvPicPr>
          <p:nvPr userDrawn="1"/>
        </p:nvPicPr>
        <p:blipFill>
          <a:blip r:embed="rId4"/>
          <a:stretch>
            <a:fillRect/>
          </a:stretch>
        </p:blipFill>
        <p:spPr>
          <a:xfrm>
            <a:off x="2039823" y="1635867"/>
            <a:ext cx="1597456" cy="1564533"/>
          </a:xfrm>
          <a:prstGeom prst="rect">
            <a:avLst/>
          </a:prstGeom>
        </p:spPr>
      </p:pic>
      <p:pic>
        <p:nvPicPr>
          <p:cNvPr id="12" name="Picture 11">
            <a:extLst>
              <a:ext uri="{FF2B5EF4-FFF2-40B4-BE49-F238E27FC236}">
                <a16:creationId xmlns:a16="http://schemas.microsoft.com/office/drawing/2014/main" id="{3A603345-DB86-E0A1-9A38-3987ECAE07C0}"/>
              </a:ext>
            </a:extLst>
          </p:cNvPr>
          <p:cNvPicPr>
            <a:picLocks noChangeAspect="1"/>
          </p:cNvPicPr>
          <p:nvPr userDrawn="1"/>
        </p:nvPicPr>
        <p:blipFill>
          <a:blip r:embed="rId5"/>
          <a:stretch>
            <a:fillRect/>
          </a:stretch>
        </p:blipFill>
        <p:spPr>
          <a:xfrm>
            <a:off x="1079737" y="1404141"/>
            <a:ext cx="2535176" cy="2050260"/>
          </a:xfrm>
          <a:prstGeom prst="rect">
            <a:avLst/>
          </a:prstGeom>
        </p:spPr>
      </p:pic>
    </p:spTree>
    <p:extLst>
      <p:ext uri="{BB962C8B-B14F-4D97-AF65-F5344CB8AC3E}">
        <p14:creationId xmlns:p14="http://schemas.microsoft.com/office/powerpoint/2010/main" val="9407305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82B15B7-206B-CE49-A9F2-AB6BBB6FC9EF}"/>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p:cNvSpPr>
            <a:spLocks noGrp="1"/>
          </p:cNvSpPr>
          <p:nvPr>
            <p:ph type="title"/>
          </p:nvPr>
        </p:nvSpPr>
        <p:spPr>
          <a:xfrm>
            <a:off x="1518161" y="-76199"/>
            <a:ext cx="10064239" cy="747403"/>
          </a:xfrm>
          <a:prstGeom prst="rect">
            <a:avLst/>
          </a:prstGeom>
        </p:spPr>
        <p:txBody>
          <a:bodyPr>
            <a:noAutofit/>
          </a:bodyPr>
          <a:lstStyle>
            <a:lvl1pPr algn="l">
              <a:defRPr sz="48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529839" y="1086362"/>
            <a:ext cx="9119616" cy="4729361"/>
          </a:xfrm>
        </p:spPr>
        <p:txBody>
          <a:bodyPr>
            <a:noAutofit/>
          </a:bodyPr>
          <a:lstStyle>
            <a:lvl1pPr>
              <a:defRPr sz="2933"/>
            </a:lvl1pPr>
            <a:lvl2pPr>
              <a:defRPr sz="2667"/>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91CD57F-32CF-0029-590E-9AD84A615580}"/>
              </a:ext>
            </a:extLst>
          </p:cNvPr>
          <p:cNvPicPr>
            <a:picLocks noChangeAspect="1"/>
          </p:cNvPicPr>
          <p:nvPr userDrawn="1"/>
        </p:nvPicPr>
        <p:blipFill>
          <a:blip r:embed="rId3"/>
          <a:stretch>
            <a:fillRect/>
          </a:stretch>
        </p:blipFill>
        <p:spPr>
          <a:xfrm>
            <a:off x="209006" y="6322424"/>
            <a:ext cx="1201783" cy="375403"/>
          </a:xfrm>
          <a:prstGeom prst="rect">
            <a:avLst/>
          </a:prstGeom>
        </p:spPr>
      </p:pic>
    </p:spTree>
    <p:extLst>
      <p:ext uri="{BB962C8B-B14F-4D97-AF65-F5344CB8AC3E}">
        <p14:creationId xmlns:p14="http://schemas.microsoft.com/office/powerpoint/2010/main" val="770326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_Two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99F60F-EF2B-8F45-B026-E22011617D5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p:cNvSpPr>
            <a:spLocks noGrp="1"/>
          </p:cNvSpPr>
          <p:nvPr>
            <p:ph type="title"/>
          </p:nvPr>
        </p:nvSpPr>
        <p:spPr>
          <a:xfrm>
            <a:off x="1524000" y="0"/>
            <a:ext cx="10070592" cy="743712"/>
          </a:xfrm>
          <a:prstGeom prst="rect">
            <a:avLst/>
          </a:prstGeom>
        </p:spPr>
        <p:txBody>
          <a:bodyPr>
            <a:noAutofit/>
          </a:bodyPr>
          <a:lstStyle>
            <a:lvl1pPr algn="l">
              <a:defRPr sz="4800">
                <a:solidFill>
                  <a:srgbClr val="FFFFFF"/>
                </a:solidFill>
                <a:latin typeface="Segoe Pro" charset="0"/>
              </a:defRPr>
            </a:lvl1pPr>
          </a:lstStyle>
          <a:p>
            <a:r>
              <a:rPr lang="en-US"/>
              <a:t>Click to edit Master title style</a:t>
            </a:r>
          </a:p>
        </p:txBody>
      </p:sp>
      <p:sp>
        <p:nvSpPr>
          <p:cNvPr id="3" name="Content Placeholder 2"/>
          <p:cNvSpPr>
            <a:spLocks noGrp="1"/>
          </p:cNvSpPr>
          <p:nvPr>
            <p:ph sz="half" idx="1"/>
          </p:nvPr>
        </p:nvSpPr>
        <p:spPr>
          <a:xfrm>
            <a:off x="609600" y="1261520"/>
            <a:ext cx="5384800" cy="4525963"/>
          </a:xfrm>
        </p:spPr>
        <p:txBody>
          <a:bodyPr/>
          <a:lstStyle>
            <a:lvl1pPr>
              <a:defRPr sz="2933"/>
            </a:lvl1pPr>
            <a:lvl2pPr>
              <a:defRPr sz="2667"/>
            </a:lvl2pPr>
            <a:lvl3pPr>
              <a:defRPr sz="2400"/>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09792" y="1261808"/>
            <a:ext cx="5384800" cy="4525963"/>
          </a:xfrm>
        </p:spPr>
        <p:txBody>
          <a:bodyPr/>
          <a:lstStyle>
            <a:lvl1pPr>
              <a:defRPr sz="2933"/>
            </a:lvl1pPr>
            <a:lvl2pPr>
              <a:defRPr sz="2667"/>
            </a:lvl2pPr>
            <a:lvl3pPr>
              <a:defRPr sz="2400"/>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493B0BC9-51E5-FD56-3CC4-18BD3946775B}"/>
              </a:ext>
            </a:extLst>
          </p:cNvPr>
          <p:cNvPicPr>
            <a:picLocks noChangeAspect="1"/>
          </p:cNvPicPr>
          <p:nvPr userDrawn="1"/>
        </p:nvPicPr>
        <p:blipFill>
          <a:blip r:embed="rId3"/>
          <a:stretch>
            <a:fillRect/>
          </a:stretch>
        </p:blipFill>
        <p:spPr>
          <a:xfrm>
            <a:off x="209006" y="6322424"/>
            <a:ext cx="1201783" cy="375403"/>
          </a:xfrm>
          <a:prstGeom prst="rect">
            <a:avLst/>
          </a:prstGeom>
        </p:spPr>
      </p:pic>
    </p:spTree>
    <p:extLst>
      <p:ext uri="{BB962C8B-B14F-4D97-AF65-F5344CB8AC3E}">
        <p14:creationId xmlns:p14="http://schemas.microsoft.com/office/powerpoint/2010/main" val="34393639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_Images or Charts">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E815FF-ED97-854C-9CA1-F2EAACC17B9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p:cNvSpPr>
            <a:spLocks noGrp="1"/>
          </p:cNvSpPr>
          <p:nvPr>
            <p:ph type="title"/>
          </p:nvPr>
        </p:nvSpPr>
        <p:spPr>
          <a:xfrm>
            <a:off x="1524000" y="-76199"/>
            <a:ext cx="10075917" cy="743712"/>
          </a:xfrm>
          <a:prstGeom prst="rect">
            <a:avLst/>
          </a:prstGeom>
        </p:spPr>
        <p:txBody>
          <a:bodyPr>
            <a:noAutofit/>
          </a:bodyPr>
          <a:lstStyle>
            <a:lvl1pPr algn="l">
              <a:defRPr sz="4800">
                <a:solidFill>
                  <a:srgbClr val="FFFFFF"/>
                </a:solidFill>
                <a:latin typeface="Segoe Pro" charset="0"/>
              </a:defRPr>
            </a:lvl1pPr>
          </a:lstStyle>
          <a:p>
            <a:r>
              <a:rPr lang="en-US"/>
              <a:t>Click to edit Master title style</a:t>
            </a:r>
          </a:p>
        </p:txBody>
      </p:sp>
      <p:sp>
        <p:nvSpPr>
          <p:cNvPr id="7" name="Content Placeholder 2"/>
          <p:cNvSpPr>
            <a:spLocks noGrp="1"/>
          </p:cNvSpPr>
          <p:nvPr>
            <p:ph idx="1"/>
          </p:nvPr>
        </p:nvSpPr>
        <p:spPr>
          <a:xfrm>
            <a:off x="1529839" y="1086362"/>
            <a:ext cx="10052560" cy="4729361"/>
          </a:xfrm>
        </p:spPr>
        <p:txBody>
          <a:bodyPr>
            <a:noAutofit/>
          </a:bodyPr>
          <a:lstStyle>
            <a:lvl1pPr>
              <a:defRPr sz="2933"/>
            </a:lvl1pPr>
            <a:lvl2pPr>
              <a:defRPr sz="2667"/>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11A2F564-A9E0-D4A6-DA22-A87AA4D1320E}"/>
              </a:ext>
            </a:extLst>
          </p:cNvPr>
          <p:cNvPicPr>
            <a:picLocks noChangeAspect="1"/>
          </p:cNvPicPr>
          <p:nvPr userDrawn="1"/>
        </p:nvPicPr>
        <p:blipFill>
          <a:blip r:embed="rId3"/>
          <a:stretch>
            <a:fillRect/>
          </a:stretch>
        </p:blipFill>
        <p:spPr>
          <a:xfrm>
            <a:off x="209006" y="6322424"/>
            <a:ext cx="1201783" cy="375403"/>
          </a:xfrm>
          <a:prstGeom prst="rect">
            <a:avLst/>
          </a:prstGeom>
        </p:spPr>
      </p:pic>
    </p:spTree>
    <p:extLst>
      <p:ext uri="{BB962C8B-B14F-4D97-AF65-F5344CB8AC3E}">
        <p14:creationId xmlns:p14="http://schemas.microsoft.com/office/powerpoint/2010/main" val="40650108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_Content_No Gray Backgroun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646D90-D9DC-774A-9902-DD7E84D40216}"/>
              </a:ext>
            </a:extLst>
          </p:cNvPr>
          <p:cNvPicPr>
            <a:picLocks noChangeAspect="1"/>
          </p:cNvPicPr>
          <p:nvPr userDrawn="1"/>
        </p:nvPicPr>
        <p:blipFill>
          <a:blip r:embed="rId2"/>
          <a:stretch>
            <a:fillRect/>
          </a:stretch>
        </p:blipFill>
        <p:spPr>
          <a:xfrm>
            <a:off x="0" y="-1"/>
            <a:ext cx="12192000" cy="6858000"/>
          </a:xfrm>
          <a:prstGeom prst="rect">
            <a:avLst/>
          </a:prstGeom>
        </p:spPr>
      </p:pic>
      <p:sp>
        <p:nvSpPr>
          <p:cNvPr id="7" name="Title 1"/>
          <p:cNvSpPr>
            <a:spLocks noGrp="1"/>
          </p:cNvSpPr>
          <p:nvPr>
            <p:ph type="title"/>
          </p:nvPr>
        </p:nvSpPr>
        <p:spPr>
          <a:xfrm>
            <a:off x="1518161" y="-76199"/>
            <a:ext cx="10064239" cy="747403"/>
          </a:xfrm>
          <a:prstGeom prst="rect">
            <a:avLst/>
          </a:prstGeom>
        </p:spPr>
        <p:txBody>
          <a:bodyPr>
            <a:noAutofit/>
          </a:bodyPr>
          <a:lstStyle>
            <a:lvl1pPr algn="l">
              <a:defRPr sz="4800">
                <a:solidFill>
                  <a:srgbClr val="FFFFFF"/>
                </a:solidFill>
                <a:latin typeface="Segoe Pro" charset="0"/>
              </a:defRPr>
            </a:lvl1pPr>
          </a:lstStyle>
          <a:p>
            <a:r>
              <a:rPr lang="en-US"/>
              <a:t>Click to edit Master title style</a:t>
            </a:r>
          </a:p>
        </p:txBody>
      </p:sp>
      <p:sp>
        <p:nvSpPr>
          <p:cNvPr id="9" name="Content Placeholder 2"/>
          <p:cNvSpPr>
            <a:spLocks noGrp="1"/>
          </p:cNvSpPr>
          <p:nvPr>
            <p:ph idx="1"/>
          </p:nvPr>
        </p:nvSpPr>
        <p:spPr>
          <a:xfrm>
            <a:off x="1529839" y="1086362"/>
            <a:ext cx="10052560" cy="4729361"/>
          </a:xfrm>
        </p:spPr>
        <p:txBody>
          <a:bodyPr>
            <a:noAutofit/>
          </a:bodyPr>
          <a:lstStyle>
            <a:lvl1pPr>
              <a:defRPr sz="2933"/>
            </a:lvl1pPr>
            <a:lvl2pPr>
              <a:defRPr sz="2667"/>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DE0DD9FC-78CB-CC48-03AD-07414DDC5108}"/>
              </a:ext>
            </a:extLst>
          </p:cNvPr>
          <p:cNvPicPr>
            <a:picLocks noChangeAspect="1"/>
          </p:cNvPicPr>
          <p:nvPr userDrawn="1"/>
        </p:nvPicPr>
        <p:blipFill>
          <a:blip r:embed="rId3"/>
          <a:stretch>
            <a:fillRect/>
          </a:stretch>
        </p:blipFill>
        <p:spPr>
          <a:xfrm>
            <a:off x="182880" y="6268720"/>
            <a:ext cx="1188721" cy="430045"/>
          </a:xfrm>
          <a:prstGeom prst="rect">
            <a:avLst/>
          </a:prstGeom>
        </p:spPr>
      </p:pic>
    </p:spTree>
    <p:extLst>
      <p:ext uri="{BB962C8B-B14F-4D97-AF65-F5344CB8AC3E}">
        <p14:creationId xmlns:p14="http://schemas.microsoft.com/office/powerpoint/2010/main" val="7667403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12192000" cy="6858000"/>
          </a:xfrm>
          <a:prstGeom prst="rect">
            <a:avLst/>
          </a:prstGeom>
        </p:spPr>
      </p:pic>
      <p:sp>
        <p:nvSpPr>
          <p:cNvPr id="6" name="Title 1"/>
          <p:cNvSpPr>
            <a:spLocks noGrp="1"/>
          </p:cNvSpPr>
          <p:nvPr>
            <p:ph type="title"/>
          </p:nvPr>
        </p:nvSpPr>
        <p:spPr>
          <a:xfrm>
            <a:off x="1518161" y="-84666"/>
            <a:ext cx="10064239" cy="747403"/>
          </a:xfrm>
          <a:prstGeom prst="rect">
            <a:avLst/>
          </a:prstGeom>
        </p:spPr>
        <p:txBody>
          <a:bodyPr>
            <a:noAutofit/>
          </a:bodyPr>
          <a:lstStyle>
            <a:lvl1pPr algn="l">
              <a:defRPr sz="48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529839" y="1086362"/>
            <a:ext cx="10052560" cy="4729361"/>
          </a:xfrm>
        </p:spPr>
        <p:txBody>
          <a:bodyPr>
            <a:noAutofit/>
          </a:bodyPr>
          <a:lstStyle>
            <a:lvl1pPr>
              <a:defRPr sz="2933"/>
            </a:lvl1pPr>
            <a:lvl2pPr>
              <a:defRPr sz="2667"/>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82880" y="6268720"/>
            <a:ext cx="1188721" cy="430045"/>
          </a:xfrm>
          <a:prstGeom prst="rect">
            <a:avLst/>
          </a:prstGeom>
        </p:spPr>
      </p:pic>
    </p:spTree>
    <p:extLst>
      <p:ext uri="{BB962C8B-B14F-4D97-AF65-F5344CB8AC3E}">
        <p14:creationId xmlns:p14="http://schemas.microsoft.com/office/powerpoint/2010/main" val="25458019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_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A2358E-A3D5-0E4B-A122-5E5714444FFE}"/>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26578648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631374" y="469054"/>
            <a:ext cx="3745556" cy="5919895"/>
          </a:xfrm>
          <a:prstGeom prst="rect">
            <a:avLst/>
          </a:prstGeom>
        </p:spPr>
        <p:txBody>
          <a:bodyPr anchor="ctr">
            <a:noAutofit/>
          </a:bodyPr>
          <a:lstStyle>
            <a:lvl1pPr algn="r">
              <a:defRPr sz="2267" b="0" i="0">
                <a:solidFill>
                  <a:schemeClr val="accent1"/>
                </a:solidFill>
                <a:latin typeface="+mn-lt"/>
                <a:ea typeface="PS TT Commons DemiBold" charset="0"/>
                <a:cs typeface="PS TT Commons DemiBold" charset="0"/>
              </a:defRPr>
            </a:lvl1pPr>
            <a:lvl2pPr marL="781318" indent="-385230" algn="r">
              <a:buFont typeface="Myriad Pro" panose="020B0503030403020204" pitchFamily="34" charset="0"/>
              <a:buChar char=" "/>
              <a:defRPr sz="2267" b="0" i="0">
                <a:solidFill>
                  <a:schemeClr val="accent1"/>
                </a:solidFill>
                <a:latin typeface="PS TT Commons" charset="0"/>
                <a:ea typeface="PS TT Commons" charset="0"/>
                <a:cs typeface="PS TT Commons" charset="0"/>
              </a:defRPr>
            </a:lvl2pPr>
            <a:lvl3pPr marL="1177403" indent="-382521" algn="r">
              <a:buFont typeface="Myriad Pro" panose="020B0503030403020204" pitchFamily="34" charset="0"/>
              <a:buChar char=" "/>
              <a:defRPr sz="2267" b="0" i="0">
                <a:solidFill>
                  <a:schemeClr val="accent1"/>
                </a:solidFill>
                <a:latin typeface="PS TT Commons" charset="0"/>
                <a:ea typeface="PS TT Commons" charset="0"/>
                <a:cs typeface="PS TT Commons" charset="0"/>
              </a:defRPr>
            </a:lvl3pPr>
            <a:lvl4pPr marL="1462262" indent="-284857" algn="r">
              <a:buFont typeface="Myriad Pro" panose="020B0503030403020204" pitchFamily="34" charset="0"/>
              <a:buChar char=" "/>
              <a:defRPr sz="2267" b="0" i="0">
                <a:solidFill>
                  <a:schemeClr val="accent1"/>
                </a:solidFill>
                <a:latin typeface="PS TT Commons" charset="0"/>
                <a:ea typeface="PS TT Commons" charset="0"/>
                <a:cs typeface="PS TT Commons" charset="0"/>
              </a:defRPr>
            </a:lvl4pPr>
            <a:lvl5pPr marL="1462259" indent="0" algn="r">
              <a:buFont typeface="Myriad Pro" panose="020B0503030403020204" pitchFamily="34" charset="0"/>
              <a:buNone/>
              <a:defRPr sz="2267"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4714917" y="469054"/>
            <a:ext cx="0" cy="5919895"/>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5052910" y="998318"/>
            <a:ext cx="6570132" cy="4861367"/>
          </a:xfrm>
          <a:prstGeom prst="rect">
            <a:avLst/>
          </a:prstGeom>
        </p:spPr>
        <p:txBody>
          <a:bodyPr anchor="ctr">
            <a:noAutofit/>
          </a:bodyPr>
          <a:lstStyle>
            <a:lvl1pPr>
              <a:lnSpc>
                <a:spcPct val="100000"/>
              </a:lnSpc>
              <a:defRPr sz="36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2" y="-474034"/>
            <a:ext cx="4776604" cy="338554"/>
          </a:xfrm>
          <a:prstGeom prst="rect">
            <a:avLst/>
          </a:prstGeom>
        </p:spPr>
        <p:txBody>
          <a:bodyPr wrap="square">
            <a:spAutoFit/>
          </a:bodyPr>
          <a:lstStyle/>
          <a:p>
            <a:pPr algn="l" defTabSz="1219140"/>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3131695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184710845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4432846"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838202"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8027489"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4432846"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838202"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8027489"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46762793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36808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urse Title">
    <p:spTree>
      <p:nvGrpSpPr>
        <p:cNvPr id="1" name=""/>
        <p:cNvGrpSpPr/>
        <p:nvPr/>
      </p:nvGrpSpPr>
      <p:grpSpPr>
        <a:xfrm>
          <a:off x="0" y="0"/>
          <a:ext cx="0" cy="0"/>
          <a:chOff x="0" y="0"/>
          <a:chExt cx="0" cy="0"/>
        </a:xfrm>
      </p:grpSpPr>
      <p:cxnSp>
        <p:nvCxnSpPr>
          <p:cNvPr id="11" name="Straight Connector 10"/>
          <p:cNvCxnSpPr/>
          <p:nvPr userDrawn="1"/>
        </p:nvCxnSpPr>
        <p:spPr>
          <a:xfrm>
            <a:off x="728547" y="3026367"/>
            <a:ext cx="10710672" cy="0"/>
          </a:xfrm>
          <a:prstGeom prst="line">
            <a:avLst/>
          </a:prstGeom>
          <a:noFill/>
          <a:ln w="57150" cap="flat" cmpd="sng" algn="ctr">
            <a:gradFill>
              <a:gsLst>
                <a:gs pos="0">
                  <a:srgbClr val="F05A28"/>
                </a:gs>
                <a:gs pos="100000">
                  <a:srgbClr val="EC0D7D"/>
                </a:gs>
              </a:gsLst>
              <a:lin ang="4800000" scaled="0"/>
            </a:gradFill>
            <a:prstDash val="solid"/>
            <a:headEnd type="none"/>
            <a:tailEnd type="none"/>
          </a:ln>
          <a:effectLst/>
        </p:spPr>
      </p:cxnSp>
      <p:sp>
        <p:nvSpPr>
          <p:cNvPr id="12" name="Text Placeholder 4"/>
          <p:cNvSpPr>
            <a:spLocks noGrp="1"/>
          </p:cNvSpPr>
          <p:nvPr>
            <p:ph type="body" sz="quarter" idx="10" hasCustomPrompt="1"/>
          </p:nvPr>
        </p:nvSpPr>
        <p:spPr>
          <a:xfrm>
            <a:off x="930758" y="532285"/>
            <a:ext cx="10265067" cy="2344695"/>
          </a:xfrm>
          <a:prstGeom prst="rect">
            <a:avLst/>
          </a:prstGeom>
        </p:spPr>
        <p:txBody>
          <a:bodyPr lIns="91440" rIns="91440" anchor="b">
            <a:noAutofit/>
          </a:bodyPr>
          <a:lstStyle>
            <a:lvl1pPr marL="0" indent="0">
              <a:buNone/>
              <a:defRPr sz="4534" spc="0" baseline="0">
                <a:latin typeface="+mj-lt"/>
              </a:defRPr>
            </a:lvl1pPr>
          </a:lstStyle>
          <a:p>
            <a:pPr lvl="0"/>
            <a:r>
              <a:rPr lang="en-US"/>
              <a:t>Title of Course in Title Case</a:t>
            </a:r>
          </a:p>
        </p:txBody>
      </p:sp>
      <p:sp>
        <p:nvSpPr>
          <p:cNvPr id="13" name="Text Placeholder 6"/>
          <p:cNvSpPr>
            <a:spLocks noGrp="1"/>
          </p:cNvSpPr>
          <p:nvPr>
            <p:ph type="body" sz="quarter" idx="11" hasCustomPrompt="1"/>
          </p:nvPr>
        </p:nvSpPr>
        <p:spPr>
          <a:xfrm>
            <a:off x="975362" y="3185951"/>
            <a:ext cx="10220463" cy="549791"/>
          </a:xfrm>
          <a:prstGeom prst="rect">
            <a:avLst/>
          </a:prstGeom>
        </p:spPr>
        <p:txBody>
          <a:bodyPr lIns="91440" anchor="t">
            <a:noAutofit/>
          </a:bodyPr>
          <a:lstStyle>
            <a:lvl1pPr marL="0" indent="0">
              <a:buNone/>
              <a:defRPr sz="3000" spc="0" baseline="0">
                <a:latin typeface="+mj-lt"/>
              </a:defRPr>
            </a:lvl1pPr>
          </a:lstStyle>
          <a:p>
            <a:pPr lvl="0"/>
            <a:r>
              <a:rPr lang="en-US"/>
              <a:t>Module Two Title in Title Case</a:t>
            </a:r>
          </a:p>
        </p:txBody>
      </p:sp>
      <p:sp>
        <p:nvSpPr>
          <p:cNvPr id="14" name="Text Placeholder 16"/>
          <p:cNvSpPr>
            <a:spLocks noGrp="1"/>
          </p:cNvSpPr>
          <p:nvPr>
            <p:ph type="body" sz="quarter" idx="12" hasCustomPrompt="1"/>
          </p:nvPr>
        </p:nvSpPr>
        <p:spPr>
          <a:xfrm>
            <a:off x="3129281" y="4609736"/>
            <a:ext cx="6386426" cy="405987"/>
          </a:xfrm>
          <a:prstGeom prst="rect">
            <a:avLst/>
          </a:prstGeom>
        </p:spPr>
        <p:txBody>
          <a:bodyPr lIns="91440" tIns="45720" rIns="91440" anchor="t">
            <a:noAutofit/>
          </a:bodyPr>
          <a:lstStyle>
            <a:lvl1pPr marL="0" indent="0">
              <a:buNone/>
              <a:defRPr sz="2400" b="0" i="0" spc="0">
                <a:solidFill>
                  <a:schemeClr val="accent1"/>
                </a:solidFill>
                <a:latin typeface="+mn-lt"/>
                <a:ea typeface="PS TT Commons Light" charset="0"/>
                <a:cs typeface="PS TT Commons Light" charset="0"/>
              </a:defRPr>
            </a:lvl1pPr>
          </a:lstStyle>
          <a:p>
            <a:pPr lvl="0"/>
            <a:r>
              <a:rPr lang="en-US"/>
              <a:t>Author Name</a:t>
            </a:r>
          </a:p>
        </p:txBody>
      </p:sp>
      <p:sp>
        <p:nvSpPr>
          <p:cNvPr id="15" name="Text Placeholder 18"/>
          <p:cNvSpPr>
            <a:spLocks noGrp="1"/>
          </p:cNvSpPr>
          <p:nvPr>
            <p:ph type="body" sz="quarter" idx="13" hasCustomPrompt="1"/>
          </p:nvPr>
        </p:nvSpPr>
        <p:spPr>
          <a:xfrm>
            <a:off x="3129281" y="5015723"/>
            <a:ext cx="6386425" cy="455809"/>
          </a:xfrm>
          <a:prstGeom prst="rect">
            <a:avLst/>
          </a:prstGeom>
        </p:spPr>
        <p:txBody>
          <a:bodyPr lIns="91440" tIns="45720" anchor="t">
            <a:noAutofit/>
          </a:bodyPr>
          <a:lstStyle>
            <a:lvl1pPr marL="0" indent="0">
              <a:buNone/>
              <a:defRPr sz="2133" b="0" i="0" spc="0" baseline="0">
                <a:latin typeface="PS TT Commons" charset="0"/>
                <a:ea typeface="PS TT Commons" charset="0"/>
                <a:cs typeface="PS TT Commons" charset="0"/>
              </a:defRPr>
            </a:lvl1pPr>
          </a:lstStyle>
          <a:p>
            <a:pPr lvl="0"/>
            <a:r>
              <a:rPr lang="en-US"/>
              <a:t>Author Title in Title Case</a:t>
            </a:r>
          </a:p>
        </p:txBody>
      </p:sp>
      <p:sp>
        <p:nvSpPr>
          <p:cNvPr id="16" name="Text Placeholder 20"/>
          <p:cNvSpPr>
            <a:spLocks noGrp="1"/>
          </p:cNvSpPr>
          <p:nvPr>
            <p:ph type="body" sz="quarter" idx="14" hasCustomPrompt="1"/>
          </p:nvPr>
        </p:nvSpPr>
        <p:spPr>
          <a:xfrm>
            <a:off x="3128433" y="5665953"/>
            <a:ext cx="6387273" cy="550191"/>
          </a:xfrm>
          <a:prstGeom prst="rect">
            <a:avLst/>
          </a:prstGeom>
        </p:spPr>
        <p:txBody>
          <a:bodyPr lIns="91440" anchor="ctr">
            <a:noAutofit/>
          </a:bodyPr>
          <a:lstStyle>
            <a:lvl1pPr marL="0" indent="0">
              <a:buNone/>
              <a:defRPr sz="2133" b="0" i="0" spc="0" baseline="0">
                <a:latin typeface="PS TT Commons" charset="0"/>
                <a:ea typeface="PS TT Commons" charset="0"/>
                <a:cs typeface="PS TT Commons" charset="0"/>
              </a:defRPr>
            </a:lvl1pPr>
          </a:lstStyle>
          <a:p>
            <a:pPr lvl="0"/>
            <a:r>
              <a:rPr lang="en-US"/>
              <a:t>@authortwitter    www.authorsite.com</a:t>
            </a:r>
          </a:p>
        </p:txBody>
      </p:sp>
      <p:sp>
        <p:nvSpPr>
          <p:cNvPr id="18" name="Picture Placeholder 22"/>
          <p:cNvSpPr>
            <a:spLocks noGrp="1"/>
          </p:cNvSpPr>
          <p:nvPr>
            <p:ph type="pic" sz="quarter" idx="15" hasCustomPrompt="1"/>
          </p:nvPr>
        </p:nvSpPr>
        <p:spPr>
          <a:xfrm>
            <a:off x="975362" y="4326385"/>
            <a:ext cx="1889760" cy="1889760"/>
          </a:xfrm>
          <a:prstGeom prst="ellipse">
            <a:avLst/>
          </a:prstGeom>
          <a:solidFill>
            <a:schemeClr val="bg1">
              <a:lumMod val="95000"/>
            </a:schemeClr>
          </a:solidFill>
          <a:ln w="3175">
            <a:noFill/>
          </a:ln>
        </p:spPr>
        <p:txBody>
          <a:bodyPr anchor="ctr">
            <a:normAutofit/>
          </a:bodyPr>
          <a:lstStyle>
            <a:lvl1pPr algn="ctr">
              <a:defRPr sz="1467" b="0" i="0">
                <a:latin typeface="PS TT Commons" charset="0"/>
                <a:ea typeface="PS TT Commons" charset="0"/>
                <a:cs typeface="PS TT Commons" charset="0"/>
              </a:defRPr>
            </a:lvl1pPr>
          </a:lstStyle>
          <a:p>
            <a:r>
              <a:rPr lang="en-US"/>
              <a:t>Click to insert photo</a:t>
            </a:r>
          </a:p>
        </p:txBody>
      </p:sp>
      <p:sp>
        <p:nvSpPr>
          <p:cNvPr id="3" name="TextBox 2"/>
          <p:cNvSpPr txBox="1"/>
          <p:nvPr userDrawn="1"/>
        </p:nvSpPr>
        <p:spPr>
          <a:xfrm>
            <a:off x="7997952" y="-804672"/>
            <a:ext cx="609600" cy="609600"/>
          </a:xfrm>
          <a:prstGeom prst="rect">
            <a:avLst/>
          </a:prstGeom>
        </p:spPr>
        <p:txBody>
          <a:bodyPr vert="horz" wrap="none" lIns="0" tIns="21980" rIns="43959" bIns="21980" rtlCol="0" anchor="b" anchorCtr="0">
            <a:noAutofit/>
          </a:bodyPr>
          <a:lstStyle/>
          <a:p>
            <a:pPr marL="0" marR="0" indent="0" algn="l" defTabSz="293016" rtl="0" eaLnBrk="1" fontAlgn="auto" latinLnBrk="0" hangingPunct="1">
              <a:lnSpc>
                <a:spcPct val="85000"/>
              </a:lnSpc>
              <a:spcBef>
                <a:spcPct val="0"/>
              </a:spcBef>
              <a:spcAft>
                <a:spcPts val="0"/>
              </a:spcAft>
              <a:buClrTx/>
              <a:buSzTx/>
              <a:buFontTx/>
              <a:buNone/>
              <a:tabLst/>
            </a:pPr>
            <a:endParaRPr kumimoji="0" lang="en-US" sz="2350" b="0" i="0" u="none" strike="noStrike" kern="1200" cap="none" spc="0" normalizeH="0" baseline="0" noProof="0" dirty="0">
              <a:ln>
                <a:noFill/>
              </a:ln>
              <a:solidFill>
                <a:srgbClr val="E5E5E5">
                  <a:lumMod val="10000"/>
                </a:srgbClr>
              </a:solidFill>
              <a:effectLst/>
              <a:uLnTx/>
              <a:uFillTx/>
              <a:latin typeface="PS TT Commons" charset="0"/>
              <a:ea typeface="PS TT Commons" charset="0"/>
              <a:cs typeface="PS TT Commons" charset="0"/>
            </a:endParaRPr>
          </a:p>
        </p:txBody>
      </p:sp>
      <p:grpSp>
        <p:nvGrpSpPr>
          <p:cNvPr id="6" name="Group 5"/>
          <p:cNvGrpSpPr/>
          <p:nvPr userDrawn="1"/>
        </p:nvGrpSpPr>
        <p:grpSpPr>
          <a:xfrm>
            <a:off x="0" y="-1048513"/>
            <a:ext cx="7412736" cy="871728"/>
            <a:chOff x="0" y="-1572769"/>
            <a:chExt cx="11119104" cy="1307592"/>
          </a:xfrm>
        </p:grpSpPr>
        <p:sp>
          <p:nvSpPr>
            <p:cNvPr id="2" name="Rectangle 1"/>
            <p:cNvSpPr/>
            <p:nvPr userDrawn="1"/>
          </p:nvSpPr>
          <p:spPr>
            <a:xfrm>
              <a:off x="3803904" y="-1572769"/>
              <a:ext cx="7315200" cy="13037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1"/>
                </a:solidFill>
              </a:endParaRPr>
            </a:p>
          </p:txBody>
        </p:sp>
        <p:pic>
          <p:nvPicPr>
            <p:cNvPr id="9" name="Picture 8"/>
            <p:cNvPicPr>
              <a:picLocks noChangeAspect="1"/>
            </p:cNvPicPr>
            <p:nvPr userDrawn="1"/>
          </p:nvPicPr>
          <p:blipFill>
            <a:blip r:embed="rId2"/>
            <a:stretch>
              <a:fillRect/>
            </a:stretch>
          </p:blipFill>
          <p:spPr>
            <a:xfrm>
              <a:off x="3984003" y="-1299965"/>
              <a:ext cx="6870700" cy="787400"/>
            </a:xfrm>
            <a:prstGeom prst="rect">
              <a:avLst/>
            </a:prstGeom>
          </p:spPr>
        </p:pic>
        <p:sp>
          <p:nvSpPr>
            <p:cNvPr id="4" name="Rectangle 3"/>
            <p:cNvSpPr/>
            <p:nvPr userDrawn="1"/>
          </p:nvSpPr>
          <p:spPr>
            <a:xfrm>
              <a:off x="0" y="-1572769"/>
              <a:ext cx="3792754" cy="13075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5" name="TextBox 4"/>
            <p:cNvSpPr txBox="1"/>
            <p:nvPr userDrawn="1"/>
          </p:nvSpPr>
          <p:spPr>
            <a:xfrm>
              <a:off x="210315" y="-1226305"/>
              <a:ext cx="3207442" cy="640080"/>
            </a:xfrm>
            <a:prstGeom prst="rect">
              <a:avLst/>
            </a:prstGeom>
          </p:spPr>
          <p:txBody>
            <a:bodyPr vert="horz" wrap="none" lIns="0" tIns="32970" rIns="65939" bIns="32970" rtlCol="0" anchor="ctr" anchorCtr="0">
              <a:noAutofit/>
            </a:bodyPr>
            <a:lstStyle/>
            <a:p>
              <a:pPr marL="0" marR="0" indent="0" algn="r" defTabSz="293016" rtl="0" eaLnBrk="1" fontAlgn="auto" latinLnBrk="0" hangingPunct="1">
                <a:lnSpc>
                  <a:spcPct val="100000"/>
                </a:lnSpc>
                <a:spcBef>
                  <a:spcPct val="0"/>
                </a:spcBef>
                <a:spcAft>
                  <a:spcPts val="0"/>
                </a:spcAft>
                <a:buClrTx/>
                <a:buSzTx/>
                <a:buFontTx/>
                <a:buNone/>
                <a:tabLst/>
              </a:pPr>
              <a:r>
                <a:rPr kumimoji="0" lang="en-US" sz="1600" b="0" i="0" u="none" strike="noStrike" kern="1200" cap="none" spc="0" normalizeH="0" baseline="0" noProof="0" dirty="0">
                  <a:ln>
                    <a:noFill/>
                  </a:ln>
                  <a:solidFill>
                    <a:schemeClr val="bg1"/>
                  </a:solidFill>
                  <a:effectLst/>
                  <a:uLnTx/>
                  <a:uFillTx/>
                  <a:latin typeface="+mn-lt"/>
                  <a:ea typeface="PS TT Commons" charset="0"/>
                  <a:cs typeface="PS TT Commons" charset="0"/>
                </a:rPr>
                <a:t>Font check</a:t>
              </a:r>
            </a:p>
            <a:p>
              <a:pPr marL="0" marR="0" indent="0" algn="r" defTabSz="293016" rtl="0" eaLnBrk="1" fontAlgn="auto" latinLnBrk="0" hangingPunct="1">
                <a:lnSpc>
                  <a:spcPct val="100000"/>
                </a:lnSpc>
                <a:spcBef>
                  <a:spcPct val="0"/>
                </a:spcBef>
                <a:spcAft>
                  <a:spcPts val="0"/>
                </a:spcAft>
                <a:buClrTx/>
                <a:buSzTx/>
                <a:buFontTx/>
                <a:buNone/>
                <a:tabLst/>
              </a:pPr>
              <a:r>
                <a:rPr kumimoji="0" lang="en-US" sz="1600" b="0" i="0" u="none" strike="noStrike" kern="1200" cap="none" spc="0" normalizeH="0" baseline="0" noProof="0" dirty="0">
                  <a:ln>
                    <a:noFill/>
                  </a:ln>
                  <a:solidFill>
                    <a:schemeClr val="bg1"/>
                  </a:solidFill>
                  <a:effectLst/>
                  <a:uLnTx/>
                  <a:uFillTx/>
                  <a:latin typeface="PS TT Commons" charset="0"/>
                  <a:ea typeface="PS TT Commons" charset="0"/>
                  <a:cs typeface="PS TT Commons" charset="0"/>
                </a:rPr>
                <a:t>Do they match?</a:t>
              </a:r>
            </a:p>
          </p:txBody>
        </p:sp>
      </p:grpSp>
    </p:spTree>
    <p:extLst>
      <p:ext uri="{BB962C8B-B14F-4D97-AF65-F5344CB8AC3E}">
        <p14:creationId xmlns:p14="http://schemas.microsoft.com/office/powerpoint/2010/main" val="40244364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07706" y="570867"/>
            <a:ext cx="10472605" cy="2808060"/>
          </a:xfrm>
        </p:spPr>
        <p:txBody>
          <a:bodyPr anchor="b"/>
          <a:lstStyle>
            <a:lvl1pPr algn="r">
              <a:defRPr sz="4000">
                <a:latin typeface="+mj-lt"/>
              </a:defRPr>
            </a:lvl1pPr>
          </a:lstStyle>
          <a:p>
            <a:r>
              <a:rPr lang="en-US"/>
              <a:t> Add Section Header in Title Case</a:t>
            </a:r>
          </a:p>
        </p:txBody>
      </p:sp>
      <p:cxnSp>
        <p:nvCxnSpPr>
          <p:cNvPr id="4" name="Straight Connector 3"/>
          <p:cNvCxnSpPr/>
          <p:nvPr/>
        </p:nvCxnSpPr>
        <p:spPr>
          <a:xfrm>
            <a:off x="609600" y="3606231"/>
            <a:ext cx="10972800" cy="0"/>
          </a:xfrm>
          <a:prstGeom prst="line">
            <a:avLst/>
          </a:prstGeom>
          <a:noFill/>
          <a:ln w="57150" cap="flat" cmpd="sng" algn="ctr">
            <a:gradFill>
              <a:gsLst>
                <a:gs pos="0">
                  <a:srgbClr val="F05A28"/>
                </a:gs>
                <a:gs pos="100000">
                  <a:srgbClr val="EC0D7D"/>
                </a:gs>
              </a:gsLst>
              <a:lin ang="4800000" scaled="0"/>
            </a:gradFill>
            <a:prstDash val="solid"/>
            <a:headEnd type="none"/>
            <a:tailEnd type="none"/>
          </a:ln>
          <a:effectLst/>
        </p:spPr>
      </p:cxnSp>
      <p:grpSp>
        <p:nvGrpSpPr>
          <p:cNvPr id="5" name="Group 4"/>
          <p:cNvGrpSpPr/>
          <p:nvPr userDrawn="1"/>
        </p:nvGrpSpPr>
        <p:grpSpPr>
          <a:xfrm>
            <a:off x="0" y="-1048513"/>
            <a:ext cx="7412736" cy="871728"/>
            <a:chOff x="0" y="-1572769"/>
            <a:chExt cx="11119104" cy="1307592"/>
          </a:xfrm>
        </p:grpSpPr>
        <p:sp>
          <p:nvSpPr>
            <p:cNvPr id="6" name="Rectangle 5"/>
            <p:cNvSpPr/>
            <p:nvPr userDrawn="1"/>
          </p:nvSpPr>
          <p:spPr>
            <a:xfrm>
              <a:off x="3803904" y="-1572769"/>
              <a:ext cx="7315200" cy="13037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1"/>
                </a:solidFill>
              </a:endParaRPr>
            </a:p>
          </p:txBody>
        </p:sp>
        <p:pic>
          <p:nvPicPr>
            <p:cNvPr id="7" name="Picture 6"/>
            <p:cNvPicPr>
              <a:picLocks noChangeAspect="1"/>
            </p:cNvPicPr>
            <p:nvPr userDrawn="1"/>
          </p:nvPicPr>
          <p:blipFill>
            <a:blip r:embed="rId2"/>
            <a:stretch>
              <a:fillRect/>
            </a:stretch>
          </p:blipFill>
          <p:spPr>
            <a:xfrm>
              <a:off x="3984003" y="-1299965"/>
              <a:ext cx="6870700" cy="787400"/>
            </a:xfrm>
            <a:prstGeom prst="rect">
              <a:avLst/>
            </a:prstGeom>
          </p:spPr>
        </p:pic>
        <p:sp>
          <p:nvSpPr>
            <p:cNvPr id="8" name="Rectangle 7"/>
            <p:cNvSpPr/>
            <p:nvPr userDrawn="1"/>
          </p:nvSpPr>
          <p:spPr>
            <a:xfrm>
              <a:off x="0" y="-1572769"/>
              <a:ext cx="3792754" cy="13075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9" name="TextBox 8"/>
            <p:cNvSpPr txBox="1"/>
            <p:nvPr userDrawn="1"/>
          </p:nvSpPr>
          <p:spPr>
            <a:xfrm>
              <a:off x="210315" y="-1226305"/>
              <a:ext cx="3207442" cy="640080"/>
            </a:xfrm>
            <a:prstGeom prst="rect">
              <a:avLst/>
            </a:prstGeom>
          </p:spPr>
          <p:txBody>
            <a:bodyPr vert="horz" wrap="none" lIns="0" tIns="32970" rIns="65939" bIns="32970" rtlCol="0" anchor="ctr" anchorCtr="0">
              <a:noAutofit/>
            </a:bodyPr>
            <a:lstStyle/>
            <a:p>
              <a:pPr marL="0" marR="0" indent="0" algn="r" defTabSz="293016" rtl="0" eaLnBrk="1" fontAlgn="auto" latinLnBrk="0" hangingPunct="1">
                <a:lnSpc>
                  <a:spcPct val="100000"/>
                </a:lnSpc>
                <a:spcBef>
                  <a:spcPct val="0"/>
                </a:spcBef>
                <a:spcAft>
                  <a:spcPts val="0"/>
                </a:spcAft>
                <a:buClrTx/>
                <a:buSzTx/>
                <a:buFontTx/>
                <a:buNone/>
                <a:tabLst/>
              </a:pPr>
              <a:r>
                <a:rPr kumimoji="0" lang="en-US" sz="1600" b="0" i="0" u="none" strike="noStrike" kern="1200" cap="none" spc="0" normalizeH="0" baseline="0" noProof="0" dirty="0">
                  <a:ln>
                    <a:noFill/>
                  </a:ln>
                  <a:solidFill>
                    <a:schemeClr val="bg1"/>
                  </a:solidFill>
                  <a:effectLst/>
                  <a:uLnTx/>
                  <a:uFillTx/>
                  <a:latin typeface="+mn-lt"/>
                  <a:ea typeface="PS TT Commons" charset="0"/>
                  <a:cs typeface="PS TT Commons" charset="0"/>
                </a:rPr>
                <a:t>Font check</a:t>
              </a:r>
            </a:p>
            <a:p>
              <a:pPr marL="0" marR="0" indent="0" algn="r" defTabSz="293016" rtl="0" eaLnBrk="1" fontAlgn="auto" latinLnBrk="0" hangingPunct="1">
                <a:lnSpc>
                  <a:spcPct val="100000"/>
                </a:lnSpc>
                <a:spcBef>
                  <a:spcPct val="0"/>
                </a:spcBef>
                <a:spcAft>
                  <a:spcPts val="0"/>
                </a:spcAft>
                <a:buClrTx/>
                <a:buSzTx/>
                <a:buFontTx/>
                <a:buNone/>
                <a:tabLst/>
              </a:pPr>
              <a:r>
                <a:rPr kumimoji="0" lang="en-US" sz="1600" b="0" i="0" u="none" strike="noStrike" kern="1200" cap="none" spc="0" normalizeH="0" baseline="0" noProof="0" dirty="0">
                  <a:ln>
                    <a:noFill/>
                  </a:ln>
                  <a:solidFill>
                    <a:schemeClr val="bg1"/>
                  </a:solidFill>
                  <a:effectLst/>
                  <a:uLnTx/>
                  <a:uFillTx/>
                  <a:latin typeface="PS TT Commons" charset="0"/>
                  <a:ea typeface="PS TT Commons" charset="0"/>
                  <a:cs typeface="PS TT Commons" charset="0"/>
                </a:rPr>
                <a:t>Do they match?</a:t>
              </a:r>
            </a:p>
          </p:txBody>
        </p:sp>
      </p:grpSp>
    </p:spTree>
    <p:extLst>
      <p:ext uri="{BB962C8B-B14F-4D97-AF65-F5344CB8AC3E}">
        <p14:creationId xmlns:p14="http://schemas.microsoft.com/office/powerpoint/2010/main" val="38030802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Up Next">
    <p:spTree>
      <p:nvGrpSpPr>
        <p:cNvPr id="1" name=""/>
        <p:cNvGrpSpPr/>
        <p:nvPr/>
      </p:nvGrpSpPr>
      <p:grpSpPr>
        <a:xfrm>
          <a:off x="0" y="0"/>
          <a:ext cx="0" cy="0"/>
          <a:chOff x="0" y="0"/>
          <a:chExt cx="0" cy="0"/>
        </a:xfrm>
      </p:grpSpPr>
      <p:sp>
        <p:nvSpPr>
          <p:cNvPr id="4" name="Text Placeholder 4"/>
          <p:cNvSpPr>
            <a:spLocks noGrp="1"/>
          </p:cNvSpPr>
          <p:nvPr>
            <p:ph type="body" sz="quarter" idx="10" hasCustomPrompt="1"/>
          </p:nvPr>
        </p:nvSpPr>
        <p:spPr>
          <a:xfrm>
            <a:off x="711698" y="474134"/>
            <a:ext cx="10036527" cy="3115733"/>
          </a:xfrm>
          <a:prstGeom prst="rect">
            <a:avLst/>
          </a:prstGeom>
        </p:spPr>
        <p:txBody>
          <a:bodyPr lIns="91440" anchor="b">
            <a:noAutofit/>
          </a:bodyPr>
          <a:lstStyle>
            <a:lvl1pPr marL="0" indent="0">
              <a:lnSpc>
                <a:spcPct val="90000"/>
              </a:lnSpc>
              <a:spcBef>
                <a:spcPts val="1000"/>
              </a:spcBef>
              <a:buNone/>
              <a:defRPr sz="4000" spc="0" baseline="0">
                <a:latin typeface="+mj-lt"/>
              </a:defRPr>
            </a:lvl1pPr>
          </a:lstStyle>
          <a:p>
            <a:pPr lvl="0"/>
            <a:r>
              <a:rPr lang="en-US"/>
              <a:t>Up Next:</a:t>
            </a:r>
          </a:p>
          <a:p>
            <a:pPr lvl="0"/>
            <a:r>
              <a:rPr lang="en-US"/>
              <a:t>Title of Upcoming Module</a:t>
            </a:r>
          </a:p>
        </p:txBody>
      </p:sp>
      <p:cxnSp>
        <p:nvCxnSpPr>
          <p:cNvPr id="5" name="Straight Connector 4"/>
          <p:cNvCxnSpPr/>
          <p:nvPr/>
        </p:nvCxnSpPr>
        <p:spPr>
          <a:xfrm>
            <a:off x="609600" y="3767961"/>
            <a:ext cx="10972800" cy="0"/>
          </a:xfrm>
          <a:prstGeom prst="line">
            <a:avLst/>
          </a:prstGeom>
          <a:noFill/>
          <a:ln w="57150" cap="flat" cmpd="sng" algn="ctr">
            <a:gradFill>
              <a:gsLst>
                <a:gs pos="0">
                  <a:srgbClr val="F05A28"/>
                </a:gs>
                <a:gs pos="100000">
                  <a:srgbClr val="EC0D7D"/>
                </a:gs>
              </a:gsLst>
              <a:lin ang="4800000" scaled="0"/>
            </a:gradFill>
            <a:prstDash val="solid"/>
            <a:headEnd type="none"/>
            <a:tailEnd type="none"/>
          </a:ln>
          <a:effectLst/>
        </p:spPr>
      </p:cxnSp>
      <p:grpSp>
        <p:nvGrpSpPr>
          <p:cNvPr id="6" name="Group 5"/>
          <p:cNvGrpSpPr/>
          <p:nvPr userDrawn="1"/>
        </p:nvGrpSpPr>
        <p:grpSpPr>
          <a:xfrm>
            <a:off x="0" y="-1048513"/>
            <a:ext cx="7412736" cy="871728"/>
            <a:chOff x="0" y="-1572769"/>
            <a:chExt cx="11119104" cy="1307592"/>
          </a:xfrm>
        </p:grpSpPr>
        <p:sp>
          <p:nvSpPr>
            <p:cNvPr id="7" name="Rectangle 6"/>
            <p:cNvSpPr/>
            <p:nvPr userDrawn="1"/>
          </p:nvSpPr>
          <p:spPr>
            <a:xfrm>
              <a:off x="3803904" y="-1572769"/>
              <a:ext cx="7315200" cy="13037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1"/>
                </a:solidFill>
              </a:endParaRPr>
            </a:p>
          </p:txBody>
        </p:sp>
        <p:pic>
          <p:nvPicPr>
            <p:cNvPr id="8" name="Picture 7"/>
            <p:cNvPicPr>
              <a:picLocks noChangeAspect="1"/>
            </p:cNvPicPr>
            <p:nvPr userDrawn="1"/>
          </p:nvPicPr>
          <p:blipFill>
            <a:blip r:embed="rId2"/>
            <a:stretch>
              <a:fillRect/>
            </a:stretch>
          </p:blipFill>
          <p:spPr>
            <a:xfrm>
              <a:off x="3984003" y="-1299965"/>
              <a:ext cx="6870700" cy="787400"/>
            </a:xfrm>
            <a:prstGeom prst="rect">
              <a:avLst/>
            </a:prstGeom>
          </p:spPr>
        </p:pic>
        <p:sp>
          <p:nvSpPr>
            <p:cNvPr id="9" name="Rectangle 8"/>
            <p:cNvSpPr/>
            <p:nvPr userDrawn="1"/>
          </p:nvSpPr>
          <p:spPr>
            <a:xfrm>
              <a:off x="0" y="-1572769"/>
              <a:ext cx="3792754" cy="13075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TextBox 9"/>
            <p:cNvSpPr txBox="1"/>
            <p:nvPr userDrawn="1"/>
          </p:nvSpPr>
          <p:spPr>
            <a:xfrm>
              <a:off x="210315" y="-1226305"/>
              <a:ext cx="3207442" cy="640080"/>
            </a:xfrm>
            <a:prstGeom prst="rect">
              <a:avLst/>
            </a:prstGeom>
          </p:spPr>
          <p:txBody>
            <a:bodyPr vert="horz" wrap="none" lIns="0" tIns="32970" rIns="65939" bIns="32970" rtlCol="0" anchor="ctr" anchorCtr="0">
              <a:noAutofit/>
            </a:bodyPr>
            <a:lstStyle/>
            <a:p>
              <a:pPr marL="0" marR="0" indent="0" algn="r" defTabSz="293016" rtl="0" eaLnBrk="1" fontAlgn="auto" latinLnBrk="0" hangingPunct="1">
                <a:lnSpc>
                  <a:spcPct val="100000"/>
                </a:lnSpc>
                <a:spcBef>
                  <a:spcPct val="0"/>
                </a:spcBef>
                <a:spcAft>
                  <a:spcPts val="0"/>
                </a:spcAft>
                <a:buClrTx/>
                <a:buSzTx/>
                <a:buFontTx/>
                <a:buNone/>
                <a:tabLst/>
              </a:pPr>
              <a:r>
                <a:rPr kumimoji="0" lang="en-US" sz="1600" b="0" i="0" u="none" strike="noStrike" kern="1200" cap="none" spc="0" normalizeH="0" baseline="0" noProof="0" dirty="0">
                  <a:ln>
                    <a:noFill/>
                  </a:ln>
                  <a:solidFill>
                    <a:schemeClr val="bg1"/>
                  </a:solidFill>
                  <a:effectLst/>
                  <a:uLnTx/>
                  <a:uFillTx/>
                  <a:latin typeface="+mn-lt"/>
                  <a:ea typeface="PS TT Commons" charset="0"/>
                  <a:cs typeface="PS TT Commons" charset="0"/>
                </a:rPr>
                <a:t>Font check</a:t>
              </a:r>
            </a:p>
            <a:p>
              <a:pPr marL="0" marR="0" indent="0" algn="r" defTabSz="293016" rtl="0" eaLnBrk="1" fontAlgn="auto" latinLnBrk="0" hangingPunct="1">
                <a:lnSpc>
                  <a:spcPct val="100000"/>
                </a:lnSpc>
                <a:spcBef>
                  <a:spcPct val="0"/>
                </a:spcBef>
                <a:spcAft>
                  <a:spcPts val="0"/>
                </a:spcAft>
                <a:buClrTx/>
                <a:buSzTx/>
                <a:buFontTx/>
                <a:buNone/>
                <a:tabLst/>
              </a:pPr>
              <a:r>
                <a:rPr kumimoji="0" lang="en-US" sz="1600" b="0" i="0" u="none" strike="noStrike" kern="1200" cap="none" spc="0" normalizeH="0" baseline="0" noProof="0" dirty="0">
                  <a:ln>
                    <a:noFill/>
                  </a:ln>
                  <a:solidFill>
                    <a:schemeClr val="bg1"/>
                  </a:solidFill>
                  <a:effectLst/>
                  <a:uLnTx/>
                  <a:uFillTx/>
                  <a:latin typeface="PS TT Commons" charset="0"/>
                  <a:ea typeface="PS TT Commons" charset="0"/>
                  <a:cs typeface="PS TT Commons" charset="0"/>
                </a:rPr>
                <a:t>Do they match?</a:t>
              </a:r>
            </a:p>
          </p:txBody>
        </p:sp>
      </p:grpSp>
    </p:spTree>
    <p:extLst>
      <p:ext uri="{BB962C8B-B14F-4D97-AF65-F5344CB8AC3E}">
        <p14:creationId xmlns:p14="http://schemas.microsoft.com/office/powerpoint/2010/main" val="37338515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odule Overview/Summary">
    <p:spTree>
      <p:nvGrpSpPr>
        <p:cNvPr id="1" name=""/>
        <p:cNvGrpSpPr/>
        <p:nvPr/>
      </p:nvGrpSpPr>
      <p:grpSpPr>
        <a:xfrm>
          <a:off x="0" y="0"/>
          <a:ext cx="0" cy="0"/>
          <a:chOff x="0" y="0"/>
          <a:chExt cx="0" cy="0"/>
        </a:xfrm>
      </p:grpSpPr>
      <p:sp>
        <p:nvSpPr>
          <p:cNvPr id="7" name="Rectangle 6"/>
          <p:cNvSpPr/>
          <p:nvPr userDrawn="1"/>
        </p:nvSpPr>
        <p:spPr>
          <a:xfrm>
            <a:off x="1" y="1"/>
            <a:ext cx="4635499" cy="6858000"/>
          </a:xfrm>
          <a:prstGeom prst="rect">
            <a:avLst/>
          </a:prstGeom>
          <a:solidFill>
            <a:schemeClr val="accent1"/>
          </a:solidFill>
          <a:ln>
            <a:no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700" dirty="0" err="1">
              <a:solidFill>
                <a:schemeClr val="bg1"/>
              </a:solidFill>
              <a:latin typeface="Gotham Medium" panose="02000604030000020004" pitchFamily="50" charset="0"/>
            </a:endParaRPr>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4635500" cy="6858000"/>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1"/>
            <a:ext cx="4635500" cy="6858000"/>
          </a:xfrm>
          <a:prstGeom prst="rect">
            <a:avLst/>
          </a:prstGeom>
        </p:spPr>
      </p:pic>
      <p:sp>
        <p:nvSpPr>
          <p:cNvPr id="10" name="Text Placeholder 9"/>
          <p:cNvSpPr>
            <a:spLocks noGrp="1"/>
          </p:cNvSpPr>
          <p:nvPr>
            <p:ph type="body" sz="quarter" idx="13" hasCustomPrompt="1"/>
          </p:nvPr>
        </p:nvSpPr>
        <p:spPr>
          <a:xfrm>
            <a:off x="743783" y="1825870"/>
            <a:ext cx="3147933" cy="670243"/>
          </a:xfrm>
          <a:prstGeom prst="rect">
            <a:avLst/>
          </a:prstGeom>
        </p:spPr>
        <p:txBody>
          <a:bodyPr anchor="b" anchorCtr="0">
            <a:noAutofit/>
          </a:bodyPr>
          <a:lstStyle>
            <a:lvl1pPr marL="0" indent="0" algn="ctr">
              <a:buNone/>
              <a:defRPr sz="3200" baseline="0">
                <a:solidFill>
                  <a:schemeClr val="bg1"/>
                </a:solidFill>
                <a:latin typeface="+mj-lt"/>
              </a:defRPr>
            </a:lvl1pPr>
            <a:lvl2pPr marL="297088" indent="0" algn="ctr">
              <a:buNone/>
              <a:defRPr sz="3600">
                <a:latin typeface="+mj-lt"/>
              </a:defRPr>
            </a:lvl2pPr>
            <a:lvl3pPr marL="596206" indent="0" algn="ctr">
              <a:buNone/>
              <a:defRPr sz="3600">
                <a:latin typeface="+mj-lt"/>
              </a:defRPr>
            </a:lvl3pPr>
            <a:lvl4pPr marL="882694" indent="0" algn="ctr">
              <a:buNone/>
              <a:defRPr sz="3600">
                <a:latin typeface="+mj-lt"/>
              </a:defRPr>
            </a:lvl4pPr>
            <a:lvl5pPr marL="1097017" indent="0" algn="ctr">
              <a:buNone/>
              <a:defRPr sz="3600">
                <a:latin typeface="+mj-lt"/>
              </a:defRPr>
            </a:lvl5pPr>
          </a:lstStyle>
          <a:p>
            <a:pPr lvl="0"/>
            <a:r>
              <a:rPr lang="en-US" dirty="0"/>
              <a:t>Slide Title</a:t>
            </a:r>
          </a:p>
        </p:txBody>
      </p:sp>
      <p:sp>
        <p:nvSpPr>
          <p:cNvPr id="8" name="Rectangle 7"/>
          <p:cNvSpPr/>
          <p:nvPr userDrawn="1"/>
        </p:nvSpPr>
        <p:spPr>
          <a:xfrm>
            <a:off x="4640266" y="-462745"/>
            <a:ext cx="4776604" cy="338554"/>
          </a:xfrm>
          <a:prstGeom prst="rect">
            <a:avLst/>
          </a:prstGeom>
        </p:spPr>
        <p:txBody>
          <a:bodyPr wrap="square">
            <a:spAutoFit/>
          </a:bodyPr>
          <a:lstStyle/>
          <a:p>
            <a:pPr algn="l" defTabSz="1219232"/>
            <a:r>
              <a:rPr lang="en-US" sz="1600" b="1" i="0" dirty="0">
                <a:solidFill>
                  <a:srgbClr val="404040"/>
                </a:solidFill>
                <a:latin typeface="PS TT Commons DemiBold" charset="0"/>
                <a:ea typeface="PS TT Commons DemiBold" charset="0"/>
                <a:cs typeface="PS TT Commons DemiBold" charset="0"/>
              </a:rPr>
              <a:t>This bullet list </a:t>
            </a:r>
            <a:r>
              <a:rPr lang="en-US" sz="1600" b="1" i="0">
                <a:solidFill>
                  <a:srgbClr val="404040"/>
                </a:solidFill>
                <a:latin typeface="PS TT Commons DemiBold" charset="0"/>
                <a:ea typeface="PS TT Commons DemiBold" charset="0"/>
                <a:cs typeface="PS TT Commons DemiBold" charset="0"/>
              </a:rPr>
              <a:t>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
        <p:nvSpPr>
          <p:cNvPr id="3" name="Text Placeholder 2"/>
          <p:cNvSpPr>
            <a:spLocks noGrp="1"/>
          </p:cNvSpPr>
          <p:nvPr>
            <p:ph type="body" sz="quarter" idx="14" hasCustomPrompt="1"/>
          </p:nvPr>
        </p:nvSpPr>
        <p:spPr>
          <a:xfrm>
            <a:off x="5181600" y="542544"/>
            <a:ext cx="6461760" cy="5779008"/>
          </a:xfrm>
        </p:spPr>
        <p:txBody>
          <a:bodyPr anchor="ctr"/>
          <a:lstStyle>
            <a:lvl1pPr>
              <a:spcBef>
                <a:spcPts val="1800"/>
              </a:spcBef>
              <a:defRPr sz="2400">
                <a:solidFill>
                  <a:schemeClr val="accent1"/>
                </a:solidFill>
                <a:latin typeface="+mn-lt"/>
              </a:defRPr>
            </a:lvl1pPr>
            <a:lvl2pPr>
              <a:defRPr sz="2400" b="0" i="0">
                <a:solidFill>
                  <a:schemeClr val="accent1"/>
                </a:solidFill>
                <a:latin typeface="PS TT Commons" charset="0"/>
                <a:ea typeface="PS TT Commons" charset="0"/>
                <a:cs typeface="PS TT Commons" charset="0"/>
              </a:defRPr>
            </a:lvl2pPr>
            <a:lvl3pPr>
              <a:defRPr sz="2400" b="0" i="0">
                <a:solidFill>
                  <a:schemeClr val="accent1"/>
                </a:solidFill>
                <a:latin typeface="PS TT Commons" charset="0"/>
                <a:ea typeface="PS TT Commons" charset="0"/>
                <a:cs typeface="PS TT Commons" charset="0"/>
              </a:defRPr>
            </a:lvl3pPr>
            <a:lvl4pPr>
              <a:defRPr sz="2400" b="0" i="0">
                <a:solidFill>
                  <a:schemeClr val="accent1"/>
                </a:solidFill>
                <a:latin typeface="PS TT Commons" charset="0"/>
                <a:ea typeface="PS TT Commons" charset="0"/>
                <a:cs typeface="PS TT Commons" charset="0"/>
              </a:defRPr>
            </a:lvl4pPr>
          </a:lstStyle>
          <a:p>
            <a:pPr lvl="0"/>
            <a:r>
              <a:rPr lang="en-US"/>
              <a:t>Click to add text</a:t>
            </a:r>
          </a:p>
          <a:p>
            <a:pPr lvl="0"/>
            <a:r>
              <a:rPr lang="en-US"/>
              <a:t>Click to add text</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181145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12"/>
                                        </p:tgtEl>
                                        <p:attrNameLst>
                                          <p:attrName>style.visibility</p:attrName>
                                        </p:attrNameLst>
                                      </p:cBhvr>
                                      <p:to>
                                        <p:strVal val="hidden"/>
                                      </p:to>
                                    </p:set>
                                  </p:childTnLst>
                                </p:cTn>
                              </p:par>
                              <p:par>
                                <p:cTn id="7" presetID="1" presetClass="entr" presetSubtype="0" fill="hold" nodeType="withEffect">
                                  <p:stCondLst>
                                    <p:cond delay="50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xit" presetSubtype="0" fill="hold" nodeType="withEffect">
                                  <p:stCondLst>
                                    <p:cond delay="5000"/>
                                  </p:stCondLst>
                                  <p:childTnLst>
                                    <p:set>
                                      <p:cBhvr>
                                        <p:cTn id="10" dur="1" fill="hold">
                                          <p:stCondLst>
                                            <p:cond delay="0"/>
                                          </p:stCondLst>
                                        </p:cTn>
                                        <p:tgtEl>
                                          <p:spTgt spid="11"/>
                                        </p:tgtEl>
                                        <p:attrNameLst>
                                          <p:attrName>style.visibility</p:attrName>
                                        </p:attrNameLst>
                                      </p:cBhvr>
                                      <p:to>
                                        <p:strVal val="hidden"/>
                                      </p:to>
                                    </p:set>
                                  </p:childTnLst>
                                </p:cTn>
                              </p:par>
                            </p:childTnLst>
                          </p:cTn>
                        </p:par>
                        <p:par>
                          <p:cTn id="11" fill="hold">
                            <p:stCondLst>
                              <p:cond delay="5000"/>
                            </p:stCondLst>
                            <p:childTnLst>
                              <p:par>
                                <p:cTn id="12" presetID="1" presetClass="entr" presetSubtype="0" fill="hold" nodeType="after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3">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0" end="0"/>
                                            </p:txEl>
                                          </p:spTgt>
                                        </p:tgtEl>
                                        <p:attrNameLst>
                                          <p:attrName>ppt_c</p:attrName>
                                        </p:attrNameLst>
                                      </p:cBhvr>
                                      <p:to>
                                        <a:schemeClr val="tx1"/>
                                      </p:to>
                                    </p:animClr>
                                  </p:sub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1" end="1"/>
                                            </p:txEl>
                                          </p:spTgt>
                                        </p:tgtEl>
                                        <p:attrNameLst>
                                          <p:attrName>ppt_c</p:attrName>
                                        </p:attrNameLst>
                                      </p:cBhvr>
                                      <p:to>
                                        <a:schemeClr val="tx1"/>
                                      </p:to>
                                    </p:animClr>
                                  </p:sub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2" end="2"/>
                                            </p:txEl>
                                          </p:spTgt>
                                        </p:tgtEl>
                                        <p:attrNameLst>
                                          <p:attrName>ppt_c</p:attrName>
                                        </p:attrNameLst>
                                      </p:cBhvr>
                                      <p:to>
                                        <a:schemeClr val="tx1"/>
                                      </p:to>
                                    </p:animClr>
                                  </p:sub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3" end="3"/>
                                            </p:txEl>
                                          </p:spTgt>
                                        </p:tgtEl>
                                        <p:attrNameLst>
                                          <p:attrName>ppt_c</p:attrName>
                                        </p:attrNameLst>
                                      </p:cBhvr>
                                      <p:to>
                                        <a:schemeClr val="tx1"/>
                                      </p:to>
                                    </p:animClr>
                                  </p:sub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4" end="4"/>
                                            </p:txEl>
                                          </p:spTgt>
                                        </p:tgtEl>
                                        <p:attrNameLst>
                                          <p:attrName>ppt_c</p:attrName>
                                        </p:attrNameLst>
                                      </p:cBhvr>
                                      <p:to>
                                        <a:schemeClr val="tx1"/>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5">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1"/>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1"/>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1"/>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1"/>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1"/>
                      </p:to>
                    </p:animClr>
                  </p:subTnLst>
                </p:cTn>
              </p:par>
            </p:tnLst>
          </p:tmpl>
        </p:tmplLst>
      </p:bldP>
    </p:bldLst>
  </p:timing>
  <p:extLst>
    <p:ext uri="{DCECCB84-F9BA-43D5-87BE-67443E8EF086}">
      <p15:sldGuideLst xmlns:p15="http://schemas.microsoft.com/office/powerpoint/2012/main">
        <p15:guide id="1" orient="horz" pos="2160">
          <p15:clr>
            <a:srgbClr val="FBAE40"/>
          </p15:clr>
        </p15:guide>
        <p15:guide id="2" pos="3264">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emo">
    <p:spTree>
      <p:nvGrpSpPr>
        <p:cNvPr id="1" name=""/>
        <p:cNvGrpSpPr/>
        <p:nvPr/>
      </p:nvGrpSpPr>
      <p:grpSpPr>
        <a:xfrm>
          <a:off x="0" y="0"/>
          <a:ext cx="0" cy="0"/>
          <a:chOff x="0" y="0"/>
          <a:chExt cx="0" cy="0"/>
        </a:xfrm>
      </p:grpSpPr>
      <p:sp>
        <p:nvSpPr>
          <p:cNvPr id="7" name="Rectangle 6"/>
          <p:cNvSpPr/>
          <p:nvPr userDrawn="1"/>
        </p:nvSpPr>
        <p:spPr>
          <a:xfrm>
            <a:off x="0" y="0"/>
            <a:ext cx="4635500" cy="6858000"/>
          </a:xfrm>
          <a:prstGeom prst="rect">
            <a:avLst/>
          </a:prstGeom>
          <a:solidFill>
            <a:schemeClr val="accent2"/>
          </a:solidFill>
          <a:ln>
            <a:no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700" dirty="0" err="1">
              <a:solidFill>
                <a:schemeClr val="bg1"/>
              </a:solidFill>
              <a:latin typeface="Gotham Medium" panose="02000604030000020004" pitchFamily="50" charset="0"/>
            </a:endParaRPr>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4635500" cy="6858000"/>
          </a:xfrm>
          <a:prstGeom prst="rect">
            <a:avLst/>
          </a:prstGeom>
        </p:spPr>
      </p:pic>
      <p:pic>
        <p:nvPicPr>
          <p:cNvPr id="11" name="Picture 10"/>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4635500" cy="6858000"/>
          </a:xfrm>
          <a:prstGeom prst="rect">
            <a:avLst/>
          </a:prstGeom>
        </p:spPr>
      </p:pic>
      <p:sp>
        <p:nvSpPr>
          <p:cNvPr id="10" name="TextBox 9"/>
          <p:cNvSpPr txBox="1"/>
          <p:nvPr userDrawn="1"/>
        </p:nvSpPr>
        <p:spPr>
          <a:xfrm>
            <a:off x="1" y="2054618"/>
            <a:ext cx="4629149" cy="446276"/>
          </a:xfrm>
          <a:prstGeom prst="rect">
            <a:avLst/>
          </a:prstGeom>
          <a:noFill/>
        </p:spPr>
        <p:txBody>
          <a:bodyPr wrap="square" rtlCol="0">
            <a:noAutofit/>
          </a:bodyPr>
          <a:lstStyle/>
          <a:p>
            <a:pPr algn="ctr">
              <a:lnSpc>
                <a:spcPts val="3000"/>
              </a:lnSpc>
            </a:pPr>
            <a:r>
              <a:rPr lang="en-US" sz="3600" b="0" i="0" dirty="0">
                <a:solidFill>
                  <a:schemeClr val="bg1"/>
                </a:solidFill>
                <a:latin typeface="+mj-lt"/>
                <a:ea typeface="Gotham Light" charset="0"/>
                <a:cs typeface="Gotham Light" charset="0"/>
              </a:rPr>
              <a:t>Demo</a:t>
            </a:r>
          </a:p>
        </p:txBody>
      </p:sp>
      <p:sp>
        <p:nvSpPr>
          <p:cNvPr id="9" name="Rectangle 8"/>
          <p:cNvSpPr/>
          <p:nvPr userDrawn="1"/>
        </p:nvSpPr>
        <p:spPr>
          <a:xfrm>
            <a:off x="4640266" y="-462745"/>
            <a:ext cx="4776604" cy="338554"/>
          </a:xfrm>
          <a:prstGeom prst="rect">
            <a:avLst/>
          </a:prstGeom>
        </p:spPr>
        <p:txBody>
          <a:bodyPr wrap="square">
            <a:spAutoFit/>
          </a:bodyPr>
          <a:lstStyle/>
          <a:p>
            <a:pPr algn="l" defTabSz="1219232"/>
            <a:r>
              <a:rPr lang="en-US" sz="1600" b="1" i="0" dirty="0">
                <a:solidFill>
                  <a:srgbClr val="404040"/>
                </a:solidFill>
                <a:latin typeface="PS TT Commons DemiBold" charset="0"/>
                <a:ea typeface="PS TT Commons DemiBold" charset="0"/>
                <a:cs typeface="PS TT Commons DemiBold" charset="0"/>
              </a:rPr>
              <a:t>This bullet list </a:t>
            </a:r>
            <a:r>
              <a:rPr lang="en-US" sz="1600" b="1" i="0">
                <a:solidFill>
                  <a:srgbClr val="404040"/>
                </a:solidFill>
                <a:latin typeface="PS TT Commons DemiBold" charset="0"/>
                <a:ea typeface="PS TT Commons DemiBold" charset="0"/>
                <a:cs typeface="PS TT Commons DemiBold" charset="0"/>
              </a:rPr>
              <a:t>is </a:t>
            </a:r>
            <a:r>
              <a:rPr lang="en-US" sz="1600" b="1" i="0">
                <a:solidFill>
                  <a:schemeClr val="accent2"/>
                </a:solidFill>
                <a:latin typeface="PS TT Commons DemiBold" charset="0"/>
                <a:ea typeface="PS TT Commons DemiBold" charset="0"/>
                <a:cs typeface="PS TT Commons DemiBold" charset="0"/>
              </a:rPr>
              <a:t>preset</a:t>
            </a:r>
            <a:r>
              <a:rPr lang="en-US" sz="1600" b="1" i="0">
                <a:solidFill>
                  <a:schemeClr val="accent1"/>
                </a:solidFill>
                <a:latin typeface="PS TT Commons DemiBold" charset="0"/>
                <a:ea typeface="PS TT Commons DemiBold" charset="0"/>
                <a:cs typeface="PS TT Commons DemiBold" charset="0"/>
              </a:rPr>
              <a: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chemeClr val="accent2"/>
                </a:solidFill>
                <a:latin typeface="PS TT Commons DemiBold" charset="0"/>
                <a:ea typeface="PS TT Commons DemiBold" charset="0"/>
                <a:cs typeface="PS TT Commons DemiBold" charset="0"/>
              </a:rPr>
              <a:t>animations</a:t>
            </a:r>
            <a:endParaRPr lang="en-US" sz="1600" b="1" i="0" dirty="0">
              <a:solidFill>
                <a:schemeClr val="accent2"/>
              </a:solidFill>
              <a:latin typeface="PS TT Commons DemiBold" charset="0"/>
              <a:ea typeface="PS TT Commons DemiBold" charset="0"/>
              <a:cs typeface="PS TT Commons DemiBold" charset="0"/>
            </a:endParaRPr>
          </a:p>
        </p:txBody>
      </p:sp>
      <p:sp>
        <p:nvSpPr>
          <p:cNvPr id="15" name="Text Placeholder 2"/>
          <p:cNvSpPr>
            <a:spLocks noGrp="1"/>
          </p:cNvSpPr>
          <p:nvPr>
            <p:ph type="body" sz="quarter" idx="14" hasCustomPrompt="1"/>
          </p:nvPr>
        </p:nvSpPr>
        <p:spPr>
          <a:xfrm>
            <a:off x="5181600" y="542544"/>
            <a:ext cx="6461760" cy="5779008"/>
          </a:xfrm>
        </p:spPr>
        <p:txBody>
          <a:bodyPr anchor="ctr"/>
          <a:lstStyle>
            <a:lvl1pPr>
              <a:defRPr sz="2400">
                <a:solidFill>
                  <a:schemeClr val="accent2"/>
                </a:solidFill>
              </a:defRPr>
            </a:lvl1pPr>
            <a:lvl2pPr>
              <a:defRPr sz="2400" b="0" i="0">
                <a:solidFill>
                  <a:schemeClr val="accent2"/>
                </a:solidFill>
                <a:latin typeface="PS TT Commons" charset="0"/>
                <a:ea typeface="PS TT Commons" charset="0"/>
                <a:cs typeface="PS TT Commons" charset="0"/>
              </a:defRPr>
            </a:lvl2pPr>
            <a:lvl3pPr>
              <a:defRPr sz="2400" b="0" i="0">
                <a:solidFill>
                  <a:schemeClr val="accent2"/>
                </a:solidFill>
                <a:latin typeface="PS TT Commons" charset="0"/>
                <a:ea typeface="PS TT Commons" charset="0"/>
                <a:cs typeface="PS TT Commons" charset="0"/>
              </a:defRPr>
            </a:lvl3pPr>
            <a:lvl4pPr>
              <a:defRPr sz="2400" b="0" i="0">
                <a:solidFill>
                  <a:schemeClr val="accent2"/>
                </a:solidFill>
                <a:latin typeface="PS TT Commons" charset="0"/>
                <a:ea typeface="PS TT Commons" charset="0"/>
                <a:cs typeface="PS TT Commons" charset="0"/>
              </a:defRPr>
            </a:lvl4pPr>
          </a:lstStyle>
          <a:p>
            <a:pPr lvl="0"/>
            <a:r>
              <a:rPr lang="en-US"/>
              <a:t>Click to add text</a:t>
            </a:r>
          </a:p>
          <a:p>
            <a:pPr lvl="0"/>
            <a:r>
              <a:rPr lang="en-US"/>
              <a:t>Click to add text</a:t>
            </a:r>
          </a:p>
          <a:p>
            <a:pPr lvl="1"/>
            <a:r>
              <a:rPr lang="en-US"/>
              <a:t>Second level</a:t>
            </a:r>
          </a:p>
          <a:p>
            <a:pPr lvl="2"/>
            <a:r>
              <a:rPr lang="en-US"/>
              <a:t>Third level</a:t>
            </a:r>
          </a:p>
          <a:p>
            <a:pPr lvl="3"/>
            <a:r>
              <a:rPr lang="en-US"/>
              <a:t>Fourth level</a:t>
            </a:r>
          </a:p>
        </p:txBody>
      </p:sp>
      <p:sp>
        <p:nvSpPr>
          <p:cNvPr id="2" name="TextBox 1"/>
          <p:cNvSpPr txBox="1"/>
          <p:nvPr userDrawn="1"/>
        </p:nvSpPr>
        <p:spPr>
          <a:xfrm>
            <a:off x="8205216" y="4389120"/>
            <a:ext cx="609600" cy="609600"/>
          </a:xfrm>
          <a:prstGeom prst="rect">
            <a:avLst/>
          </a:prstGeom>
        </p:spPr>
        <p:txBody>
          <a:bodyPr vert="horz" wrap="none" lIns="0" tIns="21980" rIns="43959" bIns="21980" rtlCol="0" anchor="b" anchorCtr="0">
            <a:noAutofit/>
          </a:bodyPr>
          <a:lstStyle/>
          <a:p>
            <a:pPr marL="0" marR="0" indent="0" algn="l" defTabSz="293016" rtl="0" eaLnBrk="1" fontAlgn="auto" latinLnBrk="0" hangingPunct="1">
              <a:lnSpc>
                <a:spcPct val="85000"/>
              </a:lnSpc>
              <a:spcBef>
                <a:spcPct val="0"/>
              </a:spcBef>
              <a:spcAft>
                <a:spcPts val="0"/>
              </a:spcAft>
              <a:buClrTx/>
              <a:buSzTx/>
              <a:buFontTx/>
              <a:buNone/>
              <a:tabLst/>
            </a:pPr>
            <a:endParaRPr kumimoji="0" lang="en-US" sz="2350" b="0" i="0" u="none" strike="noStrike" kern="1200" cap="none" spc="0" normalizeH="0" baseline="0" noProof="0" dirty="0">
              <a:ln>
                <a:noFill/>
              </a:ln>
              <a:solidFill>
                <a:srgbClr val="E5E5E5">
                  <a:lumMod val="10000"/>
                </a:srgbClr>
              </a:solidFill>
              <a:effectLst/>
              <a:uLnTx/>
              <a:uFillTx/>
              <a:latin typeface="PS TT Commons" charset="0"/>
              <a:ea typeface="PS TT Commons" charset="0"/>
              <a:cs typeface="PS TT Commons" charset="0"/>
            </a:endParaRPr>
          </a:p>
        </p:txBody>
      </p:sp>
    </p:spTree>
    <p:extLst>
      <p:ext uri="{BB962C8B-B14F-4D97-AF65-F5344CB8AC3E}">
        <p14:creationId xmlns:p14="http://schemas.microsoft.com/office/powerpoint/2010/main" val="2762768532"/>
      </p:ext>
    </p:extLst>
  </p:cSld>
  <p:clrMapOvr>
    <a:masterClrMapping/>
  </p:clrMapOvr>
  <p:extLst>
    <p:ext uri="{DCECCB84-F9BA-43D5-87BE-67443E8EF086}">
      <p15:sldGuideLst xmlns:p15="http://schemas.microsoft.com/office/powerpoint/2012/main">
        <p15:guide id="1" orient="horz" pos="2160">
          <p15:clr>
            <a:srgbClr val="FBAE40"/>
          </p15:clr>
        </p15:guide>
        <p15:guide id="2" pos="3264">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32871278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opic or Category with Large Icon-1">
    <p:bg>
      <p:bgPr>
        <a:solidFill>
          <a:schemeClr val="accent5"/>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863167" y="2241005"/>
            <a:ext cx="4886609" cy="1230328"/>
          </a:xfrm>
          <a:prstGeom prst="rect">
            <a:avLst/>
          </a:prstGeom>
        </p:spPr>
        <p:txBody>
          <a:bodyPr anchor="b">
            <a:noAutofit/>
          </a:bodyPr>
          <a:lstStyle>
            <a:lvl1pPr marL="0" indent="0">
              <a:spcBef>
                <a:spcPts val="0"/>
              </a:spcBef>
              <a:buNone/>
              <a:defRPr sz="400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Topic or Title Introduction</a:t>
            </a:r>
          </a:p>
        </p:txBody>
      </p:sp>
      <p:sp>
        <p:nvSpPr>
          <p:cNvPr id="8" name="Picture Placeholder 7"/>
          <p:cNvSpPr>
            <a:spLocks noGrp="1"/>
          </p:cNvSpPr>
          <p:nvPr>
            <p:ph type="pic" sz="quarter" idx="12" hasCustomPrompt="1"/>
          </p:nvPr>
        </p:nvSpPr>
        <p:spPr>
          <a:xfrm>
            <a:off x="546101" y="560919"/>
            <a:ext cx="4783667" cy="5736167"/>
          </a:xfrm>
          <a:prstGeom prst="rect">
            <a:avLst/>
          </a:prstGeom>
        </p:spPr>
        <p:txBody>
          <a:bodyPr anchor="ctr">
            <a:normAutofit/>
          </a:bodyPr>
          <a:lstStyle>
            <a:lvl1pPr algn="ctr">
              <a:defRPr sz="3067" baseline="0">
                <a:solidFill>
                  <a:schemeClr val="bg1"/>
                </a:solidFill>
                <a:latin typeface="+mj-lt"/>
              </a:defRPr>
            </a:lvl1pPr>
          </a:lstStyle>
          <a:p>
            <a:r>
              <a:rPr lang="en-US"/>
              <a:t>Insert Icon Only</a:t>
            </a:r>
          </a:p>
        </p:txBody>
      </p:sp>
      <p:sp>
        <p:nvSpPr>
          <p:cNvPr id="5" name="Text Placeholder 7"/>
          <p:cNvSpPr>
            <a:spLocks noGrp="1"/>
          </p:cNvSpPr>
          <p:nvPr>
            <p:ph type="body" sz="quarter" idx="13" hasCustomPrompt="1"/>
          </p:nvPr>
        </p:nvSpPr>
        <p:spPr>
          <a:xfrm>
            <a:off x="5863167" y="3733339"/>
            <a:ext cx="4886609" cy="1733551"/>
          </a:xfrm>
          <a:prstGeom prst="rect">
            <a:avLst/>
          </a:prstGeom>
        </p:spPr>
        <p:txBody>
          <a:bodyPr anchor="t">
            <a:noAutofit/>
          </a:bodyPr>
          <a:lstStyle>
            <a:lvl1pPr marL="0" indent="0" algn="l">
              <a:lnSpc>
                <a:spcPct val="110000"/>
              </a:lnSpc>
              <a:spcBef>
                <a:spcPts val="0"/>
              </a:spcBef>
              <a:buNone/>
              <a:defRPr sz="2133" b="0" i="0" baseline="0">
                <a:solidFill>
                  <a:schemeClr val="bg1"/>
                </a:solidFill>
                <a:latin typeface="PS TT Commons" charset="0"/>
                <a:ea typeface="PS TT Commons" charset="0"/>
                <a:cs typeface="PS TT Commons" charset="0"/>
              </a:defRPr>
            </a:lvl1pPr>
          </a:lstStyle>
          <a:p>
            <a:pPr lvl="0"/>
            <a:r>
              <a:rPr lang="en-US"/>
              <a:t>Add a short bit of description text in this area. This should be a quick intro slide to an idea without a lot of text. Stick to a few sentences.</a:t>
            </a:r>
            <a:endParaRPr lang="en-US" dirty="0"/>
          </a:p>
        </p:txBody>
      </p:sp>
    </p:spTree>
    <p:extLst>
      <p:ext uri="{BB962C8B-B14F-4D97-AF65-F5344CB8AC3E}">
        <p14:creationId xmlns:p14="http://schemas.microsoft.com/office/powerpoint/2010/main" val="5954825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opic or Category with Large Icon-2">
    <p:bg>
      <p:bgPr>
        <a:solidFill>
          <a:schemeClr val="accent5"/>
        </a:solidFill>
        <a:effectLst/>
      </p:bgPr>
    </p:bg>
    <p:spTree>
      <p:nvGrpSpPr>
        <p:cNvPr id="1" name=""/>
        <p:cNvGrpSpPr/>
        <p:nvPr/>
      </p:nvGrpSpPr>
      <p:grpSpPr>
        <a:xfrm>
          <a:off x="0" y="0"/>
          <a:ext cx="0" cy="0"/>
          <a:chOff x="0" y="0"/>
          <a:chExt cx="0" cy="0"/>
        </a:xfrm>
      </p:grpSpPr>
      <p:sp>
        <p:nvSpPr>
          <p:cNvPr id="4" name="Picture Placeholder 3"/>
          <p:cNvSpPr>
            <a:spLocks noGrp="1"/>
          </p:cNvSpPr>
          <p:nvPr>
            <p:ph type="pic" sz="quarter" idx="10" hasCustomPrompt="1"/>
          </p:nvPr>
        </p:nvSpPr>
        <p:spPr>
          <a:xfrm>
            <a:off x="2200367" y="462190"/>
            <a:ext cx="7791271" cy="3277961"/>
          </a:xfrm>
          <a:prstGeom prst="rect">
            <a:avLst/>
          </a:prstGeom>
        </p:spPr>
        <p:txBody>
          <a:bodyPr anchor="ctr">
            <a:normAutofit/>
          </a:bodyPr>
          <a:lstStyle>
            <a:lvl1pPr algn="ctr">
              <a:defRPr sz="3067">
                <a:solidFill>
                  <a:schemeClr val="bg1"/>
                </a:solidFill>
                <a:latin typeface="+mj-lt"/>
              </a:defRPr>
            </a:lvl1pPr>
          </a:lstStyle>
          <a:p>
            <a:r>
              <a:rPr lang="en-US"/>
              <a:t>Insert Icon Only</a:t>
            </a:r>
          </a:p>
        </p:txBody>
      </p:sp>
      <p:sp>
        <p:nvSpPr>
          <p:cNvPr id="6" name="Text Placeholder 5"/>
          <p:cNvSpPr>
            <a:spLocks noGrp="1"/>
          </p:cNvSpPr>
          <p:nvPr>
            <p:ph type="body" sz="quarter" idx="11" hasCustomPrompt="1"/>
          </p:nvPr>
        </p:nvSpPr>
        <p:spPr>
          <a:xfrm>
            <a:off x="1108894" y="3994999"/>
            <a:ext cx="9974217" cy="742949"/>
          </a:xfrm>
          <a:prstGeom prst="rect">
            <a:avLst/>
          </a:prstGeom>
        </p:spPr>
        <p:txBody>
          <a:bodyPr anchor="ctr">
            <a:noAutofit/>
          </a:bodyPr>
          <a:lstStyle>
            <a:lvl1pPr marL="0" indent="0" algn="ctr">
              <a:buNone/>
              <a:defRPr sz="4000" b="0" i="0">
                <a:solidFill>
                  <a:schemeClr val="bg1"/>
                </a:solidFill>
                <a:latin typeface="+mj-lt"/>
                <a:ea typeface="PS TT Commons" charset="0"/>
                <a:cs typeface="PS TT Commons" charset="0"/>
              </a:defRPr>
            </a:lvl1pPr>
          </a:lstStyle>
          <a:p>
            <a:pPr lvl="0"/>
            <a:r>
              <a:rPr lang="en-US"/>
              <a:t>Topic or Title Introduction</a:t>
            </a:r>
          </a:p>
        </p:txBody>
      </p:sp>
      <p:sp>
        <p:nvSpPr>
          <p:cNvPr id="8" name="Text Placeholder 7"/>
          <p:cNvSpPr>
            <a:spLocks noGrp="1"/>
          </p:cNvSpPr>
          <p:nvPr>
            <p:ph type="body" sz="quarter" idx="12" hasCustomPrompt="1"/>
          </p:nvPr>
        </p:nvSpPr>
        <p:spPr>
          <a:xfrm>
            <a:off x="3015080" y="4830236"/>
            <a:ext cx="6161845" cy="1138773"/>
          </a:xfrm>
          <a:prstGeom prst="rect">
            <a:avLst/>
          </a:prstGeom>
        </p:spPr>
        <p:txBody>
          <a:bodyPr anchor="t">
            <a:noAutofit/>
          </a:bodyPr>
          <a:lstStyle>
            <a:lvl1pPr marL="0" indent="0" algn="ctr">
              <a:lnSpc>
                <a:spcPct val="110000"/>
              </a:lnSpc>
              <a:spcBef>
                <a:spcPts val="0"/>
              </a:spcBef>
              <a:buNone/>
              <a:defRPr sz="2133" b="0" i="0" baseline="0">
                <a:solidFill>
                  <a:schemeClr val="bg1"/>
                </a:solidFill>
                <a:latin typeface="PS TT Commons" charset="0"/>
                <a:ea typeface="PS TT Commons" charset="0"/>
                <a:cs typeface="PS TT Commons" charset="0"/>
              </a:defRPr>
            </a:lvl1pPr>
          </a:lstStyle>
          <a:p>
            <a:pPr lvl="0"/>
            <a:r>
              <a:rPr lang="en-US"/>
              <a:t>Add a short bit of description text in this area. This should be a quick intro slide to an idea without a lot of text. Stick to a few sentences.</a:t>
            </a:r>
            <a:endParaRPr lang="en-US" dirty="0"/>
          </a:p>
        </p:txBody>
      </p:sp>
    </p:spTree>
    <p:extLst>
      <p:ext uri="{BB962C8B-B14F-4D97-AF65-F5344CB8AC3E}">
        <p14:creationId xmlns:p14="http://schemas.microsoft.com/office/powerpoint/2010/main" val="4422022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lumn Six Item List with Ico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lang="en-US">
                <a:effectLst/>
              </a:defRPr>
            </a:lvl1pPr>
          </a:lstStyle>
          <a:p>
            <a:r>
              <a:rPr lang="en-US">
                <a:solidFill>
                  <a:srgbClr val="1A1A1A"/>
                </a:solidFill>
                <a:effectLst/>
                <a:latin typeface="PS TT Commons Light" charset="0"/>
              </a:rPr>
              <a:t>Two Column Six Item List with Icons</a:t>
            </a:r>
          </a:p>
        </p:txBody>
      </p:sp>
      <p:sp>
        <p:nvSpPr>
          <p:cNvPr id="4" name="Text Placeholder 3"/>
          <p:cNvSpPr>
            <a:spLocks noGrp="1"/>
          </p:cNvSpPr>
          <p:nvPr>
            <p:ph type="body" sz="quarter" idx="10" hasCustomPrompt="1"/>
          </p:nvPr>
        </p:nvSpPr>
        <p:spPr>
          <a:xfrm>
            <a:off x="2159000" y="1564247"/>
            <a:ext cx="3657600"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 </a:t>
            </a:r>
          </a:p>
        </p:txBody>
      </p:sp>
      <p:sp>
        <p:nvSpPr>
          <p:cNvPr id="6" name="Text Placeholder 5"/>
          <p:cNvSpPr>
            <a:spLocks noGrp="1"/>
          </p:cNvSpPr>
          <p:nvPr>
            <p:ph type="body" sz="quarter" idx="11" hasCustomPrompt="1"/>
          </p:nvPr>
        </p:nvSpPr>
        <p:spPr>
          <a:xfrm>
            <a:off x="2159000" y="3111195"/>
            <a:ext cx="3657600"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 </a:t>
            </a:r>
          </a:p>
        </p:txBody>
      </p:sp>
      <p:sp>
        <p:nvSpPr>
          <p:cNvPr id="8" name="Text Placeholder 7"/>
          <p:cNvSpPr>
            <a:spLocks noGrp="1"/>
          </p:cNvSpPr>
          <p:nvPr>
            <p:ph type="body" sz="quarter" idx="12" hasCustomPrompt="1"/>
          </p:nvPr>
        </p:nvSpPr>
        <p:spPr>
          <a:xfrm>
            <a:off x="2159000" y="4658143"/>
            <a:ext cx="3657600"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a:t>
            </a:r>
          </a:p>
        </p:txBody>
      </p:sp>
      <p:sp>
        <p:nvSpPr>
          <p:cNvPr id="10" name="Text Placeholder 9"/>
          <p:cNvSpPr>
            <a:spLocks noGrp="1"/>
          </p:cNvSpPr>
          <p:nvPr>
            <p:ph type="body" sz="quarter" idx="13" hasCustomPrompt="1"/>
          </p:nvPr>
        </p:nvSpPr>
        <p:spPr>
          <a:xfrm>
            <a:off x="7696200" y="1564247"/>
            <a:ext cx="3657600"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a:t>
            </a:r>
          </a:p>
        </p:txBody>
      </p:sp>
      <p:sp>
        <p:nvSpPr>
          <p:cNvPr id="12" name="Text Placeholder 11"/>
          <p:cNvSpPr>
            <a:spLocks noGrp="1"/>
          </p:cNvSpPr>
          <p:nvPr>
            <p:ph type="body" sz="quarter" idx="14" hasCustomPrompt="1"/>
          </p:nvPr>
        </p:nvSpPr>
        <p:spPr>
          <a:xfrm>
            <a:off x="7696200" y="3104093"/>
            <a:ext cx="3657600"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 </a:t>
            </a:r>
          </a:p>
        </p:txBody>
      </p:sp>
      <p:sp>
        <p:nvSpPr>
          <p:cNvPr id="15" name="Text Placeholder 14"/>
          <p:cNvSpPr>
            <a:spLocks noGrp="1"/>
          </p:cNvSpPr>
          <p:nvPr>
            <p:ph type="body" sz="quarter" idx="15" hasCustomPrompt="1"/>
          </p:nvPr>
        </p:nvSpPr>
        <p:spPr>
          <a:xfrm>
            <a:off x="7696200" y="4658143"/>
            <a:ext cx="3657600"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 </a:t>
            </a:r>
          </a:p>
        </p:txBody>
      </p:sp>
      <p:sp>
        <p:nvSpPr>
          <p:cNvPr id="17" name="Content Placeholder 16"/>
          <p:cNvSpPr>
            <a:spLocks noGrp="1"/>
          </p:cNvSpPr>
          <p:nvPr>
            <p:ph sz="quarter" idx="16" hasCustomPrompt="1"/>
          </p:nvPr>
        </p:nvSpPr>
        <p:spPr>
          <a:xfrm>
            <a:off x="838202" y="1690614"/>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18" name="Content Placeholder 16"/>
          <p:cNvSpPr>
            <a:spLocks noGrp="1"/>
          </p:cNvSpPr>
          <p:nvPr>
            <p:ph sz="quarter" idx="17" hasCustomPrompt="1"/>
          </p:nvPr>
        </p:nvSpPr>
        <p:spPr>
          <a:xfrm>
            <a:off x="838202" y="3235112"/>
            <a:ext cx="1093289" cy="1093289"/>
          </a:xfrm>
          <a:prstGeom prst="rect">
            <a:avLst/>
          </a:prstGeom>
        </p:spPr>
        <p:txBody>
          <a:bodyPr anchor="ctr">
            <a:normAutofit/>
          </a:bodyPr>
          <a:lstStyle>
            <a:lvl1pPr algn="ctr">
              <a:defRPr sz="1333" b="0" i="0" baseline="0">
                <a:latin typeface="PS TT Commons Book" charset="0"/>
                <a:ea typeface="PS TT Commons Book" charset="0"/>
                <a:cs typeface="PS TT Commons Book" charset="0"/>
              </a:defRPr>
            </a:lvl1pPr>
          </a:lstStyle>
          <a:p>
            <a:pPr lvl="0"/>
            <a:r>
              <a:rPr lang="en-US"/>
              <a:t>Click image icon</a:t>
            </a:r>
          </a:p>
        </p:txBody>
      </p:sp>
      <p:sp>
        <p:nvSpPr>
          <p:cNvPr id="23" name="Content Placeholder 16"/>
          <p:cNvSpPr>
            <a:spLocks noGrp="1"/>
          </p:cNvSpPr>
          <p:nvPr>
            <p:ph sz="quarter" idx="18" hasCustomPrompt="1"/>
          </p:nvPr>
        </p:nvSpPr>
        <p:spPr>
          <a:xfrm>
            <a:off x="838202" y="4782060"/>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24" name="Content Placeholder 16"/>
          <p:cNvSpPr>
            <a:spLocks noGrp="1"/>
          </p:cNvSpPr>
          <p:nvPr>
            <p:ph sz="quarter" idx="19" hasCustomPrompt="1"/>
          </p:nvPr>
        </p:nvSpPr>
        <p:spPr>
          <a:xfrm>
            <a:off x="6368387" y="1690614"/>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25" name="Content Placeholder 16"/>
          <p:cNvSpPr>
            <a:spLocks noGrp="1"/>
          </p:cNvSpPr>
          <p:nvPr>
            <p:ph sz="quarter" idx="20" hasCustomPrompt="1"/>
          </p:nvPr>
        </p:nvSpPr>
        <p:spPr>
          <a:xfrm>
            <a:off x="6368387" y="3235112"/>
            <a:ext cx="1093289" cy="1093289"/>
          </a:xfrm>
          <a:prstGeom prst="rect">
            <a:avLst/>
          </a:prstGeom>
        </p:spPr>
        <p:txBody>
          <a:bodyPr anchor="ctr">
            <a:normAutofit/>
          </a:bodyPr>
          <a:lstStyle>
            <a:lvl1pPr algn="ctr">
              <a:defRPr sz="1333" b="0" i="0" baseline="0">
                <a:latin typeface="PS TT Commons Book" charset="0"/>
                <a:ea typeface="PS TT Commons Book" charset="0"/>
                <a:cs typeface="PS TT Commons Book" charset="0"/>
              </a:defRPr>
            </a:lvl1pPr>
          </a:lstStyle>
          <a:p>
            <a:pPr lvl="0"/>
            <a:r>
              <a:rPr lang="en-US"/>
              <a:t>Click image icon</a:t>
            </a:r>
          </a:p>
        </p:txBody>
      </p:sp>
      <p:sp>
        <p:nvSpPr>
          <p:cNvPr id="26" name="Content Placeholder 16"/>
          <p:cNvSpPr>
            <a:spLocks noGrp="1"/>
          </p:cNvSpPr>
          <p:nvPr>
            <p:ph sz="quarter" idx="21" hasCustomPrompt="1"/>
          </p:nvPr>
        </p:nvSpPr>
        <p:spPr>
          <a:xfrm>
            <a:off x="6368387" y="4782060"/>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Tree>
    <p:extLst>
      <p:ext uri="{BB962C8B-B14F-4D97-AF65-F5344CB8AC3E}">
        <p14:creationId xmlns:p14="http://schemas.microsoft.com/office/powerpoint/2010/main" val="193972046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ext Left | Three Item Chunking ">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Click to Add Title in Title Case</a:t>
            </a:r>
          </a:p>
        </p:txBody>
      </p:sp>
      <p:sp>
        <p:nvSpPr>
          <p:cNvPr id="3" name="Text Placeholder 9"/>
          <p:cNvSpPr>
            <a:spLocks noGrp="1"/>
          </p:cNvSpPr>
          <p:nvPr>
            <p:ph type="body" sz="quarter" idx="13" hasCustomPrompt="1"/>
          </p:nvPr>
        </p:nvSpPr>
        <p:spPr>
          <a:xfrm>
            <a:off x="7199085" y="1715195"/>
            <a:ext cx="4154715" cy="1341120"/>
          </a:xfrm>
          <a:prstGeom prst="rect">
            <a:avLst/>
          </a:prstGeom>
        </p:spPr>
        <p:txBody>
          <a:bodyPr lIns="0" anchor="ctr">
            <a:noAutofit/>
          </a:bodyPr>
          <a:lstStyle>
            <a:lvl1pPr>
              <a:defRPr sz="2267" b="0" i="0" baseline="0">
                <a:latin typeface="+mn-lt"/>
                <a:ea typeface="PS TT Commons Medium" charset="0"/>
                <a:cs typeface="PS TT Commons Medium" charset="0"/>
              </a:defRPr>
            </a:lvl1pPr>
          </a:lstStyle>
          <a:p>
            <a:pPr lvl="0"/>
            <a:r>
              <a:rPr lang="en-US"/>
              <a:t>Click to add text</a:t>
            </a:r>
          </a:p>
        </p:txBody>
      </p:sp>
      <p:sp>
        <p:nvSpPr>
          <p:cNvPr id="4" name="Text Placeholder 11"/>
          <p:cNvSpPr>
            <a:spLocks noGrp="1"/>
          </p:cNvSpPr>
          <p:nvPr>
            <p:ph type="body" sz="quarter" idx="14" hasCustomPrompt="1"/>
          </p:nvPr>
        </p:nvSpPr>
        <p:spPr>
          <a:xfrm>
            <a:off x="7199085" y="3255041"/>
            <a:ext cx="4154715"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a:t>
            </a:r>
          </a:p>
        </p:txBody>
      </p:sp>
      <p:sp>
        <p:nvSpPr>
          <p:cNvPr id="5" name="Text Placeholder 14"/>
          <p:cNvSpPr>
            <a:spLocks noGrp="1"/>
          </p:cNvSpPr>
          <p:nvPr>
            <p:ph type="body" sz="quarter" idx="15" hasCustomPrompt="1"/>
          </p:nvPr>
        </p:nvSpPr>
        <p:spPr>
          <a:xfrm>
            <a:off x="7199085" y="4809091"/>
            <a:ext cx="4154715"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a:t>
            </a:r>
          </a:p>
        </p:txBody>
      </p:sp>
      <p:sp>
        <p:nvSpPr>
          <p:cNvPr id="6" name="Content Placeholder 16"/>
          <p:cNvSpPr>
            <a:spLocks noGrp="1"/>
          </p:cNvSpPr>
          <p:nvPr>
            <p:ph sz="quarter" idx="19" hasCustomPrompt="1"/>
          </p:nvPr>
        </p:nvSpPr>
        <p:spPr>
          <a:xfrm>
            <a:off x="5852162" y="1841562"/>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7" name="Content Placeholder 16"/>
          <p:cNvSpPr>
            <a:spLocks noGrp="1"/>
          </p:cNvSpPr>
          <p:nvPr>
            <p:ph sz="quarter" idx="20" hasCustomPrompt="1"/>
          </p:nvPr>
        </p:nvSpPr>
        <p:spPr>
          <a:xfrm>
            <a:off x="5852162" y="3386059"/>
            <a:ext cx="1093289" cy="1093289"/>
          </a:xfrm>
          <a:prstGeom prst="rect">
            <a:avLst/>
          </a:prstGeom>
        </p:spPr>
        <p:txBody>
          <a:bodyPr anchor="ctr">
            <a:normAutofit/>
          </a:bodyPr>
          <a:lstStyle>
            <a:lvl1pPr algn="ctr">
              <a:defRPr sz="1333" b="0" i="0" baseline="0">
                <a:latin typeface="PS TT Commons Book" charset="0"/>
                <a:ea typeface="PS TT Commons Book" charset="0"/>
                <a:cs typeface="PS TT Commons Book" charset="0"/>
              </a:defRPr>
            </a:lvl1pPr>
          </a:lstStyle>
          <a:p>
            <a:pPr lvl="0"/>
            <a:r>
              <a:rPr lang="en-US"/>
              <a:t>Click image icon</a:t>
            </a:r>
          </a:p>
        </p:txBody>
      </p:sp>
      <p:sp>
        <p:nvSpPr>
          <p:cNvPr id="8" name="Content Placeholder 16"/>
          <p:cNvSpPr>
            <a:spLocks noGrp="1"/>
          </p:cNvSpPr>
          <p:nvPr>
            <p:ph sz="quarter" idx="21" hasCustomPrompt="1"/>
          </p:nvPr>
        </p:nvSpPr>
        <p:spPr>
          <a:xfrm>
            <a:off x="5852162" y="4933008"/>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11" name="Text Placeholder 7"/>
          <p:cNvSpPr>
            <a:spLocks noGrp="1"/>
          </p:cNvSpPr>
          <p:nvPr>
            <p:ph type="body" sz="quarter" idx="10" hasCustomPrompt="1"/>
          </p:nvPr>
        </p:nvSpPr>
        <p:spPr>
          <a:xfrm>
            <a:off x="838200" y="1564249"/>
            <a:ext cx="4491445" cy="4728425"/>
          </a:xfrm>
          <a:prstGeom prst="rect">
            <a:avLst/>
          </a:prstGeom>
        </p:spPr>
        <p:txBody>
          <a:bodyPr lIns="0" anchor="ctr">
            <a:noAutofit/>
          </a:bodyPr>
          <a:lstStyle>
            <a:lvl1pPr algn="l">
              <a:defRPr sz="2267" b="0" i="0" baseline="0">
                <a:solidFill>
                  <a:schemeClr val="accent1"/>
                </a:solidFill>
                <a:latin typeface="+mn-lt"/>
                <a:ea typeface="PS TT Commons DemiBold" charset="0"/>
                <a:cs typeface="PS TT Commons DemiBold" charset="0"/>
              </a:defRPr>
            </a:lvl1pPr>
            <a:lvl2pPr algn="l">
              <a:buSzPct val="100000"/>
              <a:defRPr sz="2267" b="0" i="0">
                <a:solidFill>
                  <a:schemeClr val="accent1"/>
                </a:solidFill>
                <a:latin typeface="PS TT Commons" charset="0"/>
                <a:ea typeface="PS TT Commons" charset="0"/>
                <a:cs typeface="PS TT Commons" charset="0"/>
              </a:defRPr>
            </a:lvl2pPr>
            <a:lvl3pPr algn="l">
              <a:defRPr sz="2267" b="0" i="0">
                <a:solidFill>
                  <a:schemeClr val="accent1"/>
                </a:solidFill>
                <a:latin typeface="PS TT Commons" charset="0"/>
                <a:ea typeface="PS TT Commons" charset="0"/>
                <a:cs typeface="PS TT Commons" charset="0"/>
              </a:defRPr>
            </a:lvl3pPr>
            <a:lvl4pPr algn="l">
              <a:defRPr sz="2267" b="0" i="0">
                <a:solidFill>
                  <a:schemeClr val="accent1"/>
                </a:solidFill>
                <a:latin typeface="PS TT Commons" charset="0"/>
                <a:ea typeface="PS TT Commons" charset="0"/>
                <a:cs typeface="PS TT Commons" charset="0"/>
              </a:defRPr>
            </a:lvl4pPr>
            <a:lvl5pPr algn="l">
              <a:defRPr sz="2267" b="0" i="0">
                <a:solidFill>
                  <a:schemeClr val="accent1"/>
                </a:solidFill>
                <a:latin typeface="PS TT Commons" charset="0"/>
                <a:ea typeface="PS TT Commons" charset="0"/>
                <a:cs typeface="PS TT Commons" charset="0"/>
              </a:defRPr>
            </a:lvl5pPr>
          </a:lstStyle>
          <a:p>
            <a:pPr lvl="0"/>
            <a:r>
              <a:rPr lang="en-US"/>
              <a:t>Click to add text</a:t>
            </a:r>
          </a:p>
          <a:p>
            <a:pPr lvl="1"/>
            <a:r>
              <a:rPr lang="en-US"/>
              <a:t>Second level</a:t>
            </a:r>
          </a:p>
          <a:p>
            <a:pPr lvl="2"/>
            <a:r>
              <a:rPr lang="en-US"/>
              <a:t>Third level</a:t>
            </a:r>
          </a:p>
          <a:p>
            <a:pPr lvl="3"/>
            <a:r>
              <a:rPr lang="en-US"/>
              <a:t>Fourth level</a:t>
            </a:r>
          </a:p>
        </p:txBody>
      </p:sp>
      <p:sp>
        <p:nvSpPr>
          <p:cNvPr id="9" name="TextBox 8"/>
          <p:cNvSpPr txBox="1"/>
          <p:nvPr userDrawn="1"/>
        </p:nvSpPr>
        <p:spPr>
          <a:xfrm>
            <a:off x="3706368" y="4767072"/>
            <a:ext cx="609600" cy="609600"/>
          </a:xfrm>
          <a:prstGeom prst="rect">
            <a:avLst/>
          </a:prstGeom>
        </p:spPr>
        <p:txBody>
          <a:bodyPr vert="horz" wrap="none" lIns="0" tIns="21980" rIns="43959" bIns="21980" rtlCol="0" anchor="b" anchorCtr="0">
            <a:noAutofit/>
          </a:bodyPr>
          <a:lstStyle/>
          <a:p>
            <a:pPr marL="0" marR="0" indent="0" algn="l" defTabSz="293016" rtl="0" eaLnBrk="1" fontAlgn="auto" latinLnBrk="0" hangingPunct="1">
              <a:lnSpc>
                <a:spcPct val="85000"/>
              </a:lnSpc>
              <a:spcBef>
                <a:spcPct val="0"/>
              </a:spcBef>
              <a:spcAft>
                <a:spcPts val="0"/>
              </a:spcAft>
              <a:buClrTx/>
              <a:buSzTx/>
              <a:buFontTx/>
              <a:buNone/>
              <a:tabLst/>
            </a:pPr>
            <a:endParaRPr kumimoji="0" lang="en-US" sz="2350" b="0" i="0" u="none" strike="noStrike" kern="1200" cap="none" spc="0" normalizeH="0" baseline="0" noProof="0" dirty="0">
              <a:ln>
                <a:noFill/>
              </a:ln>
              <a:solidFill>
                <a:srgbClr val="E5E5E5">
                  <a:lumMod val="10000"/>
                </a:srgbClr>
              </a:solidFill>
              <a:effectLst/>
              <a:uLnTx/>
              <a:uFillTx/>
              <a:latin typeface="PS TT Commons" charset="0"/>
              <a:ea typeface="PS TT Commons" charset="0"/>
              <a:cs typeface="PS TT Commons" charset="0"/>
            </a:endParaRPr>
          </a:p>
        </p:txBody>
      </p:sp>
    </p:spTree>
    <p:extLst>
      <p:ext uri="{BB962C8B-B14F-4D97-AF65-F5344CB8AC3E}">
        <p14:creationId xmlns:p14="http://schemas.microsoft.com/office/powerpoint/2010/main" val="16650760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ext Right | Three Item Chunkin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Text Placeholder 9"/>
          <p:cNvSpPr>
            <a:spLocks noGrp="1"/>
          </p:cNvSpPr>
          <p:nvPr>
            <p:ph type="body" sz="quarter" idx="13" hasCustomPrompt="1"/>
          </p:nvPr>
        </p:nvSpPr>
        <p:spPr>
          <a:xfrm>
            <a:off x="2185126" y="1718052"/>
            <a:ext cx="4212772"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a:t>
            </a:r>
          </a:p>
        </p:txBody>
      </p:sp>
      <p:sp>
        <p:nvSpPr>
          <p:cNvPr id="4" name="Text Placeholder 11"/>
          <p:cNvSpPr>
            <a:spLocks noGrp="1"/>
          </p:cNvSpPr>
          <p:nvPr>
            <p:ph type="body" sz="quarter" idx="14" hasCustomPrompt="1"/>
          </p:nvPr>
        </p:nvSpPr>
        <p:spPr>
          <a:xfrm>
            <a:off x="2185126" y="3257899"/>
            <a:ext cx="4212772" cy="1341120"/>
          </a:xfrm>
          <a:prstGeom prst="rect">
            <a:avLst/>
          </a:prstGeom>
        </p:spPr>
        <p:txBody>
          <a:bodyPr lIns="0" anchor="ctr">
            <a:noAutofit/>
          </a:bodyPr>
          <a:lstStyle>
            <a:lvl1pPr>
              <a:defRPr sz="2267" b="0" i="0" baseline="0">
                <a:latin typeface="+mn-lt"/>
                <a:ea typeface="PS TT Commons Medium" charset="0"/>
                <a:cs typeface="PS TT Commons Medium" charset="0"/>
              </a:defRPr>
            </a:lvl1pPr>
          </a:lstStyle>
          <a:p>
            <a:pPr lvl="0"/>
            <a:r>
              <a:rPr lang="en-US"/>
              <a:t>Click to add text</a:t>
            </a:r>
          </a:p>
        </p:txBody>
      </p:sp>
      <p:sp>
        <p:nvSpPr>
          <p:cNvPr id="5" name="Text Placeholder 14"/>
          <p:cNvSpPr>
            <a:spLocks noGrp="1"/>
          </p:cNvSpPr>
          <p:nvPr>
            <p:ph type="body" sz="quarter" idx="15" hasCustomPrompt="1"/>
          </p:nvPr>
        </p:nvSpPr>
        <p:spPr>
          <a:xfrm>
            <a:off x="2185126" y="4811948"/>
            <a:ext cx="4212772" cy="1341120"/>
          </a:xfrm>
          <a:prstGeom prst="rect">
            <a:avLst/>
          </a:prstGeom>
        </p:spPr>
        <p:txBody>
          <a:bodyPr lIns="0" anchor="ctr">
            <a:noAutofit/>
          </a:bodyPr>
          <a:lstStyle>
            <a:lvl1pPr>
              <a:defRPr sz="2267" b="0" i="0">
                <a:latin typeface="+mn-lt"/>
                <a:ea typeface="PS TT Commons Medium" charset="0"/>
                <a:cs typeface="PS TT Commons Medium" charset="0"/>
              </a:defRPr>
            </a:lvl1pPr>
          </a:lstStyle>
          <a:p>
            <a:pPr lvl="0"/>
            <a:r>
              <a:rPr lang="en-US"/>
              <a:t>Click to add text</a:t>
            </a:r>
          </a:p>
        </p:txBody>
      </p:sp>
      <p:sp>
        <p:nvSpPr>
          <p:cNvPr id="6" name="Content Placeholder 16"/>
          <p:cNvSpPr>
            <a:spLocks noGrp="1"/>
          </p:cNvSpPr>
          <p:nvPr>
            <p:ph sz="quarter" idx="19" hasCustomPrompt="1"/>
          </p:nvPr>
        </p:nvSpPr>
        <p:spPr>
          <a:xfrm>
            <a:off x="838202" y="1844420"/>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7" name="Content Placeholder 16"/>
          <p:cNvSpPr>
            <a:spLocks noGrp="1"/>
          </p:cNvSpPr>
          <p:nvPr>
            <p:ph sz="quarter" idx="20" hasCustomPrompt="1"/>
          </p:nvPr>
        </p:nvSpPr>
        <p:spPr>
          <a:xfrm>
            <a:off x="838202" y="3388917"/>
            <a:ext cx="1093289" cy="1093289"/>
          </a:xfrm>
          <a:prstGeom prst="rect">
            <a:avLst/>
          </a:prstGeom>
        </p:spPr>
        <p:txBody>
          <a:bodyPr anchor="ctr">
            <a:normAutofit/>
          </a:bodyPr>
          <a:lstStyle>
            <a:lvl1pPr algn="ctr">
              <a:defRPr sz="1333" b="0" i="0" baseline="0">
                <a:latin typeface="PS TT Commons Book" charset="0"/>
                <a:ea typeface="PS TT Commons Book" charset="0"/>
                <a:cs typeface="PS TT Commons Book" charset="0"/>
              </a:defRPr>
            </a:lvl1pPr>
          </a:lstStyle>
          <a:p>
            <a:pPr lvl="0"/>
            <a:r>
              <a:rPr lang="en-US"/>
              <a:t>Click image icon</a:t>
            </a:r>
          </a:p>
        </p:txBody>
      </p:sp>
      <p:sp>
        <p:nvSpPr>
          <p:cNvPr id="8" name="Content Placeholder 16"/>
          <p:cNvSpPr>
            <a:spLocks noGrp="1"/>
          </p:cNvSpPr>
          <p:nvPr>
            <p:ph sz="quarter" idx="21" hasCustomPrompt="1"/>
          </p:nvPr>
        </p:nvSpPr>
        <p:spPr>
          <a:xfrm>
            <a:off x="838202" y="4935865"/>
            <a:ext cx="1093289" cy="1093289"/>
          </a:xfrm>
          <a:prstGeom prst="rect">
            <a:avLst/>
          </a:prstGeom>
        </p:spPr>
        <p:txBody>
          <a:bodyPr anchor="ctr">
            <a:normAutofit/>
          </a:bodyPr>
          <a:lstStyle>
            <a:lvl1pPr algn="ctr">
              <a:defRPr sz="1333" b="0" i="0">
                <a:latin typeface="PS TT Commons Book" charset="0"/>
                <a:ea typeface="PS TT Commons Book" charset="0"/>
                <a:cs typeface="PS TT Commons Book" charset="0"/>
              </a:defRPr>
            </a:lvl1pPr>
          </a:lstStyle>
          <a:p>
            <a:pPr lvl="0"/>
            <a:r>
              <a:rPr lang="en-US"/>
              <a:t>Click image icon</a:t>
            </a:r>
          </a:p>
        </p:txBody>
      </p:sp>
      <p:sp>
        <p:nvSpPr>
          <p:cNvPr id="9" name="Text Placeholder 7"/>
          <p:cNvSpPr>
            <a:spLocks noGrp="1"/>
          </p:cNvSpPr>
          <p:nvPr>
            <p:ph type="body" sz="quarter" idx="10" hasCustomPrompt="1"/>
          </p:nvPr>
        </p:nvSpPr>
        <p:spPr>
          <a:xfrm>
            <a:off x="6862356" y="1564249"/>
            <a:ext cx="4491445" cy="4728425"/>
          </a:xfrm>
          <a:prstGeom prst="rect">
            <a:avLst/>
          </a:prstGeom>
        </p:spPr>
        <p:txBody>
          <a:bodyPr lIns="0" anchor="ctr">
            <a:noAutofit/>
          </a:bodyPr>
          <a:lstStyle>
            <a:lvl1pPr algn="l">
              <a:defRPr sz="2267" b="0" i="0" baseline="0">
                <a:solidFill>
                  <a:schemeClr val="accent1"/>
                </a:solidFill>
                <a:latin typeface="+mn-lt"/>
                <a:ea typeface="PS TT Commons DemiBold" charset="0"/>
                <a:cs typeface="PS TT Commons DemiBold" charset="0"/>
              </a:defRPr>
            </a:lvl1pPr>
            <a:lvl2pPr algn="l">
              <a:buSzPct val="100000"/>
              <a:defRPr sz="2267" b="0" i="0">
                <a:solidFill>
                  <a:schemeClr val="accent1"/>
                </a:solidFill>
                <a:latin typeface="PS TT Commons" charset="0"/>
                <a:ea typeface="PS TT Commons" charset="0"/>
                <a:cs typeface="PS TT Commons" charset="0"/>
              </a:defRPr>
            </a:lvl2pPr>
            <a:lvl3pPr algn="l">
              <a:defRPr sz="2267" b="0" i="0">
                <a:solidFill>
                  <a:schemeClr val="accent1"/>
                </a:solidFill>
                <a:latin typeface="PS TT Commons" charset="0"/>
                <a:ea typeface="PS TT Commons" charset="0"/>
                <a:cs typeface="PS TT Commons" charset="0"/>
              </a:defRPr>
            </a:lvl3pPr>
            <a:lvl4pPr algn="l">
              <a:defRPr sz="2267" b="0" i="0">
                <a:solidFill>
                  <a:schemeClr val="accent1"/>
                </a:solidFill>
                <a:latin typeface="PS TT Commons" charset="0"/>
                <a:ea typeface="PS TT Commons" charset="0"/>
                <a:cs typeface="PS TT Commons" charset="0"/>
              </a:defRPr>
            </a:lvl4pPr>
            <a:lvl5pPr algn="l">
              <a:defRPr sz="2267" b="0" i="0">
                <a:solidFill>
                  <a:schemeClr val="accent1"/>
                </a:solidFill>
                <a:latin typeface="PS TT Commons" charset="0"/>
                <a:ea typeface="PS TT Commons" charset="0"/>
                <a:cs typeface="PS TT Commons" charset="0"/>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211025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scription Text and Three Item Ico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Description Text and Three Item Icons</a:t>
            </a:r>
          </a:p>
        </p:txBody>
      </p:sp>
      <p:sp>
        <p:nvSpPr>
          <p:cNvPr id="12" name="Text Placeholder 3"/>
          <p:cNvSpPr>
            <a:spLocks noGrp="1"/>
          </p:cNvSpPr>
          <p:nvPr>
            <p:ph type="body" sz="quarter" idx="24" hasCustomPrompt="1"/>
          </p:nvPr>
        </p:nvSpPr>
        <p:spPr>
          <a:xfrm>
            <a:off x="838200" y="4850283"/>
            <a:ext cx="3190965" cy="340028"/>
          </a:xfrm>
          <a:prstGeom prst="rect">
            <a:avLst/>
          </a:prstGeom>
        </p:spPr>
        <p:txBody>
          <a:bodyPr lIns="0" anchor="ctr">
            <a:noAutofit/>
          </a:bodyPr>
          <a:lstStyle>
            <a:lvl1pPr algn="ctr">
              <a:defRPr sz="2267" b="0" i="0">
                <a:solidFill>
                  <a:schemeClr val="accent1"/>
                </a:solidFill>
                <a:latin typeface="+mn-lt"/>
                <a:ea typeface="PS TT Commons Medium" charset="0"/>
                <a:cs typeface="PS TT Commons Medium" charset="0"/>
              </a:defRPr>
            </a:lvl1pPr>
          </a:lstStyle>
          <a:p>
            <a:pPr lvl="0"/>
            <a:r>
              <a:rPr lang="en-US"/>
              <a:t>Add text here</a:t>
            </a:r>
          </a:p>
        </p:txBody>
      </p:sp>
      <p:sp>
        <p:nvSpPr>
          <p:cNvPr id="13" name="Content Placeholder 16"/>
          <p:cNvSpPr>
            <a:spLocks noGrp="1"/>
          </p:cNvSpPr>
          <p:nvPr>
            <p:ph sz="quarter" idx="25" hasCustomPrompt="1"/>
          </p:nvPr>
        </p:nvSpPr>
        <p:spPr>
          <a:xfrm>
            <a:off x="838200" y="2879637"/>
            <a:ext cx="3190965" cy="1704039"/>
          </a:xfrm>
          <a:prstGeom prst="rect">
            <a:avLst/>
          </a:prstGeom>
        </p:spPr>
        <p:txBody>
          <a:bodyPr anchor="ctr">
            <a:normAutofit/>
          </a:bodyPr>
          <a:lstStyle>
            <a:lvl1pPr algn="ctr">
              <a:defRPr sz="2000">
                <a:latin typeface="+mj-lt"/>
              </a:defRPr>
            </a:lvl1pPr>
          </a:lstStyle>
          <a:p>
            <a:pPr lvl="0"/>
            <a:r>
              <a:rPr lang="en-US"/>
              <a:t>Click image icon</a:t>
            </a:r>
          </a:p>
        </p:txBody>
      </p:sp>
      <p:sp>
        <p:nvSpPr>
          <p:cNvPr id="14" name="Text Placeholder 3"/>
          <p:cNvSpPr>
            <a:spLocks noGrp="1"/>
          </p:cNvSpPr>
          <p:nvPr>
            <p:ph type="body" sz="quarter" idx="26" hasCustomPrompt="1"/>
          </p:nvPr>
        </p:nvSpPr>
        <p:spPr>
          <a:xfrm>
            <a:off x="838200" y="5294359"/>
            <a:ext cx="3190965" cy="1057095"/>
          </a:xfrm>
          <a:prstGeom prst="rect">
            <a:avLst/>
          </a:prstGeom>
        </p:spPr>
        <p:txBody>
          <a:bodyPr lIns="0" anchor="t">
            <a:noAutofit/>
          </a:bodyPr>
          <a:lstStyle>
            <a:lvl1pPr algn="ctr">
              <a:defRPr sz="2000" b="0" i="0">
                <a:solidFill>
                  <a:schemeClr val="tx1"/>
                </a:solidFill>
                <a:latin typeface="+mn-lt"/>
                <a:ea typeface="PS TT Commons" charset="0"/>
                <a:cs typeface="PS TT Commons" charset="0"/>
              </a:defRPr>
            </a:lvl1pPr>
          </a:lstStyle>
          <a:p>
            <a:pPr lvl="0"/>
            <a:r>
              <a:rPr lang="en-US"/>
              <a:t>Add description text on these lines. Keep it short and simple. </a:t>
            </a:r>
          </a:p>
        </p:txBody>
      </p:sp>
      <p:sp>
        <p:nvSpPr>
          <p:cNvPr id="18" name="Text Placeholder 3"/>
          <p:cNvSpPr>
            <a:spLocks noGrp="1"/>
          </p:cNvSpPr>
          <p:nvPr>
            <p:ph type="body" sz="quarter" idx="27" hasCustomPrompt="1"/>
          </p:nvPr>
        </p:nvSpPr>
        <p:spPr>
          <a:xfrm>
            <a:off x="8162836" y="4850283"/>
            <a:ext cx="3190965" cy="340028"/>
          </a:xfrm>
          <a:prstGeom prst="rect">
            <a:avLst/>
          </a:prstGeom>
        </p:spPr>
        <p:txBody>
          <a:bodyPr lIns="0" anchor="ctr">
            <a:noAutofit/>
          </a:bodyPr>
          <a:lstStyle>
            <a:lvl1pPr algn="ctr">
              <a:defRPr sz="2267" b="0" i="0">
                <a:solidFill>
                  <a:schemeClr val="accent1"/>
                </a:solidFill>
                <a:latin typeface="+mn-lt"/>
                <a:ea typeface="PS TT Commons Medium" charset="0"/>
                <a:cs typeface="PS TT Commons Medium" charset="0"/>
              </a:defRPr>
            </a:lvl1pPr>
          </a:lstStyle>
          <a:p>
            <a:pPr lvl="0"/>
            <a:r>
              <a:rPr lang="en-US"/>
              <a:t>Add text here</a:t>
            </a:r>
          </a:p>
        </p:txBody>
      </p:sp>
      <p:sp>
        <p:nvSpPr>
          <p:cNvPr id="19" name="Content Placeholder 16"/>
          <p:cNvSpPr>
            <a:spLocks noGrp="1"/>
          </p:cNvSpPr>
          <p:nvPr>
            <p:ph sz="quarter" idx="28" hasCustomPrompt="1"/>
          </p:nvPr>
        </p:nvSpPr>
        <p:spPr>
          <a:xfrm>
            <a:off x="8162836" y="2879637"/>
            <a:ext cx="3190964" cy="1704039"/>
          </a:xfrm>
          <a:prstGeom prst="rect">
            <a:avLst/>
          </a:prstGeom>
        </p:spPr>
        <p:txBody>
          <a:bodyPr anchor="ctr">
            <a:normAutofit/>
          </a:bodyPr>
          <a:lstStyle>
            <a:lvl1pPr algn="ctr">
              <a:defRPr sz="2000">
                <a:latin typeface="+mj-lt"/>
              </a:defRPr>
            </a:lvl1pPr>
          </a:lstStyle>
          <a:p>
            <a:pPr lvl="0"/>
            <a:r>
              <a:rPr lang="en-US"/>
              <a:t>Click image icon</a:t>
            </a:r>
          </a:p>
        </p:txBody>
      </p:sp>
      <p:sp>
        <p:nvSpPr>
          <p:cNvPr id="20" name="Text Placeholder 3"/>
          <p:cNvSpPr>
            <a:spLocks noGrp="1"/>
          </p:cNvSpPr>
          <p:nvPr>
            <p:ph type="body" sz="quarter" idx="29" hasCustomPrompt="1"/>
          </p:nvPr>
        </p:nvSpPr>
        <p:spPr>
          <a:xfrm>
            <a:off x="8162836" y="5294359"/>
            <a:ext cx="3190965" cy="1057095"/>
          </a:xfrm>
          <a:prstGeom prst="rect">
            <a:avLst/>
          </a:prstGeom>
        </p:spPr>
        <p:txBody>
          <a:bodyPr lIns="0" anchor="t">
            <a:noAutofit/>
          </a:bodyPr>
          <a:lstStyle>
            <a:lvl1pPr algn="ctr">
              <a:defRPr sz="2000" b="0" i="0">
                <a:solidFill>
                  <a:schemeClr val="tx1"/>
                </a:solidFill>
                <a:latin typeface="+mn-lt"/>
                <a:ea typeface="PS TT Commons" charset="0"/>
                <a:cs typeface="PS TT Commons" charset="0"/>
              </a:defRPr>
            </a:lvl1pPr>
          </a:lstStyle>
          <a:p>
            <a:pPr lvl="0"/>
            <a:r>
              <a:rPr lang="en-US"/>
              <a:t>Add description text on these lines. Keep it short and simple. </a:t>
            </a:r>
          </a:p>
        </p:txBody>
      </p:sp>
      <p:sp>
        <p:nvSpPr>
          <p:cNvPr id="21" name="Text Placeholder 3"/>
          <p:cNvSpPr>
            <a:spLocks noGrp="1"/>
          </p:cNvSpPr>
          <p:nvPr>
            <p:ph type="body" sz="quarter" idx="30" hasCustomPrompt="1"/>
          </p:nvPr>
        </p:nvSpPr>
        <p:spPr>
          <a:xfrm>
            <a:off x="4500519" y="4850283"/>
            <a:ext cx="3190965" cy="340028"/>
          </a:xfrm>
          <a:prstGeom prst="rect">
            <a:avLst/>
          </a:prstGeom>
        </p:spPr>
        <p:txBody>
          <a:bodyPr lIns="0" anchor="ctr">
            <a:noAutofit/>
          </a:bodyPr>
          <a:lstStyle>
            <a:lvl1pPr algn="ctr">
              <a:defRPr sz="2267" b="0" i="0">
                <a:solidFill>
                  <a:schemeClr val="accent1"/>
                </a:solidFill>
                <a:latin typeface="+mn-lt"/>
                <a:ea typeface="PS TT Commons Medium" charset="0"/>
                <a:cs typeface="PS TT Commons Medium" charset="0"/>
              </a:defRPr>
            </a:lvl1pPr>
          </a:lstStyle>
          <a:p>
            <a:pPr lvl="0"/>
            <a:r>
              <a:rPr lang="en-US"/>
              <a:t>Add text here</a:t>
            </a:r>
          </a:p>
        </p:txBody>
      </p:sp>
      <p:sp>
        <p:nvSpPr>
          <p:cNvPr id="22" name="Content Placeholder 16"/>
          <p:cNvSpPr>
            <a:spLocks noGrp="1"/>
          </p:cNvSpPr>
          <p:nvPr>
            <p:ph sz="quarter" idx="31" hasCustomPrompt="1"/>
          </p:nvPr>
        </p:nvSpPr>
        <p:spPr>
          <a:xfrm>
            <a:off x="4500519" y="2879637"/>
            <a:ext cx="3190965" cy="1704039"/>
          </a:xfrm>
          <a:prstGeom prst="rect">
            <a:avLst/>
          </a:prstGeom>
        </p:spPr>
        <p:txBody>
          <a:bodyPr anchor="ctr">
            <a:normAutofit/>
          </a:bodyPr>
          <a:lstStyle>
            <a:lvl1pPr algn="ctr">
              <a:defRPr sz="2000">
                <a:latin typeface="+mj-lt"/>
              </a:defRPr>
            </a:lvl1pPr>
          </a:lstStyle>
          <a:p>
            <a:pPr lvl="0"/>
            <a:r>
              <a:rPr lang="en-US"/>
              <a:t>Click image icon</a:t>
            </a:r>
          </a:p>
        </p:txBody>
      </p:sp>
      <p:sp>
        <p:nvSpPr>
          <p:cNvPr id="23" name="Text Placeholder 3"/>
          <p:cNvSpPr>
            <a:spLocks noGrp="1"/>
          </p:cNvSpPr>
          <p:nvPr>
            <p:ph type="body" sz="quarter" idx="32" hasCustomPrompt="1"/>
          </p:nvPr>
        </p:nvSpPr>
        <p:spPr>
          <a:xfrm>
            <a:off x="4500519" y="5294359"/>
            <a:ext cx="3190965" cy="1057095"/>
          </a:xfrm>
          <a:prstGeom prst="rect">
            <a:avLst/>
          </a:prstGeom>
        </p:spPr>
        <p:txBody>
          <a:bodyPr lIns="0" anchor="t">
            <a:noAutofit/>
          </a:bodyPr>
          <a:lstStyle>
            <a:lvl1pPr algn="ctr">
              <a:defRPr sz="2000" b="0" i="0">
                <a:solidFill>
                  <a:schemeClr val="tx1"/>
                </a:solidFill>
                <a:latin typeface="+mn-lt"/>
                <a:ea typeface="PS TT Commons" charset="0"/>
                <a:cs typeface="PS TT Commons" charset="0"/>
              </a:defRPr>
            </a:lvl1pPr>
          </a:lstStyle>
          <a:p>
            <a:pPr lvl="0"/>
            <a:r>
              <a:rPr lang="en-US"/>
              <a:t>Add description text on these lines. Keep it short and simple. </a:t>
            </a:r>
          </a:p>
        </p:txBody>
      </p:sp>
      <p:sp>
        <p:nvSpPr>
          <p:cNvPr id="25" name="Text Placeholder 24"/>
          <p:cNvSpPr>
            <a:spLocks noGrp="1"/>
          </p:cNvSpPr>
          <p:nvPr>
            <p:ph type="body" sz="quarter" idx="33" hasCustomPrompt="1"/>
          </p:nvPr>
        </p:nvSpPr>
        <p:spPr>
          <a:xfrm>
            <a:off x="838200" y="1381307"/>
            <a:ext cx="10515600" cy="1231720"/>
          </a:xfrm>
          <a:prstGeom prst="rect">
            <a:avLst/>
          </a:prstGeom>
        </p:spPr>
        <p:txBody>
          <a:bodyPr anchor="t">
            <a:noAutofit/>
          </a:bodyPr>
          <a:lstStyle>
            <a:lvl1pPr algn="ctr">
              <a:defRPr sz="2267" b="0" i="0">
                <a:latin typeface="+mn-lt"/>
                <a:ea typeface="PS TT Commons" charset="0"/>
                <a:cs typeface="PS TT Commons" charset="0"/>
              </a:defRPr>
            </a:lvl1pPr>
          </a:lstStyle>
          <a:p>
            <a:pPr lvl="0"/>
            <a:r>
              <a:rPr lang="en-US"/>
              <a:t>Add a short bit of description text in this area. Try keeping the text on a slide to a minimum. But sometimes we know descriptions are necessary. </a:t>
            </a:r>
            <a:endParaRPr lang="en-US" dirty="0"/>
          </a:p>
        </p:txBody>
      </p:sp>
    </p:spTree>
    <p:extLst>
      <p:ext uri="{BB962C8B-B14F-4D97-AF65-F5344CB8AC3E}">
        <p14:creationId xmlns:p14="http://schemas.microsoft.com/office/powerpoint/2010/main" val="155967921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Icon or Image Chunking: Two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Icon or Image Chunking: Two Items</a:t>
            </a:r>
          </a:p>
        </p:txBody>
      </p:sp>
      <p:sp>
        <p:nvSpPr>
          <p:cNvPr id="3" name="Content Placeholder 11"/>
          <p:cNvSpPr>
            <a:spLocks noGrp="1"/>
          </p:cNvSpPr>
          <p:nvPr>
            <p:ph sz="quarter" idx="12" hasCustomPrompt="1"/>
          </p:nvPr>
        </p:nvSpPr>
        <p:spPr>
          <a:xfrm>
            <a:off x="838200" y="1706881"/>
            <a:ext cx="5037184" cy="2542903"/>
          </a:xfrm>
          <a:prstGeom prst="rect">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 paste in</a:t>
            </a:r>
            <a:endParaRPr lang="en-US" dirty="0"/>
          </a:p>
        </p:txBody>
      </p:sp>
      <p:sp>
        <p:nvSpPr>
          <p:cNvPr id="4" name="Text Placeholder 3"/>
          <p:cNvSpPr>
            <a:spLocks noGrp="1"/>
          </p:cNvSpPr>
          <p:nvPr>
            <p:ph type="body" sz="quarter" idx="14" hasCustomPrompt="1"/>
          </p:nvPr>
        </p:nvSpPr>
        <p:spPr>
          <a:xfrm>
            <a:off x="838203" y="4506821"/>
            <a:ext cx="5037181" cy="1600793"/>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7" name="Content Placeholder 11"/>
          <p:cNvSpPr>
            <a:spLocks noGrp="1"/>
          </p:cNvSpPr>
          <p:nvPr>
            <p:ph sz="quarter" idx="15" hasCustomPrompt="1"/>
          </p:nvPr>
        </p:nvSpPr>
        <p:spPr>
          <a:xfrm>
            <a:off x="6316620" y="1706881"/>
            <a:ext cx="5037180" cy="2542903"/>
          </a:xfrm>
          <a:prstGeom prst="rect">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 paste in</a:t>
            </a:r>
            <a:endParaRPr lang="en-US" dirty="0"/>
          </a:p>
        </p:txBody>
      </p:sp>
      <p:sp>
        <p:nvSpPr>
          <p:cNvPr id="9" name="Text Placeholder 3"/>
          <p:cNvSpPr>
            <a:spLocks noGrp="1"/>
          </p:cNvSpPr>
          <p:nvPr>
            <p:ph type="body" sz="quarter" idx="16" hasCustomPrompt="1"/>
          </p:nvPr>
        </p:nvSpPr>
        <p:spPr>
          <a:xfrm>
            <a:off x="6316620" y="4506821"/>
            <a:ext cx="5037181" cy="1600793"/>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13606274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ircle Image Chunking: Two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Circle Icon or Image Chunking: Two Items</a:t>
            </a:r>
          </a:p>
        </p:txBody>
      </p:sp>
      <p:sp>
        <p:nvSpPr>
          <p:cNvPr id="3" name="Content Placeholder 11"/>
          <p:cNvSpPr>
            <a:spLocks noGrp="1" noChangeAspect="1"/>
          </p:cNvSpPr>
          <p:nvPr>
            <p:ph sz="quarter" idx="12" hasCustomPrompt="1"/>
          </p:nvPr>
        </p:nvSpPr>
        <p:spPr>
          <a:xfrm>
            <a:off x="2120136" y="1725298"/>
            <a:ext cx="3291840" cy="3291840"/>
          </a:xfrm>
          <a:prstGeom prst="ellipse">
            <a:avLst/>
          </a:prstGeom>
        </p:spPr>
        <p:txBody>
          <a:bodyPr lIns="182880" tIns="0" rIns="182880" bIns="0" anchor="ctr">
            <a:normAutofit/>
          </a:bodyPr>
          <a:lstStyle>
            <a:lvl1pPr marL="0" indent="0" algn="ctr">
              <a:buNone/>
              <a:defRPr sz="1733"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4" name="Text Placeholder 3"/>
          <p:cNvSpPr>
            <a:spLocks noGrp="1"/>
          </p:cNvSpPr>
          <p:nvPr>
            <p:ph type="body" sz="quarter" idx="14" hasCustomPrompt="1"/>
          </p:nvPr>
        </p:nvSpPr>
        <p:spPr>
          <a:xfrm>
            <a:off x="1706661" y="5278152"/>
            <a:ext cx="4118791" cy="904934"/>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7" name="Content Placeholder 11"/>
          <p:cNvSpPr>
            <a:spLocks noGrp="1" noChangeAspect="1"/>
          </p:cNvSpPr>
          <p:nvPr>
            <p:ph sz="quarter" idx="15" hasCustomPrompt="1"/>
          </p:nvPr>
        </p:nvSpPr>
        <p:spPr>
          <a:xfrm>
            <a:off x="6790279" y="1725298"/>
            <a:ext cx="3294734" cy="3294734"/>
          </a:xfrm>
          <a:prstGeom prst="ellipse">
            <a:avLst/>
          </a:prstGeom>
        </p:spPr>
        <p:txBody>
          <a:bodyPr lIns="182880" tIns="0" rIns="182880" bIns="0" anchor="ctr">
            <a:normAutofit/>
          </a:bodyPr>
          <a:lstStyle>
            <a:lvl1pPr marL="0" indent="0" algn="ctr">
              <a:buNone/>
              <a:defRPr sz="1733"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 </a:t>
            </a:r>
            <a:br>
              <a:rPr lang="en-US"/>
            </a:br>
            <a:r>
              <a:rPr lang="en-US"/>
              <a:t>paste in</a:t>
            </a:r>
            <a:endParaRPr lang="en-US" dirty="0"/>
          </a:p>
        </p:txBody>
      </p:sp>
      <p:sp>
        <p:nvSpPr>
          <p:cNvPr id="9" name="Text Placeholder 3"/>
          <p:cNvSpPr>
            <a:spLocks noGrp="1"/>
          </p:cNvSpPr>
          <p:nvPr>
            <p:ph type="body" sz="quarter" idx="16" hasCustomPrompt="1"/>
          </p:nvPr>
        </p:nvSpPr>
        <p:spPr>
          <a:xfrm>
            <a:off x="6378251" y="5278152"/>
            <a:ext cx="4118791" cy="904934"/>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245594010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Icon or Image Chunking: Three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Icon or Image Chunking: Three Items</a:t>
            </a:r>
          </a:p>
        </p:txBody>
      </p:sp>
      <p:sp>
        <p:nvSpPr>
          <p:cNvPr id="3" name="Content Placeholder 11"/>
          <p:cNvSpPr>
            <a:spLocks noGrp="1"/>
          </p:cNvSpPr>
          <p:nvPr>
            <p:ph sz="quarter" idx="12" hasCustomPrompt="1"/>
          </p:nvPr>
        </p:nvSpPr>
        <p:spPr>
          <a:xfrm>
            <a:off x="838201" y="2020388"/>
            <a:ext cx="3318693" cy="2438400"/>
          </a:xfrm>
          <a:prstGeom prst="rect">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paste in</a:t>
            </a:r>
            <a:endParaRPr lang="en-US" dirty="0"/>
          </a:p>
        </p:txBody>
      </p:sp>
      <p:sp>
        <p:nvSpPr>
          <p:cNvPr id="4" name="Text Placeholder 3"/>
          <p:cNvSpPr>
            <a:spLocks noGrp="1"/>
          </p:cNvSpPr>
          <p:nvPr>
            <p:ph type="body" sz="quarter" idx="14" hasCustomPrompt="1"/>
          </p:nvPr>
        </p:nvSpPr>
        <p:spPr>
          <a:xfrm>
            <a:off x="838202" y="4692603"/>
            <a:ext cx="3318692" cy="165518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9" name="Content Placeholder 11"/>
          <p:cNvSpPr>
            <a:spLocks noGrp="1"/>
          </p:cNvSpPr>
          <p:nvPr>
            <p:ph sz="quarter" idx="15" hasCustomPrompt="1"/>
          </p:nvPr>
        </p:nvSpPr>
        <p:spPr>
          <a:xfrm>
            <a:off x="8035109" y="2020388"/>
            <a:ext cx="3318691" cy="2438400"/>
          </a:xfrm>
          <a:prstGeom prst="rect">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paste in</a:t>
            </a:r>
            <a:endParaRPr lang="en-US" dirty="0"/>
          </a:p>
        </p:txBody>
      </p:sp>
      <p:sp>
        <p:nvSpPr>
          <p:cNvPr id="10" name="Text Placeholder 3"/>
          <p:cNvSpPr>
            <a:spLocks noGrp="1"/>
          </p:cNvSpPr>
          <p:nvPr>
            <p:ph type="body" sz="quarter" idx="16" hasCustomPrompt="1"/>
          </p:nvPr>
        </p:nvSpPr>
        <p:spPr>
          <a:xfrm>
            <a:off x="8035110" y="4692603"/>
            <a:ext cx="3318692" cy="165518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1" name="Content Placeholder 11"/>
          <p:cNvSpPr>
            <a:spLocks noGrp="1"/>
          </p:cNvSpPr>
          <p:nvPr>
            <p:ph sz="quarter" idx="17" hasCustomPrompt="1"/>
          </p:nvPr>
        </p:nvSpPr>
        <p:spPr>
          <a:xfrm>
            <a:off x="4436655" y="2020388"/>
            <a:ext cx="3318692" cy="2438400"/>
          </a:xfrm>
          <a:prstGeom prst="rect">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paste in</a:t>
            </a:r>
            <a:endParaRPr lang="en-US" dirty="0"/>
          </a:p>
        </p:txBody>
      </p:sp>
      <p:sp>
        <p:nvSpPr>
          <p:cNvPr id="12" name="Text Placeholder 3"/>
          <p:cNvSpPr>
            <a:spLocks noGrp="1"/>
          </p:cNvSpPr>
          <p:nvPr>
            <p:ph type="body" sz="quarter" idx="18" hasCustomPrompt="1"/>
          </p:nvPr>
        </p:nvSpPr>
        <p:spPr>
          <a:xfrm>
            <a:off x="4436655" y="4692603"/>
            <a:ext cx="3318692" cy="165518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30930721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ircle Image Chunking: Three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Circle Icon or Image Chunking: Three Items</a:t>
            </a:r>
          </a:p>
        </p:txBody>
      </p:sp>
      <p:sp>
        <p:nvSpPr>
          <p:cNvPr id="3" name="Content Placeholder 11"/>
          <p:cNvSpPr>
            <a:spLocks noGrp="1"/>
          </p:cNvSpPr>
          <p:nvPr>
            <p:ph sz="quarter" idx="12" hasCustomPrompt="1"/>
          </p:nvPr>
        </p:nvSpPr>
        <p:spPr>
          <a:xfrm>
            <a:off x="1034508" y="1889759"/>
            <a:ext cx="2926080" cy="2926080"/>
          </a:xfrm>
          <a:prstGeom prst="ellipse">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4" name="Text Placeholder 3"/>
          <p:cNvSpPr>
            <a:spLocks noGrp="1"/>
          </p:cNvSpPr>
          <p:nvPr>
            <p:ph type="body" sz="quarter" idx="14" hasCustomPrompt="1"/>
          </p:nvPr>
        </p:nvSpPr>
        <p:spPr>
          <a:xfrm>
            <a:off x="838202" y="5065827"/>
            <a:ext cx="3318692" cy="1220673"/>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9" name="Content Placeholder 11"/>
          <p:cNvSpPr>
            <a:spLocks noGrp="1"/>
          </p:cNvSpPr>
          <p:nvPr>
            <p:ph sz="quarter" idx="15" hasCustomPrompt="1"/>
          </p:nvPr>
        </p:nvSpPr>
        <p:spPr>
          <a:xfrm>
            <a:off x="8226844" y="1889759"/>
            <a:ext cx="2935224" cy="2935224"/>
          </a:xfrm>
          <a:prstGeom prst="ellipse">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10" name="Text Placeholder 3"/>
          <p:cNvSpPr>
            <a:spLocks noGrp="1"/>
          </p:cNvSpPr>
          <p:nvPr>
            <p:ph type="body" sz="quarter" idx="16" hasCustomPrompt="1"/>
          </p:nvPr>
        </p:nvSpPr>
        <p:spPr>
          <a:xfrm>
            <a:off x="8035110" y="5065827"/>
            <a:ext cx="3318692" cy="1220673"/>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1" name="Content Placeholder 11"/>
          <p:cNvSpPr>
            <a:spLocks noGrp="1" noChangeAspect="1"/>
          </p:cNvSpPr>
          <p:nvPr>
            <p:ph sz="quarter" idx="17" hasCustomPrompt="1"/>
          </p:nvPr>
        </p:nvSpPr>
        <p:spPr>
          <a:xfrm>
            <a:off x="4628388" y="1889759"/>
            <a:ext cx="2935224" cy="2935224"/>
          </a:xfrm>
          <a:prstGeom prst="ellipse">
            <a:avLst/>
          </a:prstGeom>
        </p:spPr>
        <p:txBody>
          <a:bodyPr lIns="182880" tIns="0" rIns="182880" bIns="0" anchor="ctr">
            <a:normAutofit/>
          </a:bodyPr>
          <a:lstStyle>
            <a:lvl1pPr marL="0" indent="0" algn="ctr">
              <a:buNone/>
              <a:defRPr sz="18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12" name="Text Placeholder 3"/>
          <p:cNvSpPr>
            <a:spLocks noGrp="1"/>
          </p:cNvSpPr>
          <p:nvPr>
            <p:ph type="body" sz="quarter" idx="18" hasCustomPrompt="1"/>
          </p:nvPr>
        </p:nvSpPr>
        <p:spPr>
          <a:xfrm>
            <a:off x="4436655" y="5065827"/>
            <a:ext cx="3318692" cy="1220673"/>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193716463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Icon or Image Chunking: Four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Icon or Image Chunking: Four Items</a:t>
            </a:r>
          </a:p>
        </p:txBody>
      </p:sp>
      <p:sp>
        <p:nvSpPr>
          <p:cNvPr id="3" name="Content Placeholder 11"/>
          <p:cNvSpPr>
            <a:spLocks noGrp="1"/>
          </p:cNvSpPr>
          <p:nvPr>
            <p:ph sz="quarter" idx="12" hasCustomPrompt="1"/>
          </p:nvPr>
        </p:nvSpPr>
        <p:spPr>
          <a:xfrm>
            <a:off x="643181" y="1916609"/>
            <a:ext cx="2575560" cy="2578608"/>
          </a:xfrm>
          <a:prstGeom prst="rect">
            <a:avLst/>
          </a:prstGeom>
        </p:spPr>
        <p:txBody>
          <a:bodyPr lIns="182880" tIns="0" rIns="182880" bIns="0" anchor="ctr">
            <a:normAutofit/>
          </a:bodyPr>
          <a:lstStyle>
            <a:lvl1pPr marL="0" indent="0" algn="ctr">
              <a:buNone/>
              <a:defRPr sz="1733"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4" name="Text Placeholder 3"/>
          <p:cNvSpPr>
            <a:spLocks noGrp="1"/>
          </p:cNvSpPr>
          <p:nvPr>
            <p:ph type="body" sz="quarter" idx="14" hasCustomPrompt="1"/>
          </p:nvPr>
        </p:nvSpPr>
        <p:spPr>
          <a:xfrm>
            <a:off x="643181" y="4794392"/>
            <a:ext cx="2575560" cy="143495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1" name="Content Placeholder 11"/>
          <p:cNvSpPr>
            <a:spLocks noGrp="1"/>
          </p:cNvSpPr>
          <p:nvPr>
            <p:ph sz="quarter" idx="15" hasCustomPrompt="1"/>
          </p:nvPr>
        </p:nvSpPr>
        <p:spPr>
          <a:xfrm>
            <a:off x="8880365" y="1916609"/>
            <a:ext cx="2575560" cy="2578608"/>
          </a:xfrm>
          <a:prstGeom prst="rect">
            <a:avLst/>
          </a:prstGeom>
        </p:spPr>
        <p:txBody>
          <a:bodyPr lIns="182880" tIns="0" rIns="182880" bIns="0" anchor="ctr">
            <a:normAutofit/>
          </a:bodyPr>
          <a:lstStyle>
            <a:lvl1pPr marL="0" indent="0" algn="ctr">
              <a:buNone/>
              <a:defRPr sz="1733"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13" name="Content Placeholder 11"/>
          <p:cNvSpPr>
            <a:spLocks noGrp="1"/>
          </p:cNvSpPr>
          <p:nvPr>
            <p:ph sz="quarter" idx="17" hasCustomPrompt="1"/>
          </p:nvPr>
        </p:nvSpPr>
        <p:spPr>
          <a:xfrm>
            <a:off x="3388909" y="1916609"/>
            <a:ext cx="2575560" cy="2578608"/>
          </a:xfrm>
          <a:prstGeom prst="rect">
            <a:avLst/>
          </a:prstGeom>
        </p:spPr>
        <p:txBody>
          <a:bodyPr lIns="182880" tIns="0" rIns="182880" bIns="0" anchor="ctr">
            <a:normAutofit/>
          </a:bodyPr>
          <a:lstStyle>
            <a:lvl1pPr marL="0" indent="0" algn="ctr">
              <a:buNone/>
              <a:defRPr sz="1733"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15" name="Content Placeholder 11"/>
          <p:cNvSpPr>
            <a:spLocks noGrp="1"/>
          </p:cNvSpPr>
          <p:nvPr>
            <p:ph sz="quarter" idx="19" hasCustomPrompt="1"/>
          </p:nvPr>
        </p:nvSpPr>
        <p:spPr>
          <a:xfrm>
            <a:off x="6134637" y="1916609"/>
            <a:ext cx="2575560" cy="2578608"/>
          </a:xfrm>
          <a:prstGeom prst="rect">
            <a:avLst/>
          </a:prstGeom>
        </p:spPr>
        <p:txBody>
          <a:bodyPr lIns="182880" tIns="0" rIns="182880" bIns="0" anchor="ctr">
            <a:normAutofit/>
          </a:bodyPr>
          <a:lstStyle>
            <a:lvl1pPr marL="0" indent="0" algn="ctr">
              <a:buNone/>
              <a:defRPr sz="1733"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a:t>
            </a:r>
            <a:br>
              <a:rPr lang="en-US"/>
            </a:br>
            <a:r>
              <a:rPr lang="en-US"/>
              <a:t>image icon or</a:t>
            </a:r>
            <a:br>
              <a:rPr lang="en-US"/>
            </a:br>
            <a:r>
              <a:rPr lang="en-US"/>
              <a:t>paste in</a:t>
            </a:r>
            <a:endParaRPr lang="en-US" dirty="0"/>
          </a:p>
        </p:txBody>
      </p:sp>
      <p:sp>
        <p:nvSpPr>
          <p:cNvPr id="17" name="Text Placeholder 3"/>
          <p:cNvSpPr>
            <a:spLocks noGrp="1"/>
          </p:cNvSpPr>
          <p:nvPr>
            <p:ph type="body" sz="quarter" idx="20" hasCustomPrompt="1"/>
          </p:nvPr>
        </p:nvSpPr>
        <p:spPr>
          <a:xfrm>
            <a:off x="8880365" y="4794392"/>
            <a:ext cx="2575560" cy="143495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8" name="Text Placeholder 3"/>
          <p:cNvSpPr>
            <a:spLocks noGrp="1"/>
          </p:cNvSpPr>
          <p:nvPr>
            <p:ph type="body" sz="quarter" idx="21" hasCustomPrompt="1"/>
          </p:nvPr>
        </p:nvSpPr>
        <p:spPr>
          <a:xfrm>
            <a:off x="3388909" y="4794392"/>
            <a:ext cx="2575560" cy="143495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9" name="Text Placeholder 3"/>
          <p:cNvSpPr>
            <a:spLocks noGrp="1"/>
          </p:cNvSpPr>
          <p:nvPr>
            <p:ph type="body" sz="quarter" idx="22" hasCustomPrompt="1"/>
          </p:nvPr>
        </p:nvSpPr>
        <p:spPr>
          <a:xfrm>
            <a:off x="6134637" y="4794392"/>
            <a:ext cx="2575560" cy="1434958"/>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11715151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Circle Image Chunking: Four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lang="en-US">
                <a:effectLst/>
              </a:defRPr>
            </a:lvl1pPr>
          </a:lstStyle>
          <a:p>
            <a:r>
              <a:rPr lang="en-US">
                <a:solidFill>
                  <a:srgbClr val="1A1A1A"/>
                </a:solidFill>
                <a:effectLst/>
                <a:latin typeface="PS TT Commons Light" charset="0"/>
              </a:rPr>
              <a:t>Circle Icon or Image Chunking: Four Items</a:t>
            </a:r>
          </a:p>
        </p:txBody>
      </p:sp>
      <p:sp>
        <p:nvSpPr>
          <p:cNvPr id="3" name="Content Placeholder 11"/>
          <p:cNvSpPr>
            <a:spLocks noGrp="1" noChangeAspect="1"/>
          </p:cNvSpPr>
          <p:nvPr>
            <p:ph sz="quarter" idx="12" hasCustomPrompt="1"/>
          </p:nvPr>
        </p:nvSpPr>
        <p:spPr>
          <a:xfrm>
            <a:off x="1046333" y="2284801"/>
            <a:ext cx="2255520" cy="2255520"/>
          </a:xfrm>
          <a:prstGeom prst="ellipse">
            <a:avLst/>
          </a:prstGeom>
        </p:spPr>
        <p:txBody>
          <a:bodyPr lIns="182880" tIns="0" rIns="182880" bIns="0" anchor="ctr">
            <a:normAutofit/>
          </a:bodyPr>
          <a:lstStyle>
            <a:lvl1pPr marL="0" indent="0" algn="ctr">
              <a:buNone/>
              <a:defRPr sz="1600"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a:t>
            </a:r>
            <a:br>
              <a:rPr lang="en-US"/>
            </a:br>
            <a:r>
              <a:rPr lang="en-US"/>
              <a:t>paste in</a:t>
            </a:r>
            <a:endParaRPr lang="en-US" dirty="0"/>
          </a:p>
        </p:txBody>
      </p:sp>
      <p:sp>
        <p:nvSpPr>
          <p:cNvPr id="4" name="Text Placeholder 3"/>
          <p:cNvSpPr>
            <a:spLocks noGrp="1"/>
          </p:cNvSpPr>
          <p:nvPr>
            <p:ph type="body" sz="quarter" idx="14" hasCustomPrompt="1"/>
          </p:nvPr>
        </p:nvSpPr>
        <p:spPr>
          <a:xfrm>
            <a:off x="1046333" y="4793145"/>
            <a:ext cx="2255520" cy="1455255"/>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1" name="Content Placeholder 11"/>
          <p:cNvSpPr>
            <a:spLocks noGrp="1" noChangeAspect="1"/>
          </p:cNvSpPr>
          <p:nvPr>
            <p:ph sz="quarter" idx="15" hasCustomPrompt="1"/>
          </p:nvPr>
        </p:nvSpPr>
        <p:spPr>
          <a:xfrm>
            <a:off x="8862934" y="2275710"/>
            <a:ext cx="2255520" cy="2255520"/>
          </a:xfrm>
          <a:prstGeom prst="ellipse">
            <a:avLst/>
          </a:prstGeom>
        </p:spPr>
        <p:txBody>
          <a:bodyPr lIns="182880" tIns="0" rIns="182880" bIns="0" anchor="ctr">
            <a:normAutofit/>
          </a:bodyPr>
          <a:lstStyle>
            <a:lvl1pPr marL="0" indent="0" algn="ctr">
              <a:buNone/>
              <a:defRPr sz="1600"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a:t>
            </a:r>
            <a:br>
              <a:rPr lang="en-US"/>
            </a:br>
            <a:r>
              <a:rPr lang="en-US"/>
              <a:t>paste in</a:t>
            </a:r>
            <a:endParaRPr lang="en-US" dirty="0"/>
          </a:p>
        </p:txBody>
      </p:sp>
      <p:sp>
        <p:nvSpPr>
          <p:cNvPr id="13" name="Content Placeholder 11"/>
          <p:cNvSpPr>
            <a:spLocks noGrp="1" noChangeAspect="1"/>
          </p:cNvSpPr>
          <p:nvPr>
            <p:ph sz="quarter" idx="17" hasCustomPrompt="1"/>
          </p:nvPr>
        </p:nvSpPr>
        <p:spPr>
          <a:xfrm>
            <a:off x="3651867" y="2284801"/>
            <a:ext cx="2255520" cy="2255520"/>
          </a:xfrm>
          <a:prstGeom prst="ellipse">
            <a:avLst/>
          </a:prstGeom>
        </p:spPr>
        <p:txBody>
          <a:bodyPr lIns="182880" tIns="0" rIns="182880" bIns="0" anchor="ctr">
            <a:normAutofit/>
          </a:bodyPr>
          <a:lstStyle>
            <a:lvl1pPr marL="0" indent="0" algn="ctr">
              <a:buNone/>
              <a:defRPr sz="1600"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a:t>
            </a:r>
            <a:br>
              <a:rPr lang="en-US"/>
            </a:br>
            <a:r>
              <a:rPr lang="en-US"/>
              <a:t>paste in</a:t>
            </a:r>
            <a:endParaRPr lang="en-US" dirty="0"/>
          </a:p>
        </p:txBody>
      </p:sp>
      <p:sp>
        <p:nvSpPr>
          <p:cNvPr id="15" name="Content Placeholder 11"/>
          <p:cNvSpPr>
            <a:spLocks noGrp="1" noChangeAspect="1"/>
          </p:cNvSpPr>
          <p:nvPr>
            <p:ph sz="quarter" idx="19" hasCustomPrompt="1"/>
          </p:nvPr>
        </p:nvSpPr>
        <p:spPr>
          <a:xfrm>
            <a:off x="6257401" y="2275710"/>
            <a:ext cx="2255520" cy="2255520"/>
          </a:xfrm>
          <a:prstGeom prst="ellipse">
            <a:avLst/>
          </a:prstGeom>
        </p:spPr>
        <p:txBody>
          <a:bodyPr lIns="182880" tIns="0" rIns="182880" bIns="0" anchor="ctr">
            <a:normAutofit/>
          </a:bodyPr>
          <a:lstStyle>
            <a:lvl1pPr marL="0" indent="0" algn="ctr">
              <a:buNone/>
              <a:defRPr sz="1600"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To add image or icon, click the image icon or </a:t>
            </a:r>
            <a:br>
              <a:rPr lang="en-US"/>
            </a:br>
            <a:r>
              <a:rPr lang="en-US"/>
              <a:t>paste in</a:t>
            </a:r>
            <a:endParaRPr lang="en-US" dirty="0"/>
          </a:p>
        </p:txBody>
      </p:sp>
      <p:sp>
        <p:nvSpPr>
          <p:cNvPr id="17" name="Text Placeholder 3"/>
          <p:cNvSpPr>
            <a:spLocks noGrp="1"/>
          </p:cNvSpPr>
          <p:nvPr>
            <p:ph type="body" sz="quarter" idx="20" hasCustomPrompt="1"/>
          </p:nvPr>
        </p:nvSpPr>
        <p:spPr>
          <a:xfrm>
            <a:off x="8862934" y="4793145"/>
            <a:ext cx="2255520" cy="1455255"/>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8" name="Text Placeholder 3"/>
          <p:cNvSpPr>
            <a:spLocks noGrp="1"/>
          </p:cNvSpPr>
          <p:nvPr>
            <p:ph type="body" sz="quarter" idx="21" hasCustomPrompt="1"/>
          </p:nvPr>
        </p:nvSpPr>
        <p:spPr>
          <a:xfrm>
            <a:off x="3651867" y="4793145"/>
            <a:ext cx="2255520" cy="1455255"/>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
        <p:nvSpPr>
          <p:cNvPr id="19" name="Text Placeholder 3"/>
          <p:cNvSpPr>
            <a:spLocks noGrp="1"/>
          </p:cNvSpPr>
          <p:nvPr>
            <p:ph type="body" sz="quarter" idx="22" hasCustomPrompt="1"/>
          </p:nvPr>
        </p:nvSpPr>
        <p:spPr>
          <a:xfrm>
            <a:off x="6257400" y="4793145"/>
            <a:ext cx="2255520" cy="1455255"/>
          </a:xfrm>
          <a:prstGeom prst="rect">
            <a:avLst/>
          </a:prstGeom>
        </p:spPr>
        <p:txBody>
          <a:bodyPr lIns="182880" tIns="0" rIns="182880" bIns="0">
            <a:noAutofit/>
          </a:bodyPr>
          <a:lstStyle>
            <a:lvl1pPr marL="0" indent="0" algn="ctr">
              <a:lnSpc>
                <a:spcPct val="100000"/>
              </a:lnSpc>
              <a:spcBef>
                <a:spcPts val="0"/>
              </a:spcBef>
              <a:buNone/>
              <a:defRPr sz="2267"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210719397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Icon Only Image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Icon Only Image Chunking: Six Items</a:t>
            </a:r>
          </a:p>
        </p:txBody>
      </p:sp>
      <p:sp>
        <p:nvSpPr>
          <p:cNvPr id="3" name="Content Placeholder 11"/>
          <p:cNvSpPr>
            <a:spLocks noGrp="1"/>
          </p:cNvSpPr>
          <p:nvPr>
            <p:ph sz="quarter" idx="12" hasCustomPrompt="1"/>
          </p:nvPr>
        </p:nvSpPr>
        <p:spPr>
          <a:xfrm>
            <a:off x="1137920" y="1612410"/>
            <a:ext cx="2698497" cy="1538109"/>
          </a:xfrm>
          <a:prstGeom prst="rect">
            <a:avLst/>
          </a:prstGeom>
        </p:spPr>
        <p:txBody>
          <a:bodyPr lIns="182880" tIns="0" rIns="182880" bIns="0" anchor="ctr">
            <a:normAutofit/>
          </a:bodyPr>
          <a:lstStyle>
            <a:lvl1pPr marL="0" indent="0" algn="ctr">
              <a:buNone/>
              <a:defRPr sz="14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Icon only:</a:t>
            </a:r>
            <a:br>
              <a:rPr lang="en-US"/>
            </a:br>
            <a:r>
              <a:rPr lang="en-US"/>
              <a:t>click on the image </a:t>
            </a:r>
            <a:br>
              <a:rPr lang="en-US"/>
            </a:br>
            <a:r>
              <a:rPr lang="en-US"/>
              <a:t>icon or paste in</a:t>
            </a:r>
            <a:endParaRPr lang="en-US" dirty="0"/>
          </a:p>
        </p:txBody>
      </p:sp>
      <p:sp>
        <p:nvSpPr>
          <p:cNvPr id="4" name="Text Placeholder 3"/>
          <p:cNvSpPr>
            <a:spLocks noGrp="1"/>
          </p:cNvSpPr>
          <p:nvPr>
            <p:ph type="body" sz="quarter" idx="14" hasCustomPrompt="1"/>
          </p:nvPr>
        </p:nvSpPr>
        <p:spPr>
          <a:xfrm>
            <a:off x="1137920" y="3220193"/>
            <a:ext cx="2700527" cy="428039"/>
          </a:xfrm>
          <a:prstGeom prst="rect">
            <a:avLst/>
          </a:prstGeom>
        </p:spPr>
        <p:txBody>
          <a:bodyPr lIns="182880" tIns="0" rIns="182880" bIns="0" anchor="ctr">
            <a:noAutofit/>
          </a:bodyPr>
          <a:lstStyle>
            <a:lvl1pPr marL="0" indent="0" algn="ctr">
              <a:lnSpc>
                <a:spcPct val="100000"/>
              </a:lnSpc>
              <a:spcBef>
                <a:spcPts val="0"/>
              </a:spcBef>
              <a:buNone/>
              <a:defRPr sz="2133" b="0" i="0">
                <a:latin typeface="+mn-lt"/>
                <a:ea typeface="PS TT Commons Medium" charset="0"/>
                <a:cs typeface="PS TT Commons Medium" charset="0"/>
              </a:defRPr>
            </a:lvl1pPr>
            <a:lvl2pPr>
              <a:defRPr/>
            </a:lvl2pPr>
          </a:lstStyle>
          <a:p>
            <a:pPr lvl="0"/>
            <a:r>
              <a:rPr lang="en-US" dirty="0"/>
              <a:t>Add text here</a:t>
            </a:r>
          </a:p>
        </p:txBody>
      </p:sp>
      <p:sp>
        <p:nvSpPr>
          <p:cNvPr id="11" name="Content Placeholder 11"/>
          <p:cNvSpPr>
            <a:spLocks noGrp="1"/>
          </p:cNvSpPr>
          <p:nvPr>
            <p:ph sz="quarter" idx="15" hasCustomPrompt="1"/>
          </p:nvPr>
        </p:nvSpPr>
        <p:spPr>
          <a:xfrm>
            <a:off x="1135889" y="3953694"/>
            <a:ext cx="2700527" cy="1536192"/>
          </a:xfrm>
          <a:prstGeom prst="rect">
            <a:avLst/>
          </a:prstGeom>
        </p:spPr>
        <p:txBody>
          <a:bodyPr lIns="182880" tIns="0" rIns="182880" bIns="0" anchor="ctr">
            <a:normAutofit/>
          </a:bodyPr>
          <a:lstStyle>
            <a:lvl1pPr marL="0" indent="0" algn="ctr">
              <a:buNone/>
              <a:defRPr sz="14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Icon only:</a:t>
            </a:r>
            <a:br>
              <a:rPr lang="en-US"/>
            </a:br>
            <a:r>
              <a:rPr lang="en-US"/>
              <a:t>click on the image </a:t>
            </a:r>
            <a:br>
              <a:rPr lang="en-US"/>
            </a:br>
            <a:r>
              <a:rPr lang="en-US"/>
              <a:t>icon or paste in</a:t>
            </a:r>
            <a:endParaRPr lang="en-US" dirty="0"/>
          </a:p>
        </p:txBody>
      </p:sp>
      <p:sp>
        <p:nvSpPr>
          <p:cNvPr id="12" name="Text Placeholder 3"/>
          <p:cNvSpPr>
            <a:spLocks noGrp="1"/>
          </p:cNvSpPr>
          <p:nvPr>
            <p:ph type="body" sz="quarter" idx="16" hasCustomPrompt="1"/>
          </p:nvPr>
        </p:nvSpPr>
        <p:spPr>
          <a:xfrm>
            <a:off x="1135889" y="5561477"/>
            <a:ext cx="2700527" cy="428039"/>
          </a:xfrm>
          <a:prstGeom prst="rect">
            <a:avLst/>
          </a:prstGeom>
        </p:spPr>
        <p:txBody>
          <a:bodyPr lIns="182880" tIns="0" rIns="182880" bIns="0" anchor="ctr">
            <a:noAutofit/>
          </a:bodyPr>
          <a:lstStyle>
            <a:lvl1pPr marL="0" indent="0" algn="ctr">
              <a:lnSpc>
                <a:spcPct val="100000"/>
              </a:lnSpc>
              <a:spcBef>
                <a:spcPts val="0"/>
              </a:spcBef>
              <a:buNone/>
              <a:defRPr sz="2133" b="0" i="0">
                <a:latin typeface="+mn-lt"/>
                <a:ea typeface="PS TT Commons Medium" charset="0"/>
                <a:cs typeface="PS TT Commons Medium" charset="0"/>
              </a:defRPr>
            </a:lvl1pPr>
            <a:lvl2pPr>
              <a:defRPr/>
            </a:lvl2pPr>
          </a:lstStyle>
          <a:p>
            <a:pPr lvl="0"/>
            <a:r>
              <a:rPr lang="en-US" dirty="0"/>
              <a:t>Add text here</a:t>
            </a:r>
          </a:p>
        </p:txBody>
      </p:sp>
      <p:sp>
        <p:nvSpPr>
          <p:cNvPr id="13" name="Content Placeholder 11"/>
          <p:cNvSpPr>
            <a:spLocks noGrp="1"/>
          </p:cNvSpPr>
          <p:nvPr>
            <p:ph sz="quarter" idx="17" hasCustomPrompt="1"/>
          </p:nvPr>
        </p:nvSpPr>
        <p:spPr>
          <a:xfrm>
            <a:off x="8513485" y="1613369"/>
            <a:ext cx="2700527" cy="1536192"/>
          </a:xfrm>
          <a:prstGeom prst="rect">
            <a:avLst/>
          </a:prstGeom>
        </p:spPr>
        <p:txBody>
          <a:bodyPr lIns="182880" tIns="0" rIns="182880" bIns="0" anchor="ctr">
            <a:normAutofit/>
          </a:bodyPr>
          <a:lstStyle>
            <a:lvl1pPr marL="0" indent="0" algn="ctr">
              <a:buNone/>
              <a:defRPr sz="14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Icon only:</a:t>
            </a:r>
            <a:br>
              <a:rPr lang="en-US"/>
            </a:br>
            <a:r>
              <a:rPr lang="en-US"/>
              <a:t>click on the image </a:t>
            </a:r>
            <a:br>
              <a:rPr lang="en-US"/>
            </a:br>
            <a:r>
              <a:rPr lang="en-US"/>
              <a:t>icon or paste in</a:t>
            </a:r>
            <a:endParaRPr lang="en-US" dirty="0"/>
          </a:p>
        </p:txBody>
      </p:sp>
      <p:sp>
        <p:nvSpPr>
          <p:cNvPr id="14" name="Text Placeholder 3"/>
          <p:cNvSpPr>
            <a:spLocks noGrp="1"/>
          </p:cNvSpPr>
          <p:nvPr>
            <p:ph type="body" sz="quarter" idx="18" hasCustomPrompt="1"/>
          </p:nvPr>
        </p:nvSpPr>
        <p:spPr>
          <a:xfrm>
            <a:off x="8513485" y="3220193"/>
            <a:ext cx="2700527" cy="428039"/>
          </a:xfrm>
          <a:prstGeom prst="rect">
            <a:avLst/>
          </a:prstGeom>
        </p:spPr>
        <p:txBody>
          <a:bodyPr lIns="182880" tIns="0" rIns="182880" bIns="0" anchor="ctr">
            <a:noAutofit/>
          </a:bodyPr>
          <a:lstStyle>
            <a:lvl1pPr marL="0" indent="0" algn="ctr">
              <a:lnSpc>
                <a:spcPct val="100000"/>
              </a:lnSpc>
              <a:spcBef>
                <a:spcPts val="0"/>
              </a:spcBef>
              <a:buNone/>
              <a:defRPr sz="2133" b="0" i="0">
                <a:latin typeface="+mn-lt"/>
                <a:ea typeface="PS TT Commons Medium" charset="0"/>
                <a:cs typeface="PS TT Commons Medium" charset="0"/>
              </a:defRPr>
            </a:lvl1pPr>
            <a:lvl2pPr>
              <a:defRPr/>
            </a:lvl2pPr>
          </a:lstStyle>
          <a:p>
            <a:pPr lvl="0"/>
            <a:r>
              <a:rPr lang="en-US" dirty="0"/>
              <a:t>Add text here</a:t>
            </a:r>
          </a:p>
        </p:txBody>
      </p:sp>
      <p:sp>
        <p:nvSpPr>
          <p:cNvPr id="15" name="Content Placeholder 11"/>
          <p:cNvSpPr>
            <a:spLocks noGrp="1"/>
          </p:cNvSpPr>
          <p:nvPr>
            <p:ph sz="quarter" idx="19" hasCustomPrompt="1"/>
          </p:nvPr>
        </p:nvSpPr>
        <p:spPr>
          <a:xfrm>
            <a:off x="8513485" y="3966253"/>
            <a:ext cx="2700527" cy="1536192"/>
          </a:xfrm>
          <a:prstGeom prst="rect">
            <a:avLst/>
          </a:prstGeom>
        </p:spPr>
        <p:txBody>
          <a:bodyPr lIns="182880" tIns="0" rIns="182880" bIns="0" anchor="ctr">
            <a:normAutofit/>
          </a:bodyPr>
          <a:lstStyle>
            <a:lvl1pPr marL="0" indent="0" algn="ctr">
              <a:buNone/>
              <a:defRPr sz="14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Icon only:</a:t>
            </a:r>
            <a:br>
              <a:rPr lang="en-US"/>
            </a:br>
            <a:r>
              <a:rPr lang="en-US"/>
              <a:t>click on the image </a:t>
            </a:r>
            <a:br>
              <a:rPr lang="en-US"/>
            </a:br>
            <a:r>
              <a:rPr lang="en-US"/>
              <a:t>icon or paste in</a:t>
            </a:r>
            <a:endParaRPr lang="en-US" dirty="0"/>
          </a:p>
        </p:txBody>
      </p:sp>
      <p:sp>
        <p:nvSpPr>
          <p:cNvPr id="16" name="Text Placeholder 3"/>
          <p:cNvSpPr>
            <a:spLocks noGrp="1"/>
          </p:cNvSpPr>
          <p:nvPr>
            <p:ph type="body" sz="quarter" idx="20" hasCustomPrompt="1"/>
          </p:nvPr>
        </p:nvSpPr>
        <p:spPr>
          <a:xfrm>
            <a:off x="8513484" y="5561477"/>
            <a:ext cx="2700527" cy="428039"/>
          </a:xfrm>
          <a:prstGeom prst="rect">
            <a:avLst/>
          </a:prstGeom>
        </p:spPr>
        <p:txBody>
          <a:bodyPr lIns="182880" tIns="0" rIns="182880" bIns="0" anchor="ctr">
            <a:noAutofit/>
          </a:bodyPr>
          <a:lstStyle>
            <a:lvl1pPr marL="0" indent="0" algn="ctr">
              <a:lnSpc>
                <a:spcPct val="100000"/>
              </a:lnSpc>
              <a:spcBef>
                <a:spcPts val="0"/>
              </a:spcBef>
              <a:buNone/>
              <a:defRPr sz="2133" b="0" i="0">
                <a:latin typeface="+mn-lt"/>
                <a:ea typeface="PS TT Commons Medium" charset="0"/>
                <a:cs typeface="PS TT Commons Medium" charset="0"/>
              </a:defRPr>
            </a:lvl1pPr>
            <a:lvl2pPr>
              <a:defRPr/>
            </a:lvl2pPr>
          </a:lstStyle>
          <a:p>
            <a:pPr lvl="0"/>
            <a:r>
              <a:rPr lang="en-US" dirty="0"/>
              <a:t>Add text here</a:t>
            </a:r>
          </a:p>
        </p:txBody>
      </p:sp>
      <p:sp>
        <p:nvSpPr>
          <p:cNvPr id="17" name="Content Placeholder 11"/>
          <p:cNvSpPr>
            <a:spLocks noGrp="1"/>
          </p:cNvSpPr>
          <p:nvPr>
            <p:ph sz="quarter" idx="21" hasCustomPrompt="1"/>
          </p:nvPr>
        </p:nvSpPr>
        <p:spPr>
          <a:xfrm>
            <a:off x="4823670" y="1612410"/>
            <a:ext cx="2700527" cy="1536192"/>
          </a:xfrm>
          <a:prstGeom prst="rect">
            <a:avLst/>
          </a:prstGeom>
        </p:spPr>
        <p:txBody>
          <a:bodyPr lIns="182880" tIns="0" rIns="182880" bIns="0" anchor="ctr">
            <a:normAutofit/>
          </a:bodyPr>
          <a:lstStyle>
            <a:lvl1pPr marL="0" indent="0" algn="ctr">
              <a:buNone/>
              <a:defRPr sz="14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Icon only:</a:t>
            </a:r>
            <a:br>
              <a:rPr lang="en-US"/>
            </a:br>
            <a:r>
              <a:rPr lang="en-US"/>
              <a:t>click on the image </a:t>
            </a:r>
            <a:br>
              <a:rPr lang="en-US"/>
            </a:br>
            <a:r>
              <a:rPr lang="en-US"/>
              <a:t>icon or paste in</a:t>
            </a:r>
            <a:endParaRPr lang="en-US" dirty="0"/>
          </a:p>
        </p:txBody>
      </p:sp>
      <p:sp>
        <p:nvSpPr>
          <p:cNvPr id="18" name="Text Placeholder 3"/>
          <p:cNvSpPr>
            <a:spLocks noGrp="1"/>
          </p:cNvSpPr>
          <p:nvPr>
            <p:ph type="body" sz="quarter" idx="22" hasCustomPrompt="1"/>
          </p:nvPr>
        </p:nvSpPr>
        <p:spPr>
          <a:xfrm>
            <a:off x="4823671" y="3220193"/>
            <a:ext cx="2700527" cy="428039"/>
          </a:xfrm>
          <a:prstGeom prst="rect">
            <a:avLst/>
          </a:prstGeom>
        </p:spPr>
        <p:txBody>
          <a:bodyPr lIns="182880" tIns="0" rIns="182880" bIns="0" anchor="ctr">
            <a:noAutofit/>
          </a:bodyPr>
          <a:lstStyle>
            <a:lvl1pPr marL="0" indent="0" algn="ctr">
              <a:lnSpc>
                <a:spcPct val="100000"/>
              </a:lnSpc>
              <a:spcBef>
                <a:spcPts val="0"/>
              </a:spcBef>
              <a:buNone/>
              <a:defRPr sz="2133" b="0" i="0">
                <a:latin typeface="+mn-lt"/>
                <a:ea typeface="PS TT Commons Medium" charset="0"/>
                <a:cs typeface="PS TT Commons Medium" charset="0"/>
              </a:defRPr>
            </a:lvl1pPr>
            <a:lvl2pPr>
              <a:defRPr/>
            </a:lvl2pPr>
          </a:lstStyle>
          <a:p>
            <a:pPr lvl="0"/>
            <a:r>
              <a:rPr lang="en-US" dirty="0"/>
              <a:t>Add text here</a:t>
            </a:r>
          </a:p>
        </p:txBody>
      </p:sp>
      <p:sp>
        <p:nvSpPr>
          <p:cNvPr id="19" name="Content Placeholder 11"/>
          <p:cNvSpPr>
            <a:spLocks noGrp="1"/>
          </p:cNvSpPr>
          <p:nvPr>
            <p:ph sz="quarter" idx="23" hasCustomPrompt="1"/>
          </p:nvPr>
        </p:nvSpPr>
        <p:spPr>
          <a:xfrm>
            <a:off x="4823670" y="3953694"/>
            <a:ext cx="2700527" cy="1536192"/>
          </a:xfrm>
          <a:prstGeom prst="rect">
            <a:avLst/>
          </a:prstGeom>
        </p:spPr>
        <p:txBody>
          <a:bodyPr lIns="182880" tIns="0" rIns="182880" bIns="0" anchor="ctr">
            <a:normAutofit/>
          </a:bodyPr>
          <a:lstStyle>
            <a:lvl1pPr marL="0" indent="0" algn="ctr">
              <a:buNone/>
              <a:defRPr sz="1467" b="0" i="0" baseline="0">
                <a:latin typeface="PS TT Commons Light" charset="0"/>
                <a:ea typeface="PS TT Commons Light" charset="0"/>
                <a:cs typeface="PS TT Commons Light" charset="0"/>
              </a:defRPr>
            </a:lvl1pPr>
            <a:lvl2pPr marL="396106" indent="0" algn="l">
              <a:buNone/>
              <a:defRPr sz="2933"/>
            </a:lvl2pPr>
            <a:lvl3pPr marL="794921" indent="0" algn="l">
              <a:buNone/>
              <a:defRPr sz="2933"/>
            </a:lvl3pPr>
            <a:lvl4pPr marL="1177464" indent="0" algn="l">
              <a:buNone/>
              <a:defRPr sz="2933"/>
            </a:lvl4pPr>
            <a:lvl5pPr marL="1462332" indent="0" algn="l">
              <a:buNone/>
              <a:defRPr sz="2933"/>
            </a:lvl5pPr>
          </a:lstStyle>
          <a:p>
            <a:pPr lvl="0"/>
            <a:r>
              <a:rPr lang="en-US"/>
              <a:t>Icon only:</a:t>
            </a:r>
            <a:br>
              <a:rPr lang="en-US"/>
            </a:br>
            <a:r>
              <a:rPr lang="en-US"/>
              <a:t>click on the image </a:t>
            </a:r>
            <a:br>
              <a:rPr lang="en-US"/>
            </a:br>
            <a:r>
              <a:rPr lang="en-US"/>
              <a:t>icon or paste in</a:t>
            </a:r>
            <a:endParaRPr lang="en-US" dirty="0"/>
          </a:p>
        </p:txBody>
      </p:sp>
      <p:sp>
        <p:nvSpPr>
          <p:cNvPr id="20" name="Text Placeholder 3"/>
          <p:cNvSpPr>
            <a:spLocks noGrp="1"/>
          </p:cNvSpPr>
          <p:nvPr>
            <p:ph type="body" sz="quarter" idx="24" hasCustomPrompt="1"/>
          </p:nvPr>
        </p:nvSpPr>
        <p:spPr>
          <a:xfrm>
            <a:off x="4823671" y="5561477"/>
            <a:ext cx="2700527" cy="428039"/>
          </a:xfrm>
          <a:prstGeom prst="rect">
            <a:avLst/>
          </a:prstGeom>
        </p:spPr>
        <p:txBody>
          <a:bodyPr lIns="182880" tIns="0" rIns="182880" bIns="0" anchor="ctr">
            <a:noAutofit/>
          </a:bodyPr>
          <a:lstStyle>
            <a:lvl1pPr marL="0" indent="0" algn="ctr">
              <a:lnSpc>
                <a:spcPct val="100000"/>
              </a:lnSpc>
              <a:spcBef>
                <a:spcPts val="0"/>
              </a:spcBef>
              <a:buNone/>
              <a:defRPr sz="2133" b="0" i="0">
                <a:latin typeface="+mn-lt"/>
                <a:ea typeface="PS TT Commons Medium" charset="0"/>
                <a:cs typeface="PS TT Commons Medium" charset="0"/>
              </a:defRPr>
            </a:lvl1pPr>
            <a:lvl2pPr>
              <a:defRPr/>
            </a:lvl2pPr>
          </a:lstStyle>
          <a:p>
            <a:pPr lvl="0"/>
            <a:r>
              <a:rPr lang="en-US" dirty="0"/>
              <a:t>Add text here</a:t>
            </a:r>
          </a:p>
        </p:txBody>
      </p:sp>
    </p:spTree>
    <p:extLst>
      <p:ext uri="{BB962C8B-B14F-4D97-AF65-F5344CB8AC3E}">
        <p14:creationId xmlns:p14="http://schemas.microsoft.com/office/powerpoint/2010/main" val="4196667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hree Item List with Ico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Three Item List With Icons</a:t>
            </a:r>
          </a:p>
        </p:txBody>
      </p:sp>
      <p:sp>
        <p:nvSpPr>
          <p:cNvPr id="3" name="Content Placeholder 11"/>
          <p:cNvSpPr>
            <a:spLocks noGrp="1"/>
          </p:cNvSpPr>
          <p:nvPr>
            <p:ph sz="quarter" idx="12" hasCustomPrompt="1"/>
          </p:nvPr>
        </p:nvSpPr>
        <p:spPr>
          <a:xfrm>
            <a:off x="955829" y="1750332"/>
            <a:ext cx="1177771" cy="1145485"/>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t>
            </a:r>
            <a:r>
              <a:rPr lang="en-US" dirty="0"/>
              <a:t>add image</a:t>
            </a:r>
          </a:p>
        </p:txBody>
      </p:sp>
      <p:sp>
        <p:nvSpPr>
          <p:cNvPr id="4" name="Text Placeholder 3"/>
          <p:cNvSpPr>
            <a:spLocks noGrp="1"/>
          </p:cNvSpPr>
          <p:nvPr>
            <p:ph type="body" sz="quarter" idx="15" hasCustomPrompt="1"/>
          </p:nvPr>
        </p:nvSpPr>
        <p:spPr>
          <a:xfrm>
            <a:off x="2571752" y="1688081"/>
            <a:ext cx="8782048" cy="1269993"/>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5" name="Content Placeholder 11"/>
          <p:cNvSpPr>
            <a:spLocks noGrp="1"/>
          </p:cNvSpPr>
          <p:nvPr>
            <p:ph sz="quarter" idx="16" hasCustomPrompt="1"/>
          </p:nvPr>
        </p:nvSpPr>
        <p:spPr>
          <a:xfrm>
            <a:off x="955829" y="3387184"/>
            <a:ext cx="1177771" cy="1145485"/>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6" name="Text Placeholder 3"/>
          <p:cNvSpPr>
            <a:spLocks noGrp="1"/>
          </p:cNvSpPr>
          <p:nvPr>
            <p:ph type="body" sz="quarter" idx="17" hasCustomPrompt="1"/>
          </p:nvPr>
        </p:nvSpPr>
        <p:spPr>
          <a:xfrm>
            <a:off x="2571752" y="3324932"/>
            <a:ext cx="8782048" cy="1269993"/>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7" name="Content Placeholder 11"/>
          <p:cNvSpPr>
            <a:spLocks noGrp="1"/>
          </p:cNvSpPr>
          <p:nvPr>
            <p:ph sz="quarter" idx="18" hasCustomPrompt="1"/>
          </p:nvPr>
        </p:nvSpPr>
        <p:spPr>
          <a:xfrm>
            <a:off x="955829" y="4988471"/>
            <a:ext cx="1177771" cy="1145485"/>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8" name="Text Placeholder 3"/>
          <p:cNvSpPr>
            <a:spLocks noGrp="1"/>
          </p:cNvSpPr>
          <p:nvPr>
            <p:ph type="body" sz="quarter" idx="19" hasCustomPrompt="1"/>
          </p:nvPr>
        </p:nvSpPr>
        <p:spPr>
          <a:xfrm>
            <a:off x="2571752" y="4926218"/>
            <a:ext cx="8782048" cy="1269993"/>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cxnSp>
        <p:nvCxnSpPr>
          <p:cNvPr id="9" name="Straight Connector 8"/>
          <p:cNvCxnSpPr/>
          <p:nvPr/>
        </p:nvCxnSpPr>
        <p:spPr>
          <a:xfrm>
            <a:off x="2376395" y="1652515"/>
            <a:ext cx="0" cy="1341120"/>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a:off x="2376395" y="3289365"/>
            <a:ext cx="0" cy="1341120"/>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a:off x="2376395" y="4890652"/>
            <a:ext cx="0" cy="1341120"/>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1" y="-530478"/>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baseline="0">
                <a:solidFill>
                  <a:schemeClr val="accent1"/>
                </a:solidFill>
                <a:latin typeface="PS TT Commons DemiBold" charset="0"/>
                <a:ea typeface="PS TT Commons DemiBold" charset="0"/>
                <a:cs typeface="PS TT Commons DemiBold" charset="0"/>
              </a:rPr>
              <a:t>appear</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231585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P spid="4" grpId="0" build="p">
        <p:tmplLst>
          <p:tmpl lvl="1">
            <p:tnLst>
              <p:par>
                <p:cTn presetID="1" presetClass="entr" presetSubtype="0" fill="hold" nodeType="withEffect">
                  <p:stCondLst>
                    <p:cond delay="0"/>
                  </p:stCondLst>
                  <p:childTnLst>
                    <p:set>
                      <p:cBhvr>
                        <p:cTn dur="1" fill="hold">
                          <p:stCondLst>
                            <p:cond delay="0"/>
                          </p:stCondLst>
                        </p:cTn>
                        <p:tgtEl>
                          <p:spTgt spid="4"/>
                        </p:tgtEl>
                        <p:attrNameLst>
                          <p:attrName>style.visibility</p:attrName>
                        </p:attrNameLst>
                      </p:cBhvr>
                      <p:to>
                        <p:strVal val="visible"/>
                      </p:to>
                    </p:set>
                  </p:childTnLst>
                </p:cTn>
              </p:par>
            </p:tnLst>
          </p:tmpl>
        </p:tmplLst>
      </p:bldP>
      <p:bldP spid="5" grpId="0" build="p">
        <p:tmplLst>
          <p:tmpl lvl="1">
            <p:tnLst>
              <p:par>
                <p:cTn presetID="1" presetClass="entr" presetSubtype="0" fill="hold" nodeType="click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P spid="6" grpId="0" build="p">
        <p:tmplLst>
          <p:tmpl lvl="1">
            <p:tnLst>
              <p:par>
                <p:cTn presetID="1" presetClass="entr" presetSubtype="0" fill="hold" nodeType="withEffect">
                  <p:stCondLst>
                    <p:cond delay="0"/>
                  </p:stCondLst>
                  <p:childTnLst>
                    <p:set>
                      <p:cBhvr>
                        <p:cTn dur="1" fill="hold">
                          <p:stCondLst>
                            <p:cond delay="0"/>
                          </p:stCondLst>
                        </p:cTn>
                        <p:tgtEl>
                          <p:spTgt spid="6"/>
                        </p:tgtEl>
                        <p:attrNameLst>
                          <p:attrName>style.visibility</p:attrName>
                        </p:attrNameLst>
                      </p:cBhvr>
                      <p:to>
                        <p:strVal val="visible"/>
                      </p:to>
                    </p:set>
                  </p:childTnLst>
                </p:cTn>
              </p:par>
            </p:tnLst>
          </p:tmpl>
        </p:tmplLst>
      </p:bldP>
      <p:bldP spid="7" grpId="0"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cTn>
              </p:par>
            </p:tnLst>
          </p:tmpl>
        </p:tmplLst>
      </p:bldP>
      <p:bldP spid="8" grpId="0" build="p">
        <p:tmplLst>
          <p:tmpl lvl="1">
            <p:tnLst>
              <p:par>
                <p:cTn presetID="1" presetClass="entr" presetSubtype="0" fill="hold" nodeType="withEffect">
                  <p:stCondLst>
                    <p:cond delay="0"/>
                  </p:stCondLst>
                  <p:childTnLst>
                    <p:set>
                      <p:cBhvr>
                        <p:cTn dur="1" fill="hold">
                          <p:stCondLst>
                            <p:cond delay="0"/>
                          </p:stCondLst>
                        </p:cTn>
                        <p:tgtEl>
                          <p:spTgt spid="8"/>
                        </p:tgtEl>
                        <p:attrNameLst>
                          <p:attrName>style.visibility</p:attrName>
                        </p:attrNameLst>
                      </p:cBhvr>
                      <p:to>
                        <p:strVal val="visible"/>
                      </p:to>
                    </p:set>
                  </p:childTnLst>
                </p:cTn>
              </p:par>
            </p:tnLst>
          </p:tmpl>
        </p:tmplLst>
      </p:bldP>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Four Item List with Ico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Four Item List With Icons</a:t>
            </a:r>
          </a:p>
        </p:txBody>
      </p:sp>
      <p:sp>
        <p:nvSpPr>
          <p:cNvPr id="3" name="Content Placeholder 11"/>
          <p:cNvSpPr>
            <a:spLocks noGrp="1"/>
          </p:cNvSpPr>
          <p:nvPr>
            <p:ph sz="quarter" idx="12" hasCustomPrompt="1"/>
          </p:nvPr>
        </p:nvSpPr>
        <p:spPr>
          <a:xfrm>
            <a:off x="838200" y="1516154"/>
            <a:ext cx="1047141" cy="932199"/>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4" name="Text Placeholder 3"/>
          <p:cNvSpPr>
            <a:spLocks noGrp="1"/>
          </p:cNvSpPr>
          <p:nvPr>
            <p:ph type="body" sz="quarter" idx="15" hasCustomPrompt="1"/>
          </p:nvPr>
        </p:nvSpPr>
        <p:spPr>
          <a:xfrm>
            <a:off x="2166557" y="1430124"/>
            <a:ext cx="9187243" cy="1085371"/>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5" name="Content Placeholder 11"/>
          <p:cNvSpPr>
            <a:spLocks noGrp="1"/>
          </p:cNvSpPr>
          <p:nvPr>
            <p:ph sz="quarter" idx="16" hasCustomPrompt="1"/>
          </p:nvPr>
        </p:nvSpPr>
        <p:spPr>
          <a:xfrm>
            <a:off x="838200" y="2826817"/>
            <a:ext cx="1047141" cy="932199"/>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6" name="Text Placeholder 3"/>
          <p:cNvSpPr>
            <a:spLocks noGrp="1"/>
          </p:cNvSpPr>
          <p:nvPr>
            <p:ph type="body" sz="quarter" idx="17" hasCustomPrompt="1"/>
          </p:nvPr>
        </p:nvSpPr>
        <p:spPr>
          <a:xfrm>
            <a:off x="2166557" y="2740785"/>
            <a:ext cx="9187243" cy="1085371"/>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7" name="Content Placeholder 11"/>
          <p:cNvSpPr>
            <a:spLocks noGrp="1"/>
          </p:cNvSpPr>
          <p:nvPr>
            <p:ph sz="quarter" idx="18" hasCustomPrompt="1"/>
          </p:nvPr>
        </p:nvSpPr>
        <p:spPr>
          <a:xfrm>
            <a:off x="838200" y="4139555"/>
            <a:ext cx="1047141" cy="932199"/>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8" name="Text Placeholder 3"/>
          <p:cNvSpPr>
            <a:spLocks noGrp="1"/>
          </p:cNvSpPr>
          <p:nvPr>
            <p:ph type="body" sz="quarter" idx="19" hasCustomPrompt="1"/>
          </p:nvPr>
        </p:nvSpPr>
        <p:spPr>
          <a:xfrm>
            <a:off x="2166557" y="4053525"/>
            <a:ext cx="9187243" cy="1085371"/>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9" name="Content Placeholder 11"/>
          <p:cNvSpPr>
            <a:spLocks noGrp="1"/>
          </p:cNvSpPr>
          <p:nvPr>
            <p:ph sz="quarter" idx="20" hasCustomPrompt="1"/>
          </p:nvPr>
        </p:nvSpPr>
        <p:spPr>
          <a:xfrm>
            <a:off x="838200" y="5452294"/>
            <a:ext cx="1047141" cy="932199"/>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10" name="Text Placeholder 3"/>
          <p:cNvSpPr>
            <a:spLocks noGrp="1"/>
          </p:cNvSpPr>
          <p:nvPr>
            <p:ph type="body" sz="quarter" idx="21" hasCustomPrompt="1"/>
          </p:nvPr>
        </p:nvSpPr>
        <p:spPr>
          <a:xfrm>
            <a:off x="2166557" y="5366264"/>
            <a:ext cx="9187243" cy="1085371"/>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cxnSp>
        <p:nvCxnSpPr>
          <p:cNvPr id="11" name="Straight Connector 10"/>
          <p:cNvCxnSpPr/>
          <p:nvPr/>
        </p:nvCxnSpPr>
        <p:spPr>
          <a:xfrm>
            <a:off x="2048256" y="1491085"/>
            <a:ext cx="0" cy="976833"/>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a:off x="2048256" y="2801748"/>
            <a:ext cx="0" cy="976833"/>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2048256" y="4114486"/>
            <a:ext cx="0" cy="976833"/>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4" name="Straight Connector 13"/>
          <p:cNvCxnSpPr/>
          <p:nvPr/>
        </p:nvCxnSpPr>
        <p:spPr>
          <a:xfrm>
            <a:off x="2048256" y="5427225"/>
            <a:ext cx="0" cy="976833"/>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1" y="-530478"/>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baseline="0">
                <a:solidFill>
                  <a:schemeClr val="accent1"/>
                </a:solidFill>
                <a:latin typeface="PS TT Commons DemiBold" charset="0"/>
                <a:ea typeface="PS TT Commons DemiBold" charset="0"/>
                <a:cs typeface="PS TT Commons DemiBold" charset="0"/>
              </a:rPr>
              <a:t>appear</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142287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xEl>
                                              <p:pRg st="0" end="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P spid="4" grpId="0" build="p">
        <p:tmplLst>
          <p:tmpl lvl="1">
            <p:tnLst>
              <p:par>
                <p:cTn presetID="1" presetClass="entr" presetSubtype="0" fill="hold" nodeType="withEffect">
                  <p:stCondLst>
                    <p:cond delay="0"/>
                  </p:stCondLst>
                  <p:childTnLst>
                    <p:set>
                      <p:cBhvr>
                        <p:cTn dur="1" fill="hold">
                          <p:stCondLst>
                            <p:cond delay="0"/>
                          </p:stCondLst>
                        </p:cTn>
                        <p:tgtEl>
                          <p:spTgt spid="4"/>
                        </p:tgtEl>
                        <p:attrNameLst>
                          <p:attrName>style.visibility</p:attrName>
                        </p:attrNameLst>
                      </p:cBhvr>
                      <p:to>
                        <p:strVal val="visible"/>
                      </p:to>
                    </p:set>
                  </p:childTnLst>
                </p:cTn>
              </p:par>
            </p:tnLst>
          </p:tmpl>
        </p:tmplLst>
      </p:bldP>
      <p:bldP spid="5" grpId="0" build="p">
        <p:tmplLst>
          <p:tmpl lvl="1">
            <p:tnLst>
              <p:par>
                <p:cTn presetID="1" presetClass="entr" presetSubtype="0" fill="hold" nodeType="click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P spid="6" grpId="0" build="p">
        <p:tmplLst>
          <p:tmpl lvl="1">
            <p:tnLst>
              <p:par>
                <p:cTn presetID="1" presetClass="entr" presetSubtype="0" fill="hold" nodeType="withEffect">
                  <p:stCondLst>
                    <p:cond delay="0"/>
                  </p:stCondLst>
                  <p:childTnLst>
                    <p:set>
                      <p:cBhvr>
                        <p:cTn dur="1" fill="hold">
                          <p:stCondLst>
                            <p:cond delay="0"/>
                          </p:stCondLst>
                        </p:cTn>
                        <p:tgtEl>
                          <p:spTgt spid="6"/>
                        </p:tgtEl>
                        <p:attrNameLst>
                          <p:attrName>style.visibility</p:attrName>
                        </p:attrNameLst>
                      </p:cBhvr>
                      <p:to>
                        <p:strVal val="visible"/>
                      </p:to>
                    </p:set>
                  </p:childTnLst>
                </p:cTn>
              </p:par>
            </p:tnLst>
          </p:tmpl>
        </p:tmplLst>
      </p:bldP>
      <p:bldP spid="7" grpId="0"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cTn>
              </p:par>
            </p:tnLst>
          </p:tmpl>
        </p:tmplLst>
      </p:bldP>
      <p:bldP spid="8" grpId="0" build="p">
        <p:tmplLst>
          <p:tmpl lvl="1">
            <p:tnLst>
              <p:par>
                <p:cTn presetID="1" presetClass="entr" presetSubtype="0" fill="hold" nodeType="withEffect">
                  <p:stCondLst>
                    <p:cond delay="0"/>
                  </p:stCondLst>
                  <p:childTnLst>
                    <p:set>
                      <p:cBhvr>
                        <p:cTn dur="1" fill="hold">
                          <p:stCondLst>
                            <p:cond delay="0"/>
                          </p:stCondLst>
                        </p:cTn>
                        <p:tgtEl>
                          <p:spTgt spid="8"/>
                        </p:tgtEl>
                        <p:attrNameLst>
                          <p:attrName>style.visibility</p:attrName>
                        </p:attrNameLst>
                      </p:cBhvr>
                      <p:to>
                        <p:strVal val="visible"/>
                      </p:to>
                    </p:set>
                  </p:childTnLst>
                </p:cTn>
              </p:par>
            </p:tnLst>
          </p:tmpl>
        </p:tmplLst>
      </p:bldP>
      <p:bldP spid="9" grpId="0" build="p">
        <p:tmplLst>
          <p:tmpl lvl="1">
            <p:tnLst>
              <p:par>
                <p:cTn presetID="1" presetClass="entr" presetSubtype="0" fill="hold" nodeType="withEffect">
                  <p:stCondLst>
                    <p:cond delay="0"/>
                  </p:stCondLst>
                  <p:childTnLst>
                    <p:set>
                      <p:cBhvr>
                        <p:cTn dur="1" fill="hold">
                          <p:stCondLst>
                            <p:cond delay="0"/>
                          </p:stCondLst>
                        </p:cTn>
                        <p:tgtEl>
                          <p:spTgt spid="9"/>
                        </p:tgtEl>
                        <p:attrNameLst>
                          <p:attrName>style.visibility</p:attrName>
                        </p:attrNameLst>
                      </p:cBhvr>
                      <p:to>
                        <p:strVal val="visible"/>
                      </p:to>
                    </p:set>
                  </p:childTnLst>
                </p:cTn>
              </p:par>
            </p:tnLst>
          </p:tmpl>
        </p:tmplLst>
      </p:bldP>
      <p:bldP spid="10" grpId="0" build="p">
        <p:tmplLst>
          <p:tmpl lvl="1">
            <p:tnLst>
              <p:par>
                <p:cTn presetID="1" presetClass="entr" presetSubtype="0" fill="hold" nodeType="clickEffect">
                  <p:stCondLst>
                    <p:cond delay="0"/>
                  </p:stCondLst>
                  <p:childTnLst>
                    <p:set>
                      <p:cBhvr>
                        <p:cTn dur="1" fill="hold">
                          <p:stCondLst>
                            <p:cond delay="0"/>
                          </p:stCondLst>
                        </p:cTn>
                        <p:tgtEl>
                          <p:spTgt spid="10"/>
                        </p:tgtEl>
                        <p:attrNameLst>
                          <p:attrName>style.visibility</p:attrName>
                        </p:attrNameLst>
                      </p:cBhvr>
                      <p:to>
                        <p:strVal val="visible"/>
                      </p:to>
                    </p:set>
                  </p:childTnLst>
                </p:cTn>
              </p:par>
            </p:tnLst>
          </p:tmpl>
        </p:tmplLst>
      </p:bldP>
    </p:bld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Five Item List with Icon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Five Item List With Icons</a:t>
            </a:r>
          </a:p>
        </p:txBody>
      </p:sp>
      <p:sp>
        <p:nvSpPr>
          <p:cNvPr id="3" name="Content Placeholder 11"/>
          <p:cNvSpPr>
            <a:spLocks noGrp="1"/>
          </p:cNvSpPr>
          <p:nvPr>
            <p:ph sz="quarter" idx="12" hasCustomPrompt="1"/>
          </p:nvPr>
        </p:nvSpPr>
        <p:spPr>
          <a:xfrm>
            <a:off x="838200" y="1430125"/>
            <a:ext cx="1047141" cy="811017"/>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4" name="Text Placeholder 3"/>
          <p:cNvSpPr>
            <a:spLocks noGrp="1"/>
          </p:cNvSpPr>
          <p:nvPr>
            <p:ph type="body" sz="quarter" idx="15" hasCustomPrompt="1"/>
          </p:nvPr>
        </p:nvSpPr>
        <p:spPr>
          <a:xfrm>
            <a:off x="2166557" y="1430125"/>
            <a:ext cx="9187243" cy="811017"/>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5" name="Content Placeholder 11"/>
          <p:cNvSpPr>
            <a:spLocks noGrp="1"/>
          </p:cNvSpPr>
          <p:nvPr>
            <p:ph sz="quarter" idx="16" hasCustomPrompt="1"/>
          </p:nvPr>
        </p:nvSpPr>
        <p:spPr>
          <a:xfrm>
            <a:off x="838200" y="2415668"/>
            <a:ext cx="1047141" cy="811017"/>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6" name="Text Placeholder 3"/>
          <p:cNvSpPr>
            <a:spLocks noGrp="1"/>
          </p:cNvSpPr>
          <p:nvPr>
            <p:ph type="body" sz="quarter" idx="17" hasCustomPrompt="1"/>
          </p:nvPr>
        </p:nvSpPr>
        <p:spPr>
          <a:xfrm>
            <a:off x="2166557" y="2415668"/>
            <a:ext cx="9187243" cy="811017"/>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7" name="Content Placeholder 11"/>
          <p:cNvSpPr>
            <a:spLocks noGrp="1"/>
          </p:cNvSpPr>
          <p:nvPr>
            <p:ph sz="quarter" idx="18" hasCustomPrompt="1"/>
          </p:nvPr>
        </p:nvSpPr>
        <p:spPr>
          <a:xfrm>
            <a:off x="838200" y="3401210"/>
            <a:ext cx="1047141" cy="811017"/>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8" name="Text Placeholder 3"/>
          <p:cNvSpPr>
            <a:spLocks noGrp="1"/>
          </p:cNvSpPr>
          <p:nvPr>
            <p:ph type="body" sz="quarter" idx="19" hasCustomPrompt="1"/>
          </p:nvPr>
        </p:nvSpPr>
        <p:spPr>
          <a:xfrm>
            <a:off x="2166557" y="3401210"/>
            <a:ext cx="9187243" cy="811017"/>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sp>
        <p:nvSpPr>
          <p:cNvPr id="9" name="Content Placeholder 11"/>
          <p:cNvSpPr>
            <a:spLocks noGrp="1"/>
          </p:cNvSpPr>
          <p:nvPr>
            <p:ph sz="quarter" idx="20" hasCustomPrompt="1"/>
          </p:nvPr>
        </p:nvSpPr>
        <p:spPr>
          <a:xfrm>
            <a:off x="838200" y="4386753"/>
            <a:ext cx="1047141" cy="811017"/>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10" name="Text Placeholder 3"/>
          <p:cNvSpPr>
            <a:spLocks noGrp="1"/>
          </p:cNvSpPr>
          <p:nvPr>
            <p:ph type="body" sz="quarter" idx="21" hasCustomPrompt="1"/>
          </p:nvPr>
        </p:nvSpPr>
        <p:spPr>
          <a:xfrm>
            <a:off x="2166557" y="4386753"/>
            <a:ext cx="9187243" cy="811017"/>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cxnSp>
        <p:nvCxnSpPr>
          <p:cNvPr id="11" name="Straight Connector 10"/>
          <p:cNvCxnSpPr/>
          <p:nvPr/>
        </p:nvCxnSpPr>
        <p:spPr>
          <a:xfrm>
            <a:off x="2046653" y="1491083"/>
            <a:ext cx="0" cy="729916"/>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a:off x="2046653" y="2476627"/>
            <a:ext cx="0" cy="729916"/>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2046653" y="3462170"/>
            <a:ext cx="0" cy="729916"/>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4" name="Straight Connector 13"/>
          <p:cNvCxnSpPr/>
          <p:nvPr/>
        </p:nvCxnSpPr>
        <p:spPr>
          <a:xfrm>
            <a:off x="2046653" y="4447711"/>
            <a:ext cx="0" cy="729916"/>
          </a:xfrm>
          <a:prstGeom prst="line">
            <a:avLst/>
          </a:prstGeom>
          <a:ln w="50800">
            <a:solidFill>
              <a:schemeClr val="accent1"/>
            </a:solidFill>
          </a:ln>
        </p:spPr>
        <p:style>
          <a:lnRef idx="2">
            <a:schemeClr val="accent1"/>
          </a:lnRef>
          <a:fillRef idx="0">
            <a:schemeClr val="accent1"/>
          </a:fillRef>
          <a:effectRef idx="1">
            <a:schemeClr val="accent1"/>
          </a:effectRef>
          <a:fontRef idx="minor">
            <a:schemeClr val="tx1"/>
          </a:fontRef>
        </p:style>
      </p:cxnSp>
      <p:sp>
        <p:nvSpPr>
          <p:cNvPr id="23" name="Content Placeholder 11"/>
          <p:cNvSpPr>
            <a:spLocks noGrp="1"/>
          </p:cNvSpPr>
          <p:nvPr>
            <p:ph sz="quarter" idx="22" hasCustomPrompt="1"/>
          </p:nvPr>
        </p:nvSpPr>
        <p:spPr>
          <a:xfrm>
            <a:off x="838200" y="5400429"/>
            <a:ext cx="1047141" cy="811017"/>
          </a:xfrm>
          <a:prstGeom prst="rect">
            <a:avLst/>
          </a:prstGeom>
        </p:spPr>
        <p:txBody>
          <a:bodyPr lIns="0" tIns="0" rIns="0" bIns="0" anchor="ctr">
            <a:normAutofit/>
          </a:bodyPr>
          <a:lstStyle>
            <a:lvl1pPr marL="0" indent="0" algn="ctr">
              <a:buNone/>
              <a:defRPr sz="1333" b="0" i="0" baseline="0">
                <a:latin typeface="PS TT Commons Light" charset="0"/>
                <a:ea typeface="PS TT Commons Light" charset="0"/>
                <a:cs typeface="PS TT Commons Light" charset="0"/>
              </a:defRPr>
            </a:lvl1pPr>
            <a:lvl2pPr algn="ctr">
              <a:defRPr sz="2933"/>
            </a:lvl2pPr>
            <a:lvl3pPr algn="ctr">
              <a:defRPr sz="2933"/>
            </a:lvl3pPr>
            <a:lvl4pPr algn="ctr">
              <a:defRPr sz="2933"/>
            </a:lvl4pPr>
            <a:lvl5pPr algn="ctr">
              <a:defRPr sz="2933"/>
            </a:lvl5pPr>
          </a:lstStyle>
          <a:p>
            <a:pPr lvl="0"/>
            <a:r>
              <a:rPr lang="en-US"/>
              <a:t>Click icon to add image</a:t>
            </a:r>
            <a:endParaRPr lang="en-US" dirty="0"/>
          </a:p>
        </p:txBody>
      </p:sp>
      <p:sp>
        <p:nvSpPr>
          <p:cNvPr id="24" name="Text Placeholder 3"/>
          <p:cNvSpPr>
            <a:spLocks noGrp="1"/>
          </p:cNvSpPr>
          <p:nvPr>
            <p:ph type="body" sz="quarter" idx="23" hasCustomPrompt="1"/>
          </p:nvPr>
        </p:nvSpPr>
        <p:spPr>
          <a:xfrm>
            <a:off x="2166557" y="5400429"/>
            <a:ext cx="9187243" cy="811017"/>
          </a:xfrm>
          <a:prstGeom prst="rect">
            <a:avLst/>
          </a:prstGeom>
        </p:spPr>
        <p:txBody>
          <a:bodyPr lIns="182880" tIns="0" rIns="182880" bIns="0" anchor="ctr">
            <a:noAutofit/>
          </a:bodyPr>
          <a:lstStyle>
            <a:lvl1pPr marL="0" indent="0" algn="l">
              <a:spcBef>
                <a:spcPts val="0"/>
              </a:spcBef>
              <a:buNone/>
              <a:defRPr sz="2133" b="0" i="0">
                <a:latin typeface="+mn-lt"/>
                <a:ea typeface="PS TT Commons Medium" charset="0"/>
                <a:cs typeface="PS TT Commons Medium" charset="0"/>
              </a:defRPr>
            </a:lvl1pPr>
          </a:lstStyle>
          <a:p>
            <a:pPr lvl="0"/>
            <a:r>
              <a:rPr lang="en-US" dirty="0"/>
              <a:t>Add text here</a:t>
            </a:r>
          </a:p>
        </p:txBody>
      </p:sp>
      <p:cxnSp>
        <p:nvCxnSpPr>
          <p:cNvPr id="25" name="Straight Connector 24"/>
          <p:cNvCxnSpPr/>
          <p:nvPr/>
        </p:nvCxnSpPr>
        <p:spPr>
          <a:xfrm>
            <a:off x="2046653" y="5461387"/>
            <a:ext cx="0" cy="729916"/>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baseline="0">
                <a:solidFill>
                  <a:schemeClr val="accent1"/>
                </a:solidFill>
                <a:latin typeface="PS TT Commons DemiBold" charset="0"/>
                <a:ea typeface="PS TT Commons DemiBold" charset="0"/>
                <a:cs typeface="PS TT Commons DemiBold" charset="0"/>
              </a:rPr>
              <a:t>appear</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1860496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xEl>
                                              <p:pRg st="0" end="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P spid="4" grpId="0" build="p">
        <p:tmplLst>
          <p:tmpl lvl="1">
            <p:tnLst>
              <p:par>
                <p:cTn presetID="1" presetClass="entr" presetSubtype="0" fill="hold" nodeType="withEffect">
                  <p:stCondLst>
                    <p:cond delay="0"/>
                  </p:stCondLst>
                  <p:childTnLst>
                    <p:set>
                      <p:cBhvr>
                        <p:cTn dur="1" fill="hold">
                          <p:stCondLst>
                            <p:cond delay="0"/>
                          </p:stCondLst>
                        </p:cTn>
                        <p:tgtEl>
                          <p:spTgt spid="4"/>
                        </p:tgtEl>
                        <p:attrNameLst>
                          <p:attrName>style.visibility</p:attrName>
                        </p:attrNameLst>
                      </p:cBhvr>
                      <p:to>
                        <p:strVal val="visible"/>
                      </p:to>
                    </p:set>
                  </p:childTnLst>
                </p:cTn>
              </p:par>
            </p:tnLst>
          </p:tmpl>
        </p:tmplLst>
      </p:bldP>
      <p:bldP spid="5" grpId="0" build="p">
        <p:tmplLst>
          <p:tmpl lvl="1">
            <p:tnLst>
              <p:par>
                <p:cTn presetID="1" presetClass="entr" presetSubtype="0" fill="hold" nodeType="click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P spid="6" grpId="0" build="p">
        <p:tmplLst>
          <p:tmpl lvl="1">
            <p:tnLst>
              <p:par>
                <p:cTn presetID="1" presetClass="entr" presetSubtype="0" fill="hold" nodeType="withEffect">
                  <p:stCondLst>
                    <p:cond delay="0"/>
                  </p:stCondLst>
                  <p:childTnLst>
                    <p:set>
                      <p:cBhvr>
                        <p:cTn dur="1" fill="hold">
                          <p:stCondLst>
                            <p:cond delay="0"/>
                          </p:stCondLst>
                        </p:cTn>
                        <p:tgtEl>
                          <p:spTgt spid="6"/>
                        </p:tgtEl>
                        <p:attrNameLst>
                          <p:attrName>style.visibility</p:attrName>
                        </p:attrNameLst>
                      </p:cBhvr>
                      <p:to>
                        <p:strVal val="visible"/>
                      </p:to>
                    </p:set>
                  </p:childTnLst>
                </p:cTn>
              </p:par>
            </p:tnLst>
          </p:tmpl>
        </p:tmplLst>
      </p:bldP>
      <p:bldP spid="7" grpId="0"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cTn>
              </p:par>
            </p:tnLst>
          </p:tmpl>
        </p:tmplLst>
      </p:bldP>
      <p:bldP spid="8" grpId="0" build="p">
        <p:tmplLst>
          <p:tmpl lvl="1">
            <p:tnLst>
              <p:par>
                <p:cTn presetID="1" presetClass="entr" presetSubtype="0" fill="hold" nodeType="withEffect">
                  <p:stCondLst>
                    <p:cond delay="0"/>
                  </p:stCondLst>
                  <p:childTnLst>
                    <p:set>
                      <p:cBhvr>
                        <p:cTn dur="1" fill="hold">
                          <p:stCondLst>
                            <p:cond delay="0"/>
                          </p:stCondLst>
                        </p:cTn>
                        <p:tgtEl>
                          <p:spTgt spid="8"/>
                        </p:tgtEl>
                        <p:attrNameLst>
                          <p:attrName>style.visibility</p:attrName>
                        </p:attrNameLst>
                      </p:cBhvr>
                      <p:to>
                        <p:strVal val="visible"/>
                      </p:to>
                    </p:set>
                  </p:childTnLst>
                </p:cTn>
              </p:par>
            </p:tnLst>
          </p:tmpl>
        </p:tmplLst>
      </p:bldP>
      <p:bldP spid="9" grpId="0" build="p">
        <p:tmplLst>
          <p:tmpl lvl="1">
            <p:tnLst>
              <p:par>
                <p:cTn presetID="1" presetClass="entr" presetSubtype="0" fill="hold" nodeType="withEffect">
                  <p:stCondLst>
                    <p:cond delay="0"/>
                  </p:stCondLst>
                  <p:childTnLst>
                    <p:set>
                      <p:cBhvr>
                        <p:cTn dur="1" fill="hold">
                          <p:stCondLst>
                            <p:cond delay="0"/>
                          </p:stCondLst>
                        </p:cTn>
                        <p:tgtEl>
                          <p:spTgt spid="9"/>
                        </p:tgtEl>
                        <p:attrNameLst>
                          <p:attrName>style.visibility</p:attrName>
                        </p:attrNameLst>
                      </p:cBhvr>
                      <p:to>
                        <p:strVal val="visible"/>
                      </p:to>
                    </p:set>
                  </p:childTnLst>
                </p:cTn>
              </p:par>
            </p:tnLst>
          </p:tmpl>
        </p:tmplLst>
      </p:bldP>
      <p:bldP spid="10" grpId="0" build="p">
        <p:tmplLst>
          <p:tmpl lvl="1">
            <p:tnLst>
              <p:par>
                <p:cTn presetID="1" presetClass="entr" presetSubtype="0" fill="hold" nodeType="clickEffect">
                  <p:stCondLst>
                    <p:cond delay="0"/>
                  </p:stCondLst>
                  <p:childTnLst>
                    <p:set>
                      <p:cBhvr>
                        <p:cTn dur="1" fill="hold">
                          <p:stCondLst>
                            <p:cond delay="0"/>
                          </p:stCondLst>
                        </p:cTn>
                        <p:tgtEl>
                          <p:spTgt spid="10"/>
                        </p:tgtEl>
                        <p:attrNameLst>
                          <p:attrName>style.visibility</p:attrName>
                        </p:attrNameLst>
                      </p:cBhvr>
                      <p:to>
                        <p:strVal val="visible"/>
                      </p:to>
                    </p:set>
                  </p:childTnLst>
                </p:cTn>
              </p:par>
            </p:tnLst>
          </p:tmpl>
        </p:tmplLst>
      </p:bldP>
      <p:bldP spid="23" grpId="0" build="p">
        <p:tmplLst>
          <p:tmpl lvl="1">
            <p:tnLst>
              <p:par>
                <p:cTn presetID="1"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childTnLst>
                </p:cTn>
              </p:par>
            </p:tnLst>
          </p:tmpl>
        </p:tmplLst>
      </p:bldP>
      <p:bldP spid="24" grpId="0" build="p">
        <p:tmplLst>
          <p:tmpl lvl="1">
            <p:tnLst>
              <p:par>
                <p:cTn presetID="1" presetClass="entr" presetSubtype="0" fill="hold" nodeType="clickEffect">
                  <p:stCondLst>
                    <p:cond delay="0"/>
                  </p:stCondLst>
                  <p:childTnLst>
                    <p:set>
                      <p:cBhvr>
                        <p:cTn dur="1" fill="hold">
                          <p:stCondLst>
                            <p:cond delay="0"/>
                          </p:stCondLst>
                        </p:cTn>
                        <p:tgtEl>
                          <p:spTgt spid="24"/>
                        </p:tgtEl>
                        <p:attrNameLst>
                          <p:attrName>style.visibility</p:attrName>
                        </p:attrNameLst>
                      </p:cBhvr>
                      <p:to>
                        <p:strVal val="visible"/>
                      </p:to>
                    </p:set>
                  </p:childTnLst>
                </p:cTn>
              </p:par>
            </p:tnLst>
          </p:tmpl>
        </p:tmplLst>
      </p:bldP>
    </p:bld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Text Chunking: Two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6320882" y="2042985"/>
            <a:ext cx="5032919" cy="3339071"/>
          </a:xfrm>
          <a:prstGeom prst="rect">
            <a:avLst/>
          </a:prstGeom>
          <a:solidFill>
            <a:schemeClr val="bg2"/>
          </a:solidFill>
        </p:spPr>
        <p:txBody>
          <a:bodyPr lIns="274320" tIns="274320" rIns="274320" bIns="274320" anchor="ctr">
            <a:noAutofit/>
          </a:bodyPr>
          <a:lstStyle>
            <a:lvl1pPr marL="0" indent="0" algn="ctr">
              <a:buNone/>
              <a:defRPr sz="2533"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838201" y="2042985"/>
            <a:ext cx="5032919" cy="3339071"/>
          </a:xfrm>
          <a:prstGeom prst="rect">
            <a:avLst/>
          </a:prstGeom>
          <a:solidFill>
            <a:schemeClr val="bg2"/>
          </a:solidFill>
        </p:spPr>
        <p:txBody>
          <a:bodyPr lIns="274320" tIns="274320" rIns="274320" bIns="274320" anchor="ctr">
            <a:noAutofit/>
          </a:bodyPr>
          <a:lstStyle>
            <a:lvl1pPr marL="0" indent="0" algn="ctr">
              <a:buNone/>
              <a:defRPr sz="2533"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38433960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Text Chunking: Three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4432845" y="2218724"/>
            <a:ext cx="3326313" cy="3339071"/>
          </a:xfrm>
          <a:prstGeom prst="rect">
            <a:avLst/>
          </a:prstGeom>
          <a:solidFill>
            <a:schemeClr val="bg2"/>
          </a:solidFill>
        </p:spPr>
        <p:txBody>
          <a:bodyPr lIns="274320" tIns="274320" rIns="274320" bIns="274320" anchor="ctr">
            <a:noAutofit/>
          </a:bodyPr>
          <a:lstStyle>
            <a:lvl1pPr marL="0" indent="0" algn="ctr">
              <a:buNone/>
              <a:defRPr sz="2533"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838201" y="2218724"/>
            <a:ext cx="3326313" cy="3339071"/>
          </a:xfrm>
          <a:prstGeom prst="rect">
            <a:avLst/>
          </a:prstGeom>
          <a:solidFill>
            <a:schemeClr val="bg2"/>
          </a:solidFill>
        </p:spPr>
        <p:txBody>
          <a:bodyPr lIns="274320" tIns="274320" rIns="274320" bIns="274320" anchor="ctr">
            <a:noAutofit/>
          </a:bodyPr>
          <a:lstStyle>
            <a:lvl1pPr marL="0" indent="0" algn="ctr">
              <a:buNone/>
              <a:defRPr sz="2533"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8027488" y="2218724"/>
            <a:ext cx="3326313" cy="3339071"/>
          </a:xfrm>
          <a:prstGeom prst="rect">
            <a:avLst/>
          </a:prstGeom>
          <a:solidFill>
            <a:schemeClr val="bg2"/>
          </a:solidFill>
        </p:spPr>
        <p:txBody>
          <a:bodyPr lIns="274320" tIns="274320" rIns="274320" bIns="274320" anchor="ctr">
            <a:noAutofit/>
          </a:bodyPr>
          <a:lstStyle>
            <a:lvl1pPr marL="0" indent="0" algn="ctr">
              <a:buNone/>
              <a:defRPr sz="2533"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6935396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ext Chunking: Four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4" name="Content Placeholder 10"/>
          <p:cNvSpPr>
            <a:spLocks noGrp="1"/>
          </p:cNvSpPr>
          <p:nvPr>
            <p:ph sz="quarter" idx="11" hasCustomPrompt="1"/>
          </p:nvPr>
        </p:nvSpPr>
        <p:spPr>
          <a:xfrm>
            <a:off x="6216821" y="2042985"/>
            <a:ext cx="5136979" cy="1691503"/>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0" hasCustomPrompt="1"/>
          </p:nvPr>
        </p:nvSpPr>
        <p:spPr>
          <a:xfrm>
            <a:off x="838200" y="2042985"/>
            <a:ext cx="5136979" cy="1691503"/>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2" hasCustomPrompt="1"/>
          </p:nvPr>
        </p:nvSpPr>
        <p:spPr>
          <a:xfrm>
            <a:off x="6216821" y="3992605"/>
            <a:ext cx="5136979" cy="1691503"/>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3" hasCustomPrompt="1"/>
          </p:nvPr>
        </p:nvSpPr>
        <p:spPr>
          <a:xfrm>
            <a:off x="838200" y="3992605"/>
            <a:ext cx="5136979" cy="1691503"/>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402706956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ext Chunking: Five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4432845"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838201"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8027488"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2501358"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5" hasCustomPrompt="1"/>
          </p:nvPr>
        </p:nvSpPr>
        <p:spPr>
          <a:xfrm>
            <a:off x="6096001"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198791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4432845"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838201"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8027488" y="2021018"/>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4432845"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838201"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8027488" y="4113430"/>
            <a:ext cx="3326313" cy="1790357"/>
          </a:xfrm>
          <a:prstGeom prst="rect">
            <a:avLst/>
          </a:prstGeom>
          <a:solidFill>
            <a:schemeClr val="bg2"/>
          </a:solidFill>
        </p:spPr>
        <p:txBody>
          <a:bodyPr lIns="274320" tIns="274320" rIns="274320" bIns="274320" anchor="ctr">
            <a:noAutofit/>
          </a:bodyPr>
          <a:lstStyle>
            <a:lvl1pPr marL="0" indent="0" algn="ctr">
              <a:buNone/>
              <a:defRPr sz="24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026238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de: Title with Description and Tab">
    <p:bg>
      <p:bgPr>
        <a:solidFill>
          <a:schemeClr val="bg2">
            <a:lumMod val="2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573024"/>
            <a:ext cx="10515600" cy="543832"/>
          </a:xfrm>
        </p:spPr>
        <p:txBody>
          <a:bodyPr/>
          <a:lstStyle>
            <a:lvl1pPr>
              <a:defRPr>
                <a:solidFill>
                  <a:schemeClr val="bg1"/>
                </a:solidFill>
              </a:defRPr>
            </a:lvl1pPr>
          </a:lstStyle>
          <a:p>
            <a:r>
              <a:rPr lang="en-US"/>
              <a:t>Add Title Slide in Title Case</a:t>
            </a:r>
          </a:p>
        </p:txBody>
      </p:sp>
      <p:sp>
        <p:nvSpPr>
          <p:cNvPr id="3" name="Rectangle 2"/>
          <p:cNvSpPr/>
          <p:nvPr/>
        </p:nvSpPr>
        <p:spPr>
          <a:xfrm>
            <a:off x="0" y="2444496"/>
            <a:ext cx="12192000" cy="4413504"/>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4" name="Rectangle 3"/>
          <p:cNvSpPr/>
          <p:nvPr/>
        </p:nvSpPr>
        <p:spPr>
          <a:xfrm>
            <a:off x="0" y="1883665"/>
            <a:ext cx="5387163" cy="705215"/>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5" name="Text Placeholder 6"/>
          <p:cNvSpPr>
            <a:spLocks noGrp="1"/>
          </p:cNvSpPr>
          <p:nvPr>
            <p:ph type="body" sz="quarter" idx="10" hasCustomPrompt="1"/>
          </p:nvPr>
        </p:nvSpPr>
        <p:spPr>
          <a:xfrm>
            <a:off x="268189" y="2695635"/>
            <a:ext cx="11545860" cy="3900037"/>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6" name="Text Placeholder 9"/>
          <p:cNvSpPr>
            <a:spLocks noGrp="1"/>
          </p:cNvSpPr>
          <p:nvPr>
            <p:ph type="body" sz="quarter" idx="17" hasCustomPrompt="1"/>
          </p:nvPr>
        </p:nvSpPr>
        <p:spPr>
          <a:xfrm>
            <a:off x="268189" y="2023872"/>
            <a:ext cx="4469770"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
        <p:nvSpPr>
          <p:cNvPr id="9" name="Text Placeholder 8"/>
          <p:cNvSpPr>
            <a:spLocks noGrp="1"/>
          </p:cNvSpPr>
          <p:nvPr>
            <p:ph type="body" sz="quarter" idx="18" hasCustomPrompt="1"/>
          </p:nvPr>
        </p:nvSpPr>
        <p:spPr>
          <a:xfrm>
            <a:off x="838200" y="1127760"/>
            <a:ext cx="10515600" cy="502705"/>
          </a:xfrm>
          <a:prstGeom prst="rect">
            <a:avLst/>
          </a:prstGeom>
        </p:spPr>
        <p:txBody>
          <a:bodyPr>
            <a:noAutofit/>
          </a:bodyPr>
          <a:lstStyle>
            <a:lvl1pPr algn="ctr">
              <a:defRPr sz="2133">
                <a:solidFill>
                  <a:schemeClr val="bg1"/>
                </a:solidFill>
                <a:latin typeface="PS TT Commons" charset="0"/>
                <a:ea typeface="PS TT Commons" charset="0"/>
                <a:cs typeface="PS TT Commons" charset="0"/>
              </a:defRPr>
            </a:lvl1pPr>
          </a:lstStyle>
          <a:p>
            <a:pPr lvl="0"/>
            <a:r>
              <a:rPr lang="en-US"/>
              <a:t>Add a line of text here if needed</a:t>
            </a:r>
          </a:p>
        </p:txBody>
      </p:sp>
    </p:spTree>
    <p:extLst>
      <p:ext uri="{BB962C8B-B14F-4D97-AF65-F5344CB8AC3E}">
        <p14:creationId xmlns:p14="http://schemas.microsoft.com/office/powerpoint/2010/main" val="76814959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de: Title with Description and Two Tab">
    <p:bg>
      <p:bgPr>
        <a:solidFill>
          <a:schemeClr val="bg2">
            <a:lumMod val="2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41248" y="573024"/>
            <a:ext cx="10515600" cy="543832"/>
          </a:xfrm>
        </p:spPr>
        <p:txBody>
          <a:bodyPr/>
          <a:lstStyle>
            <a:lvl1pPr>
              <a:defRPr>
                <a:solidFill>
                  <a:schemeClr val="bg1"/>
                </a:solidFill>
              </a:defRPr>
            </a:lvl1pPr>
          </a:lstStyle>
          <a:p>
            <a:r>
              <a:rPr lang="en-US"/>
              <a:t>Add Title Slide in Title Case</a:t>
            </a:r>
          </a:p>
        </p:txBody>
      </p:sp>
      <p:sp>
        <p:nvSpPr>
          <p:cNvPr id="7" name="Text Placeholder 8"/>
          <p:cNvSpPr>
            <a:spLocks noGrp="1"/>
          </p:cNvSpPr>
          <p:nvPr>
            <p:ph type="body" sz="quarter" idx="18" hasCustomPrompt="1"/>
          </p:nvPr>
        </p:nvSpPr>
        <p:spPr>
          <a:xfrm>
            <a:off x="838200" y="1127760"/>
            <a:ext cx="10515600" cy="502705"/>
          </a:xfrm>
          <a:prstGeom prst="rect">
            <a:avLst/>
          </a:prstGeom>
        </p:spPr>
        <p:txBody>
          <a:bodyPr>
            <a:noAutofit/>
          </a:bodyPr>
          <a:lstStyle>
            <a:lvl1pPr algn="ctr">
              <a:defRPr sz="2133">
                <a:solidFill>
                  <a:schemeClr val="bg1"/>
                </a:solidFill>
                <a:latin typeface="PS TT Commons" charset="0"/>
                <a:ea typeface="PS TT Commons" charset="0"/>
                <a:cs typeface="PS TT Commons" charset="0"/>
              </a:defRPr>
            </a:lvl1pPr>
          </a:lstStyle>
          <a:p>
            <a:pPr lvl="0"/>
            <a:r>
              <a:rPr lang="en-US"/>
              <a:t>Add a line of text here if needed</a:t>
            </a:r>
          </a:p>
        </p:txBody>
      </p:sp>
      <p:sp>
        <p:nvSpPr>
          <p:cNvPr id="8" name="Rectangle 7"/>
          <p:cNvSpPr/>
          <p:nvPr/>
        </p:nvSpPr>
        <p:spPr>
          <a:xfrm>
            <a:off x="-1" y="2452374"/>
            <a:ext cx="5974080" cy="4411565"/>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9" name="Rectangle 8"/>
          <p:cNvSpPr/>
          <p:nvPr/>
        </p:nvSpPr>
        <p:spPr>
          <a:xfrm>
            <a:off x="0" y="1885507"/>
            <a:ext cx="4401312" cy="713882"/>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10" name="Text Placeholder 6"/>
          <p:cNvSpPr>
            <a:spLocks noGrp="1"/>
          </p:cNvSpPr>
          <p:nvPr>
            <p:ph type="body" sz="quarter" idx="10" hasCustomPrompt="1"/>
          </p:nvPr>
        </p:nvSpPr>
        <p:spPr>
          <a:xfrm>
            <a:off x="268189" y="2695635"/>
            <a:ext cx="5376708" cy="3900037"/>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11" name="Text Placeholder 9"/>
          <p:cNvSpPr>
            <a:spLocks noGrp="1"/>
          </p:cNvSpPr>
          <p:nvPr>
            <p:ph type="body" sz="quarter" idx="17" hasCustomPrompt="1"/>
          </p:nvPr>
        </p:nvSpPr>
        <p:spPr>
          <a:xfrm>
            <a:off x="268188" y="2026582"/>
            <a:ext cx="3899775"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
        <p:nvSpPr>
          <p:cNvPr id="12" name="Rectangle 11"/>
          <p:cNvSpPr/>
          <p:nvPr/>
        </p:nvSpPr>
        <p:spPr>
          <a:xfrm>
            <a:off x="6217920" y="2446435"/>
            <a:ext cx="5974080" cy="4411565"/>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13" name="Rectangle 12"/>
          <p:cNvSpPr/>
          <p:nvPr/>
        </p:nvSpPr>
        <p:spPr>
          <a:xfrm>
            <a:off x="6217919" y="1885507"/>
            <a:ext cx="4400462" cy="713882"/>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14" name="Text Placeholder 6"/>
          <p:cNvSpPr>
            <a:spLocks noGrp="1"/>
          </p:cNvSpPr>
          <p:nvPr>
            <p:ph type="body" sz="quarter" idx="19" hasCustomPrompt="1"/>
          </p:nvPr>
        </p:nvSpPr>
        <p:spPr>
          <a:xfrm>
            <a:off x="6530907" y="2695635"/>
            <a:ext cx="5376708" cy="3900037"/>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15" name="Text Placeholder 9"/>
          <p:cNvSpPr>
            <a:spLocks noGrp="1"/>
          </p:cNvSpPr>
          <p:nvPr>
            <p:ph type="body" sz="quarter" idx="20" hasCustomPrompt="1"/>
          </p:nvPr>
        </p:nvSpPr>
        <p:spPr>
          <a:xfrm>
            <a:off x="6530907" y="2032521"/>
            <a:ext cx="3901440"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Tree>
    <p:extLst>
      <p:ext uri="{BB962C8B-B14F-4D97-AF65-F5344CB8AC3E}">
        <p14:creationId xmlns:p14="http://schemas.microsoft.com/office/powerpoint/2010/main" val="172230925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de: Half Page with Tab and Output Section">
    <p:bg>
      <p:bgPr>
        <a:solidFill>
          <a:schemeClr val="bg2">
            <a:lumMod val="25000"/>
          </a:schemeClr>
        </a:solidFill>
        <a:effectLst/>
      </p:bgPr>
    </p:bg>
    <p:spTree>
      <p:nvGrpSpPr>
        <p:cNvPr id="1" name=""/>
        <p:cNvGrpSpPr/>
        <p:nvPr/>
      </p:nvGrpSpPr>
      <p:grpSpPr>
        <a:xfrm>
          <a:off x="0" y="0"/>
          <a:ext cx="0" cy="0"/>
          <a:chOff x="0" y="0"/>
          <a:chExt cx="0" cy="0"/>
        </a:xfrm>
      </p:grpSpPr>
      <p:sp>
        <p:nvSpPr>
          <p:cNvPr id="11" name="Rectangle 10"/>
          <p:cNvSpPr/>
          <p:nvPr userDrawn="1"/>
        </p:nvSpPr>
        <p:spPr>
          <a:xfrm>
            <a:off x="-1" y="2452374"/>
            <a:ext cx="7851649" cy="4411565"/>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12" name="Rectangle 11"/>
          <p:cNvSpPr/>
          <p:nvPr userDrawn="1"/>
        </p:nvSpPr>
        <p:spPr>
          <a:xfrm>
            <a:off x="0" y="1885507"/>
            <a:ext cx="5389362" cy="713882"/>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2" name="Title 1"/>
          <p:cNvSpPr>
            <a:spLocks noGrp="1"/>
          </p:cNvSpPr>
          <p:nvPr>
            <p:ph type="title" hasCustomPrompt="1"/>
          </p:nvPr>
        </p:nvSpPr>
        <p:spPr>
          <a:xfrm>
            <a:off x="838200" y="573024"/>
            <a:ext cx="10515600" cy="543832"/>
          </a:xfrm>
        </p:spPr>
        <p:txBody>
          <a:bodyPr/>
          <a:lstStyle>
            <a:lvl1pPr>
              <a:defRPr>
                <a:solidFill>
                  <a:schemeClr val="bg1"/>
                </a:solidFill>
              </a:defRPr>
            </a:lvl1pPr>
          </a:lstStyle>
          <a:p>
            <a:r>
              <a:rPr lang="en-US"/>
              <a:t>Add Title Slide in Title Case</a:t>
            </a:r>
          </a:p>
        </p:txBody>
      </p:sp>
      <p:sp>
        <p:nvSpPr>
          <p:cNvPr id="3" name="Text Placeholder 8"/>
          <p:cNvSpPr>
            <a:spLocks noGrp="1"/>
          </p:cNvSpPr>
          <p:nvPr>
            <p:ph type="body" sz="quarter" idx="18" hasCustomPrompt="1"/>
          </p:nvPr>
        </p:nvSpPr>
        <p:spPr>
          <a:xfrm>
            <a:off x="838200" y="1127760"/>
            <a:ext cx="10515600" cy="502705"/>
          </a:xfrm>
          <a:prstGeom prst="rect">
            <a:avLst/>
          </a:prstGeom>
        </p:spPr>
        <p:txBody>
          <a:bodyPr>
            <a:noAutofit/>
          </a:bodyPr>
          <a:lstStyle>
            <a:lvl1pPr algn="ctr">
              <a:defRPr sz="2133">
                <a:solidFill>
                  <a:schemeClr val="bg1"/>
                </a:solidFill>
                <a:latin typeface="PS TT Commons" charset="0"/>
                <a:ea typeface="PS TT Commons" charset="0"/>
                <a:cs typeface="PS TT Commons" charset="0"/>
              </a:defRPr>
            </a:lvl1pPr>
          </a:lstStyle>
          <a:p>
            <a:pPr lvl="0"/>
            <a:r>
              <a:rPr lang="en-US"/>
              <a:t>Add a line of text here if needed</a:t>
            </a:r>
          </a:p>
        </p:txBody>
      </p:sp>
      <p:sp>
        <p:nvSpPr>
          <p:cNvPr id="6" name="Text Placeholder 6"/>
          <p:cNvSpPr>
            <a:spLocks noGrp="1"/>
          </p:cNvSpPr>
          <p:nvPr>
            <p:ph type="body" sz="quarter" idx="10" hasCustomPrompt="1"/>
          </p:nvPr>
        </p:nvSpPr>
        <p:spPr>
          <a:xfrm>
            <a:off x="268189" y="2694432"/>
            <a:ext cx="7205508" cy="3901440"/>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7" name="Text Placeholder 9"/>
          <p:cNvSpPr>
            <a:spLocks noGrp="1"/>
          </p:cNvSpPr>
          <p:nvPr>
            <p:ph type="body" sz="quarter" idx="17" hasCustomPrompt="1"/>
          </p:nvPr>
        </p:nvSpPr>
        <p:spPr>
          <a:xfrm>
            <a:off x="268188" y="2023872"/>
            <a:ext cx="4665319"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
        <p:nvSpPr>
          <p:cNvPr id="8" name="Rectangle 7"/>
          <p:cNvSpPr/>
          <p:nvPr/>
        </p:nvSpPr>
        <p:spPr>
          <a:xfrm>
            <a:off x="7851648" y="2452374"/>
            <a:ext cx="4340352" cy="4405627"/>
          </a:xfrm>
          <a:prstGeom prst="rect">
            <a:avLst/>
          </a:prstGeom>
          <a:solidFill>
            <a:schemeClr val="bg1"/>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9" name="Text Placeholder 6"/>
          <p:cNvSpPr>
            <a:spLocks noGrp="1"/>
          </p:cNvSpPr>
          <p:nvPr>
            <p:ph type="body" sz="quarter" idx="11" hasCustomPrompt="1"/>
          </p:nvPr>
        </p:nvSpPr>
        <p:spPr>
          <a:xfrm>
            <a:off x="8030859" y="2694431"/>
            <a:ext cx="3892917" cy="3901440"/>
          </a:xfrm>
          <a:prstGeom prst="rect">
            <a:avLst/>
          </a:prstGeom>
        </p:spPr>
        <p:txBody>
          <a:bodyPr anchor="t" anchorCtr="0">
            <a:noAutofit/>
          </a:bodyPr>
          <a:lstStyle>
            <a:lvl1pPr marL="0" indent="0">
              <a:lnSpc>
                <a:spcPct val="110000"/>
              </a:lnSpc>
              <a:spcBef>
                <a:spcPts val="0"/>
              </a:spcBef>
              <a:buNone/>
              <a:defRPr sz="1733" baseline="0">
                <a:solidFill>
                  <a:schemeClr val="tx1">
                    <a:lumMod val="75000"/>
                  </a:schemeClr>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&gt; Console</a:t>
            </a:r>
          </a:p>
        </p:txBody>
      </p:sp>
    </p:spTree>
    <p:extLst>
      <p:ext uri="{BB962C8B-B14F-4D97-AF65-F5344CB8AC3E}">
        <p14:creationId xmlns:p14="http://schemas.microsoft.com/office/powerpoint/2010/main" val="373053621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de: Half Page Title Left and Tab Right">
    <p:bg>
      <p:bgPr>
        <a:solidFill>
          <a:schemeClr val="bg2">
            <a:lumMod val="25000"/>
          </a:schemeClr>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262660" y="3142388"/>
            <a:ext cx="3880068" cy="658283"/>
          </a:xfrm>
          <a:prstGeom prst="rect">
            <a:avLst/>
          </a:prstGeom>
        </p:spPr>
        <p:txBody>
          <a:bodyPr anchor="ctr">
            <a:noAutofit/>
          </a:bodyPr>
          <a:lstStyle>
            <a:lvl1pPr algn="ctr">
              <a:defRPr sz="3600">
                <a:solidFill>
                  <a:schemeClr val="bg1"/>
                </a:solidFill>
                <a:latin typeface="+mj-lt"/>
              </a:defRPr>
            </a:lvl1pPr>
          </a:lstStyle>
          <a:p>
            <a:pPr lvl="0"/>
            <a:r>
              <a:rPr lang="en-US"/>
              <a:t>Code Title Here</a:t>
            </a:r>
          </a:p>
        </p:txBody>
      </p:sp>
      <p:sp>
        <p:nvSpPr>
          <p:cNvPr id="5" name="Rectangle 4"/>
          <p:cNvSpPr/>
          <p:nvPr/>
        </p:nvSpPr>
        <p:spPr>
          <a:xfrm>
            <a:off x="4408967" y="598952"/>
            <a:ext cx="7783033" cy="6259048"/>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6" name="Rectangle 5"/>
          <p:cNvSpPr/>
          <p:nvPr/>
        </p:nvSpPr>
        <p:spPr>
          <a:xfrm>
            <a:off x="4408967" y="1"/>
            <a:ext cx="5401339" cy="612345"/>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7" name="Text Placeholder 6"/>
          <p:cNvSpPr>
            <a:spLocks noGrp="1"/>
          </p:cNvSpPr>
          <p:nvPr>
            <p:ph type="body" sz="quarter" idx="11" hasCustomPrompt="1"/>
          </p:nvPr>
        </p:nvSpPr>
        <p:spPr>
          <a:xfrm>
            <a:off x="4741328" y="836428"/>
            <a:ext cx="7170257" cy="5747252"/>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8" name="Text Placeholder 9"/>
          <p:cNvSpPr>
            <a:spLocks noGrp="1"/>
          </p:cNvSpPr>
          <p:nvPr>
            <p:ph type="body" sz="quarter" idx="17" hasCustomPrompt="1"/>
          </p:nvPr>
        </p:nvSpPr>
        <p:spPr>
          <a:xfrm>
            <a:off x="4791740" y="124599"/>
            <a:ext cx="3513915"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Tree>
    <p:extLst>
      <p:ext uri="{BB962C8B-B14F-4D97-AF65-F5344CB8AC3E}">
        <p14:creationId xmlns:p14="http://schemas.microsoft.com/office/powerpoint/2010/main" val="412166801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de: Full Page with Tab">
    <p:bg>
      <p:bgPr>
        <a:solidFill>
          <a:schemeClr val="bg2">
            <a:lumMod val="25000"/>
          </a:schemeClr>
        </a:solidFill>
        <a:effectLst/>
      </p:bgPr>
    </p:bg>
    <p:spTree>
      <p:nvGrpSpPr>
        <p:cNvPr id="1" name=""/>
        <p:cNvGrpSpPr/>
        <p:nvPr/>
      </p:nvGrpSpPr>
      <p:grpSpPr>
        <a:xfrm>
          <a:off x="0" y="0"/>
          <a:ext cx="0" cy="0"/>
          <a:chOff x="0" y="0"/>
          <a:chExt cx="0" cy="0"/>
        </a:xfrm>
      </p:grpSpPr>
      <p:sp>
        <p:nvSpPr>
          <p:cNvPr id="3" name="Rectangle 2"/>
          <p:cNvSpPr/>
          <p:nvPr/>
        </p:nvSpPr>
        <p:spPr>
          <a:xfrm>
            <a:off x="-1" y="598952"/>
            <a:ext cx="12192001" cy="6259048"/>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4" name="Rectangle 3"/>
          <p:cNvSpPr/>
          <p:nvPr/>
        </p:nvSpPr>
        <p:spPr>
          <a:xfrm>
            <a:off x="0" y="1"/>
            <a:ext cx="5330456" cy="612345"/>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5" name="Text Placeholder 6"/>
          <p:cNvSpPr>
            <a:spLocks noGrp="1"/>
          </p:cNvSpPr>
          <p:nvPr>
            <p:ph type="body" sz="quarter" idx="10" hasCustomPrompt="1"/>
          </p:nvPr>
        </p:nvSpPr>
        <p:spPr>
          <a:xfrm>
            <a:off x="268224" y="708592"/>
            <a:ext cx="11555181" cy="5862896"/>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6" name="Text Placeholder 9"/>
          <p:cNvSpPr>
            <a:spLocks noGrp="1"/>
          </p:cNvSpPr>
          <p:nvPr>
            <p:ph type="body" sz="quarter" idx="17" hasCustomPrompt="1"/>
          </p:nvPr>
        </p:nvSpPr>
        <p:spPr>
          <a:xfrm>
            <a:off x="268224" y="167876"/>
            <a:ext cx="4509375"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Tree>
    <p:extLst>
      <p:ext uri="{BB962C8B-B14F-4D97-AF65-F5344CB8AC3E}">
        <p14:creationId xmlns:p14="http://schemas.microsoft.com/office/powerpoint/2010/main" val="4298973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de: Dark Full Page with Title and Description">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573024"/>
            <a:ext cx="10515600" cy="543832"/>
          </a:xfrm>
        </p:spPr>
        <p:txBody>
          <a:bodyPr/>
          <a:lstStyle>
            <a:lvl1pPr>
              <a:defRPr>
                <a:solidFill>
                  <a:schemeClr val="bg1"/>
                </a:solidFill>
              </a:defRPr>
            </a:lvl1pPr>
          </a:lstStyle>
          <a:p>
            <a:r>
              <a:rPr lang="en-US"/>
              <a:t>Add Title Slide in Title Case</a:t>
            </a:r>
          </a:p>
        </p:txBody>
      </p:sp>
      <p:sp>
        <p:nvSpPr>
          <p:cNvPr id="5" name="Text Placeholder 6"/>
          <p:cNvSpPr>
            <a:spLocks noGrp="1"/>
          </p:cNvSpPr>
          <p:nvPr>
            <p:ph type="body" sz="quarter" idx="10" hasCustomPrompt="1"/>
          </p:nvPr>
        </p:nvSpPr>
        <p:spPr>
          <a:xfrm>
            <a:off x="268189" y="1950720"/>
            <a:ext cx="11643396" cy="4644952"/>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9" name="Text Placeholder 8"/>
          <p:cNvSpPr>
            <a:spLocks noGrp="1"/>
          </p:cNvSpPr>
          <p:nvPr>
            <p:ph type="body" sz="quarter" idx="18" hasCustomPrompt="1"/>
          </p:nvPr>
        </p:nvSpPr>
        <p:spPr>
          <a:xfrm>
            <a:off x="838200" y="1127760"/>
            <a:ext cx="10515600" cy="502705"/>
          </a:xfrm>
          <a:prstGeom prst="rect">
            <a:avLst/>
          </a:prstGeom>
        </p:spPr>
        <p:txBody>
          <a:bodyPr>
            <a:noAutofit/>
          </a:bodyPr>
          <a:lstStyle>
            <a:lvl1pPr algn="ctr">
              <a:spcBef>
                <a:spcPts val="0"/>
              </a:spcBef>
              <a:defRPr sz="2133" b="0" i="0">
                <a:solidFill>
                  <a:schemeClr val="bg1"/>
                </a:solidFill>
                <a:latin typeface="PS TT Commons Book" charset="0"/>
                <a:ea typeface="PS TT Commons Book" charset="0"/>
                <a:cs typeface="PS TT Commons Book" charset="0"/>
              </a:defRPr>
            </a:lvl1pPr>
          </a:lstStyle>
          <a:p>
            <a:pPr lvl="0"/>
            <a:r>
              <a:rPr lang="en-US"/>
              <a:t>Add a line of text here if needed</a:t>
            </a:r>
          </a:p>
        </p:txBody>
      </p:sp>
    </p:spTree>
    <p:extLst>
      <p:ext uri="{BB962C8B-B14F-4D97-AF65-F5344CB8AC3E}">
        <p14:creationId xmlns:p14="http://schemas.microsoft.com/office/powerpoint/2010/main" val="3793724462"/>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de: Light Full Page with Title and Description">
    <p:bg>
      <p:bgPr>
        <a:solidFill>
          <a:schemeClr val="bg1">
            <a:lumMod val="8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573024"/>
            <a:ext cx="10515600" cy="543832"/>
          </a:xfrm>
        </p:spPr>
        <p:txBody>
          <a:bodyPr/>
          <a:lstStyle>
            <a:lvl1pPr>
              <a:defRPr>
                <a:solidFill>
                  <a:schemeClr val="tx1"/>
                </a:solidFill>
              </a:defRPr>
            </a:lvl1pPr>
          </a:lstStyle>
          <a:p>
            <a:r>
              <a:rPr lang="en-US"/>
              <a:t>Add Title Slide in Title Case</a:t>
            </a:r>
          </a:p>
        </p:txBody>
      </p:sp>
      <p:sp>
        <p:nvSpPr>
          <p:cNvPr id="5" name="Text Placeholder 6"/>
          <p:cNvSpPr>
            <a:spLocks noGrp="1"/>
          </p:cNvSpPr>
          <p:nvPr>
            <p:ph type="body" sz="quarter" idx="10" hasCustomPrompt="1"/>
          </p:nvPr>
        </p:nvSpPr>
        <p:spPr>
          <a:xfrm>
            <a:off x="268189" y="1950720"/>
            <a:ext cx="11643396" cy="4644952"/>
          </a:xfrm>
          <a:prstGeom prst="rect">
            <a:avLst/>
          </a:prstGeom>
        </p:spPr>
        <p:txBody>
          <a:bodyPr anchor="ctr">
            <a:noAutofit/>
          </a:bodyPr>
          <a:lstStyle>
            <a:lvl1pPr marL="0" indent="0">
              <a:lnSpc>
                <a:spcPct val="110000"/>
              </a:lnSpc>
              <a:spcBef>
                <a:spcPts val="0"/>
              </a:spcBef>
              <a:buNone/>
              <a:defRPr sz="1733" baseline="0">
                <a:solidFill>
                  <a:schemeClr val="tx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9" name="Text Placeholder 8"/>
          <p:cNvSpPr>
            <a:spLocks noGrp="1"/>
          </p:cNvSpPr>
          <p:nvPr>
            <p:ph type="body" sz="quarter" idx="18" hasCustomPrompt="1"/>
          </p:nvPr>
        </p:nvSpPr>
        <p:spPr>
          <a:xfrm>
            <a:off x="838200" y="1127760"/>
            <a:ext cx="10515600" cy="502705"/>
          </a:xfrm>
          <a:prstGeom prst="rect">
            <a:avLst/>
          </a:prstGeom>
        </p:spPr>
        <p:txBody>
          <a:bodyPr>
            <a:noAutofit/>
          </a:bodyPr>
          <a:lstStyle>
            <a:lvl1pPr algn="ctr">
              <a:spcBef>
                <a:spcPts val="0"/>
              </a:spcBef>
              <a:defRPr sz="2133" b="0" i="0">
                <a:solidFill>
                  <a:schemeClr val="tx1"/>
                </a:solidFill>
                <a:latin typeface="PS TT Commons Book" charset="0"/>
                <a:ea typeface="PS TT Commons Book" charset="0"/>
                <a:cs typeface="PS TT Commons Book" charset="0"/>
              </a:defRPr>
            </a:lvl1pPr>
          </a:lstStyle>
          <a:p>
            <a:pPr lvl="0"/>
            <a:r>
              <a:rPr lang="en-US"/>
              <a:t>Add a line of text here if needed</a:t>
            </a:r>
          </a:p>
        </p:txBody>
      </p:sp>
    </p:spTree>
    <p:extLst>
      <p:ext uri="{BB962C8B-B14F-4D97-AF65-F5344CB8AC3E}">
        <p14:creationId xmlns:p14="http://schemas.microsoft.com/office/powerpoint/2010/main" val="22520543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de: Title Half Page with Tab and Output">
    <p:bg>
      <p:bgPr>
        <a:solidFill>
          <a:schemeClr val="bg2">
            <a:lumMod val="25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573024"/>
            <a:ext cx="10515600" cy="543832"/>
          </a:xfrm>
        </p:spPr>
        <p:txBody>
          <a:bodyPr/>
          <a:lstStyle>
            <a:lvl1pPr>
              <a:defRPr baseline="0">
                <a:solidFill>
                  <a:schemeClr val="bg1"/>
                </a:solidFill>
              </a:defRPr>
            </a:lvl1pPr>
          </a:lstStyle>
          <a:p>
            <a:r>
              <a:rPr lang="en-US"/>
              <a:t>Add Title Slide in Title Case</a:t>
            </a:r>
          </a:p>
        </p:txBody>
      </p:sp>
      <p:sp>
        <p:nvSpPr>
          <p:cNvPr id="3" name="Text Placeholder 8"/>
          <p:cNvSpPr>
            <a:spLocks noGrp="1"/>
          </p:cNvSpPr>
          <p:nvPr>
            <p:ph type="body" sz="quarter" idx="18" hasCustomPrompt="1"/>
          </p:nvPr>
        </p:nvSpPr>
        <p:spPr>
          <a:xfrm>
            <a:off x="838200" y="1127760"/>
            <a:ext cx="10515600" cy="502705"/>
          </a:xfrm>
          <a:prstGeom prst="rect">
            <a:avLst/>
          </a:prstGeom>
        </p:spPr>
        <p:txBody>
          <a:bodyPr>
            <a:noAutofit/>
          </a:bodyPr>
          <a:lstStyle>
            <a:lvl1pPr marL="0" indent="0" algn="ctr">
              <a:spcBef>
                <a:spcPts val="0"/>
              </a:spcBef>
              <a:defRPr sz="2133" b="0" i="0">
                <a:solidFill>
                  <a:schemeClr val="bg1"/>
                </a:solidFill>
                <a:latin typeface="PS TT Commons Book" charset="0"/>
                <a:ea typeface="PS TT Commons Book" charset="0"/>
                <a:cs typeface="PS TT Commons Book" charset="0"/>
              </a:defRPr>
            </a:lvl1pPr>
          </a:lstStyle>
          <a:p>
            <a:pPr lvl="0"/>
            <a:r>
              <a:rPr lang="en-US"/>
              <a:t>Add a line of text here if needed</a:t>
            </a:r>
          </a:p>
        </p:txBody>
      </p:sp>
      <p:sp>
        <p:nvSpPr>
          <p:cNvPr id="4" name="Rectangle 3"/>
          <p:cNvSpPr/>
          <p:nvPr/>
        </p:nvSpPr>
        <p:spPr>
          <a:xfrm>
            <a:off x="-1" y="2295434"/>
            <a:ext cx="12192001" cy="2616241"/>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5" name="Rectangle 4"/>
          <p:cNvSpPr/>
          <p:nvPr/>
        </p:nvSpPr>
        <p:spPr>
          <a:xfrm>
            <a:off x="0" y="1710660"/>
            <a:ext cx="4014264" cy="795127"/>
          </a:xfrm>
          <a:prstGeom prst="rect">
            <a:avLst/>
          </a:prstGeom>
          <a:solidFill>
            <a:schemeClr val="bg2">
              <a:lumMod val="10000"/>
            </a:schemeClr>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ctr"/>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6" name="Text Placeholder 6"/>
          <p:cNvSpPr>
            <a:spLocks noGrp="1"/>
          </p:cNvSpPr>
          <p:nvPr>
            <p:ph type="body" sz="quarter" idx="10" hasCustomPrompt="1"/>
          </p:nvPr>
        </p:nvSpPr>
        <p:spPr>
          <a:xfrm>
            <a:off x="268224" y="2505787"/>
            <a:ext cx="11583534" cy="2155213"/>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7" name="Text Placeholder 9"/>
          <p:cNvSpPr>
            <a:spLocks noGrp="1"/>
          </p:cNvSpPr>
          <p:nvPr>
            <p:ph type="body" sz="quarter" idx="17" hasCustomPrompt="1"/>
          </p:nvPr>
        </p:nvSpPr>
        <p:spPr>
          <a:xfrm>
            <a:off x="268224" y="1835258"/>
            <a:ext cx="3223292" cy="419853"/>
          </a:xfrm>
          <a:prstGeom prst="rect">
            <a:avLst/>
          </a:prstGeom>
        </p:spPr>
        <p:txBody>
          <a:bodyPr lIns="0" anchor="ctr">
            <a:noAutofit/>
          </a:bodyPr>
          <a:lstStyle>
            <a:lvl1pPr>
              <a:defRPr sz="1867" b="1" i="0">
                <a:solidFill>
                  <a:schemeClr val="bg1"/>
                </a:solidFill>
                <a:latin typeface="+mn-lt"/>
                <a:ea typeface="PS TT Commons DemiBold" charset="0"/>
                <a:cs typeface="PS TT Commons DemiBold" charset="0"/>
              </a:defRPr>
            </a:lvl1pPr>
          </a:lstStyle>
          <a:p>
            <a:pPr lvl="0"/>
            <a:r>
              <a:rPr lang="en-US"/>
              <a:t>Filename.here</a:t>
            </a:r>
            <a:endParaRPr lang="en-US" dirty="0"/>
          </a:p>
        </p:txBody>
      </p:sp>
      <p:sp>
        <p:nvSpPr>
          <p:cNvPr id="8" name="Rectangle 7"/>
          <p:cNvSpPr/>
          <p:nvPr/>
        </p:nvSpPr>
        <p:spPr>
          <a:xfrm>
            <a:off x="-3" y="4911676"/>
            <a:ext cx="12192003" cy="1946325"/>
          </a:xfrm>
          <a:prstGeom prst="rect">
            <a:avLst/>
          </a:prstGeom>
          <a:solidFill>
            <a:schemeClr val="bg1"/>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9" name="Text Placeholder 6"/>
          <p:cNvSpPr>
            <a:spLocks noGrp="1"/>
          </p:cNvSpPr>
          <p:nvPr>
            <p:ph type="body" sz="quarter" idx="11" hasCustomPrompt="1"/>
          </p:nvPr>
        </p:nvSpPr>
        <p:spPr>
          <a:xfrm>
            <a:off x="268224" y="5010912"/>
            <a:ext cx="11583533" cy="1584760"/>
          </a:xfrm>
          <a:prstGeom prst="rect">
            <a:avLst/>
          </a:prstGeom>
        </p:spPr>
        <p:txBody>
          <a:bodyPr anchor="t" anchorCtr="0">
            <a:noAutofit/>
          </a:bodyPr>
          <a:lstStyle>
            <a:lvl1pPr marL="0" indent="0">
              <a:lnSpc>
                <a:spcPct val="110000"/>
              </a:lnSpc>
              <a:spcBef>
                <a:spcPts val="0"/>
              </a:spcBef>
              <a:buNone/>
              <a:defRPr sz="1733" baseline="0">
                <a:solidFill>
                  <a:schemeClr val="tx1">
                    <a:lumMod val="75000"/>
                  </a:schemeClr>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a:t>&gt; Console</a:t>
            </a:r>
            <a:endParaRPr lang="en-US" dirty="0"/>
          </a:p>
        </p:txBody>
      </p:sp>
    </p:spTree>
    <p:extLst>
      <p:ext uri="{BB962C8B-B14F-4D97-AF65-F5344CB8AC3E}">
        <p14:creationId xmlns:p14="http://schemas.microsoft.com/office/powerpoint/2010/main" val="276455272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de: Dark Half Page Horizontal">
    <p:bg>
      <p:bgPr>
        <a:solidFill>
          <a:schemeClr val="bg2">
            <a:lumMod val="10000"/>
          </a:schemeClr>
        </a:solidFill>
        <a:effectLst/>
      </p:bgPr>
    </p:bg>
    <p:spTree>
      <p:nvGrpSpPr>
        <p:cNvPr id="1" name=""/>
        <p:cNvGrpSpPr/>
        <p:nvPr/>
      </p:nvGrpSpPr>
      <p:grpSpPr>
        <a:xfrm>
          <a:off x="0" y="0"/>
          <a:ext cx="0" cy="0"/>
          <a:chOff x="0" y="0"/>
          <a:chExt cx="0" cy="0"/>
        </a:xfrm>
      </p:grpSpPr>
      <p:sp>
        <p:nvSpPr>
          <p:cNvPr id="8" name="Rectangle 7"/>
          <p:cNvSpPr/>
          <p:nvPr/>
        </p:nvSpPr>
        <p:spPr>
          <a:xfrm>
            <a:off x="-3" y="4230625"/>
            <a:ext cx="12192003" cy="2627376"/>
          </a:xfrm>
          <a:prstGeom prst="rect">
            <a:avLst/>
          </a:prstGeom>
          <a:solidFill>
            <a:schemeClr val="bg1"/>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2" name="Title 1"/>
          <p:cNvSpPr>
            <a:spLocks noGrp="1"/>
          </p:cNvSpPr>
          <p:nvPr>
            <p:ph type="title" hasCustomPrompt="1"/>
          </p:nvPr>
        </p:nvSpPr>
        <p:spPr>
          <a:xfrm>
            <a:off x="268187" y="4484497"/>
            <a:ext cx="11655588" cy="543832"/>
          </a:xfrm>
        </p:spPr>
        <p:txBody>
          <a:bodyPr>
            <a:noAutofit/>
          </a:bodyPr>
          <a:lstStyle>
            <a:lvl1pPr algn="l">
              <a:defRPr sz="2933" baseline="0">
                <a:solidFill>
                  <a:schemeClr val="tx1"/>
                </a:solidFill>
              </a:defRPr>
            </a:lvl1pPr>
          </a:lstStyle>
          <a:p>
            <a:r>
              <a:rPr lang="en-US"/>
              <a:t>Add Title Slide in Title Case</a:t>
            </a:r>
          </a:p>
        </p:txBody>
      </p:sp>
      <p:sp>
        <p:nvSpPr>
          <p:cNvPr id="3" name="Text Placeholder 8"/>
          <p:cNvSpPr>
            <a:spLocks noGrp="1"/>
          </p:cNvSpPr>
          <p:nvPr>
            <p:ph type="body" sz="quarter" idx="18"/>
          </p:nvPr>
        </p:nvSpPr>
        <p:spPr>
          <a:xfrm>
            <a:off x="268187" y="5113867"/>
            <a:ext cx="11655588" cy="1421045"/>
          </a:xfrm>
          <a:prstGeom prst="rect">
            <a:avLst/>
          </a:prstGeom>
        </p:spPr>
        <p:txBody>
          <a:bodyPr lIns="91440">
            <a:noAutofit/>
          </a:bodyPr>
          <a:lstStyle>
            <a:lvl1pPr marL="0" indent="0" algn="l">
              <a:lnSpc>
                <a:spcPct val="100000"/>
              </a:lnSpc>
              <a:spcBef>
                <a:spcPts val="0"/>
              </a:spcBef>
              <a:buFont typeface="Arial" charset="0"/>
              <a:buNone/>
              <a:defRPr sz="2000" b="0" i="0">
                <a:solidFill>
                  <a:schemeClr val="tx1"/>
                </a:solidFill>
                <a:latin typeface="+mn-lt"/>
                <a:ea typeface="PS TT Commons Medium" charset="0"/>
                <a:cs typeface="PS TT Commons Medium" charset="0"/>
              </a:defRPr>
            </a:lvl1pPr>
          </a:lstStyle>
          <a:p>
            <a:pPr lvl="0"/>
            <a:endParaRPr lang="en-US"/>
          </a:p>
        </p:txBody>
      </p:sp>
      <p:sp>
        <p:nvSpPr>
          <p:cNvPr id="6" name="Text Placeholder 6"/>
          <p:cNvSpPr>
            <a:spLocks noGrp="1"/>
          </p:cNvSpPr>
          <p:nvPr>
            <p:ph type="body" sz="quarter" idx="10" hasCustomPrompt="1"/>
          </p:nvPr>
        </p:nvSpPr>
        <p:spPr>
          <a:xfrm>
            <a:off x="268189" y="292609"/>
            <a:ext cx="11655588" cy="3711471"/>
          </a:xfrm>
          <a:prstGeom prst="rect">
            <a:avLst/>
          </a:prstGeom>
        </p:spPr>
        <p:txBody>
          <a:bodyPr anchor="b">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Tree>
    <p:extLst>
      <p:ext uri="{BB962C8B-B14F-4D97-AF65-F5344CB8AC3E}">
        <p14:creationId xmlns:p14="http://schemas.microsoft.com/office/powerpoint/2010/main" val="2194279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de: Light Half Page Horizontal">
    <p:bg>
      <p:bgPr>
        <a:solidFill>
          <a:schemeClr val="bg1">
            <a:lumMod val="85000"/>
          </a:schemeClr>
        </a:solidFill>
        <a:effectLst/>
      </p:bgPr>
    </p:bg>
    <p:spTree>
      <p:nvGrpSpPr>
        <p:cNvPr id="1" name=""/>
        <p:cNvGrpSpPr/>
        <p:nvPr/>
      </p:nvGrpSpPr>
      <p:grpSpPr>
        <a:xfrm>
          <a:off x="0" y="0"/>
          <a:ext cx="0" cy="0"/>
          <a:chOff x="0" y="0"/>
          <a:chExt cx="0" cy="0"/>
        </a:xfrm>
      </p:grpSpPr>
      <p:sp>
        <p:nvSpPr>
          <p:cNvPr id="8" name="Rectangle 7"/>
          <p:cNvSpPr/>
          <p:nvPr/>
        </p:nvSpPr>
        <p:spPr>
          <a:xfrm>
            <a:off x="-3" y="4230625"/>
            <a:ext cx="12192003" cy="2627376"/>
          </a:xfrm>
          <a:prstGeom prst="rect">
            <a:avLst/>
          </a:prstGeom>
          <a:solidFill>
            <a:schemeClr val="bg1"/>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2" name="Title 1"/>
          <p:cNvSpPr>
            <a:spLocks noGrp="1"/>
          </p:cNvSpPr>
          <p:nvPr>
            <p:ph type="title" hasCustomPrompt="1"/>
          </p:nvPr>
        </p:nvSpPr>
        <p:spPr>
          <a:xfrm>
            <a:off x="268187" y="4484497"/>
            <a:ext cx="11655588" cy="543832"/>
          </a:xfrm>
        </p:spPr>
        <p:txBody>
          <a:bodyPr/>
          <a:lstStyle>
            <a:lvl1pPr algn="l">
              <a:defRPr sz="2933" baseline="0">
                <a:solidFill>
                  <a:schemeClr val="tx1"/>
                </a:solidFill>
              </a:defRPr>
            </a:lvl1pPr>
          </a:lstStyle>
          <a:p>
            <a:r>
              <a:rPr lang="en-US"/>
              <a:t>Add Title Slide in Title Case</a:t>
            </a:r>
          </a:p>
        </p:txBody>
      </p:sp>
      <p:sp>
        <p:nvSpPr>
          <p:cNvPr id="6" name="Text Placeholder 6"/>
          <p:cNvSpPr>
            <a:spLocks noGrp="1"/>
          </p:cNvSpPr>
          <p:nvPr>
            <p:ph type="body" sz="quarter" idx="10" hasCustomPrompt="1"/>
          </p:nvPr>
        </p:nvSpPr>
        <p:spPr>
          <a:xfrm>
            <a:off x="268189" y="292609"/>
            <a:ext cx="11655588" cy="3711471"/>
          </a:xfrm>
          <a:prstGeom prst="rect">
            <a:avLst/>
          </a:prstGeom>
        </p:spPr>
        <p:txBody>
          <a:bodyPr anchor="b">
            <a:noAutofit/>
          </a:bodyPr>
          <a:lstStyle>
            <a:lvl1pPr marL="0" indent="0">
              <a:lnSpc>
                <a:spcPct val="110000"/>
              </a:lnSpc>
              <a:buNone/>
              <a:defRPr sz="1733" baseline="0">
                <a:solidFill>
                  <a:schemeClr val="tx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
        <p:nvSpPr>
          <p:cNvPr id="7" name="Text Placeholder 8"/>
          <p:cNvSpPr>
            <a:spLocks noGrp="1"/>
          </p:cNvSpPr>
          <p:nvPr>
            <p:ph type="body" sz="quarter" idx="18" hasCustomPrompt="1"/>
          </p:nvPr>
        </p:nvSpPr>
        <p:spPr>
          <a:xfrm>
            <a:off x="268187" y="5113867"/>
            <a:ext cx="11655588" cy="1421045"/>
          </a:xfrm>
          <a:prstGeom prst="rect">
            <a:avLst/>
          </a:prstGeom>
        </p:spPr>
        <p:txBody>
          <a:bodyPr lIns="91440">
            <a:noAutofit/>
          </a:bodyPr>
          <a:lstStyle>
            <a:lvl1pPr marL="0" indent="0" algn="l">
              <a:lnSpc>
                <a:spcPct val="100000"/>
              </a:lnSpc>
              <a:spcBef>
                <a:spcPts val="0"/>
              </a:spcBef>
              <a:buNone/>
              <a:defRPr sz="2000" b="0" i="0">
                <a:solidFill>
                  <a:schemeClr val="tx1"/>
                </a:solidFill>
                <a:latin typeface="+mn-lt"/>
                <a:ea typeface="PS TT Commons Medium" charset="0"/>
                <a:cs typeface="PS TT Commons Medium" charset="0"/>
              </a:defRPr>
            </a:lvl1pPr>
          </a:lstStyle>
          <a:p>
            <a:pPr lvl="0"/>
            <a:r>
              <a:rPr lang="en-US"/>
              <a:t>Add text here</a:t>
            </a:r>
          </a:p>
        </p:txBody>
      </p:sp>
    </p:spTree>
    <p:extLst>
      <p:ext uri="{BB962C8B-B14F-4D97-AF65-F5344CB8AC3E}">
        <p14:creationId xmlns:p14="http://schemas.microsoft.com/office/powerpoint/2010/main" val="159653388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Code: Dark Full Page with Title">
    <p:bg>
      <p:bgPr>
        <a:solidFill>
          <a:schemeClr val="bg2">
            <a:lumMod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573024"/>
            <a:ext cx="10515600" cy="543832"/>
          </a:xfrm>
        </p:spPr>
        <p:txBody>
          <a:bodyPr/>
          <a:lstStyle>
            <a:lvl1pPr>
              <a:defRPr>
                <a:solidFill>
                  <a:schemeClr val="bg1"/>
                </a:solidFill>
              </a:defRPr>
            </a:lvl1pPr>
          </a:lstStyle>
          <a:p>
            <a:r>
              <a:rPr lang="en-US"/>
              <a:t>Add Title Slide in Title Case</a:t>
            </a:r>
          </a:p>
        </p:txBody>
      </p:sp>
      <p:sp>
        <p:nvSpPr>
          <p:cNvPr id="5" name="Text Placeholder 6"/>
          <p:cNvSpPr>
            <a:spLocks noGrp="1"/>
          </p:cNvSpPr>
          <p:nvPr>
            <p:ph type="body" sz="quarter" idx="10" hasCustomPrompt="1"/>
          </p:nvPr>
        </p:nvSpPr>
        <p:spPr>
          <a:xfrm>
            <a:off x="268189" y="1365504"/>
            <a:ext cx="11643396" cy="5181600"/>
          </a:xfrm>
          <a:prstGeom prst="rect">
            <a:avLst/>
          </a:prstGeom>
        </p:spPr>
        <p:txBody>
          <a:bodyPr anchor="ctr">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Tree>
    <p:extLst>
      <p:ext uri="{BB962C8B-B14F-4D97-AF65-F5344CB8AC3E}">
        <p14:creationId xmlns:p14="http://schemas.microsoft.com/office/powerpoint/2010/main" val="17522842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Code: Light Full Page with Title">
    <p:bg>
      <p:bgPr>
        <a:solidFill>
          <a:srgbClr val="D9D9D9"/>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573024"/>
            <a:ext cx="10515600" cy="543832"/>
          </a:xfrm>
        </p:spPr>
        <p:txBody>
          <a:bodyPr/>
          <a:lstStyle>
            <a:lvl1pPr>
              <a:defRPr>
                <a:solidFill>
                  <a:schemeClr val="tx1"/>
                </a:solidFill>
              </a:defRPr>
            </a:lvl1pPr>
          </a:lstStyle>
          <a:p>
            <a:r>
              <a:rPr lang="en-US"/>
              <a:t>Add Title Slide in Title Case</a:t>
            </a:r>
          </a:p>
        </p:txBody>
      </p:sp>
      <p:sp>
        <p:nvSpPr>
          <p:cNvPr id="5" name="Text Placeholder 6"/>
          <p:cNvSpPr>
            <a:spLocks noGrp="1"/>
          </p:cNvSpPr>
          <p:nvPr>
            <p:ph type="body" sz="quarter" idx="10" hasCustomPrompt="1"/>
          </p:nvPr>
        </p:nvSpPr>
        <p:spPr>
          <a:xfrm>
            <a:off x="268189" y="1365504"/>
            <a:ext cx="11643396" cy="5181600"/>
          </a:xfrm>
          <a:prstGeom prst="rect">
            <a:avLst/>
          </a:prstGeom>
        </p:spPr>
        <p:txBody>
          <a:bodyPr anchor="ctr">
            <a:noAutofit/>
          </a:bodyPr>
          <a:lstStyle>
            <a:lvl1pPr marL="0" indent="0">
              <a:lnSpc>
                <a:spcPct val="110000"/>
              </a:lnSpc>
              <a:spcBef>
                <a:spcPts val="0"/>
              </a:spcBef>
              <a:buNone/>
              <a:defRPr sz="1733" baseline="0">
                <a:solidFill>
                  <a:schemeClr val="tx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pPr lvl="0"/>
            <a:r>
              <a:rPr lang="en-US" dirty="0"/>
              <a:t>Add code here</a:t>
            </a:r>
          </a:p>
        </p:txBody>
      </p:sp>
    </p:spTree>
    <p:extLst>
      <p:ext uri="{BB962C8B-B14F-4D97-AF65-F5344CB8AC3E}">
        <p14:creationId xmlns:p14="http://schemas.microsoft.com/office/powerpoint/2010/main" val="216626929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Code: Dark Half Page Vertical with Points">
    <p:bg>
      <p:bgPr>
        <a:solidFill>
          <a:schemeClr val="bg2">
            <a:lumMod val="10000"/>
          </a:schemeClr>
        </a:solidFill>
        <a:effectLst/>
      </p:bgPr>
    </p:bg>
    <p:spTree>
      <p:nvGrpSpPr>
        <p:cNvPr id="1" name=""/>
        <p:cNvGrpSpPr/>
        <p:nvPr/>
      </p:nvGrpSpPr>
      <p:grpSpPr>
        <a:xfrm>
          <a:off x="0" y="0"/>
          <a:ext cx="0" cy="0"/>
          <a:chOff x="0" y="0"/>
          <a:chExt cx="0" cy="0"/>
        </a:xfrm>
      </p:grpSpPr>
      <p:sp>
        <p:nvSpPr>
          <p:cNvPr id="8" name="Rectangle 7"/>
          <p:cNvSpPr/>
          <p:nvPr/>
        </p:nvSpPr>
        <p:spPr>
          <a:xfrm>
            <a:off x="6108192" y="1"/>
            <a:ext cx="6083808" cy="6858001"/>
          </a:xfrm>
          <a:prstGeom prst="rect">
            <a:avLst/>
          </a:prstGeom>
          <a:solidFill>
            <a:schemeClr val="bg1"/>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6" name="Text Placeholder 6"/>
          <p:cNvSpPr>
            <a:spLocks noGrp="1"/>
          </p:cNvSpPr>
          <p:nvPr>
            <p:ph type="body" sz="quarter" idx="10" hasCustomPrompt="1"/>
          </p:nvPr>
        </p:nvSpPr>
        <p:spPr>
          <a:xfrm>
            <a:off x="268189" y="304799"/>
            <a:ext cx="5486436" cy="6187440"/>
          </a:xfrm>
          <a:prstGeom prst="rect">
            <a:avLst/>
          </a:prstGeom>
        </p:spPr>
        <p:txBody>
          <a:bodyPr anchor="t">
            <a:noAutofit/>
          </a:bodyPr>
          <a:lstStyle>
            <a:lvl1pPr marL="0" indent="0">
              <a:lnSpc>
                <a:spcPct val="110000"/>
              </a:lnSpc>
              <a:spcBef>
                <a:spcPts val="0"/>
              </a:spcBef>
              <a:buNone/>
              <a:defRPr sz="1733" baseline="0">
                <a:solidFill>
                  <a:schemeClr val="bg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r>
              <a:rPr lang="en-US" dirty="0"/>
              <a:t>// Put code on this side</a:t>
            </a:r>
          </a:p>
          <a:p>
            <a:r>
              <a:rPr lang="en-US" dirty="0"/>
              <a:t>let website = {</a:t>
            </a:r>
            <a:br>
              <a:rPr lang="en-US" dirty="0"/>
            </a:br>
            <a:r>
              <a:rPr lang="en-US" dirty="0"/>
              <a:t>  name: 'Pluralsight',</a:t>
            </a:r>
          </a:p>
          <a:p>
            <a:pPr>
              <a:spcBef>
                <a:spcPts val="300"/>
              </a:spcBef>
            </a:pPr>
            <a:r>
              <a:rPr lang="en-US" dirty="0"/>
              <a:t>  </a:t>
            </a:r>
            <a:r>
              <a:rPr lang="en-US" dirty="0" err="1"/>
              <a:t>url</a:t>
            </a:r>
            <a:r>
              <a:rPr lang="en-US" dirty="0"/>
              <a:t>: 'https://</a:t>
            </a:r>
            <a:r>
              <a:rPr lang="en-US" dirty="0" err="1"/>
              <a:t>pluralsight.com</a:t>
            </a:r>
            <a:r>
              <a:rPr lang="en-US" dirty="0"/>
              <a:t>'</a:t>
            </a:r>
            <a:br>
              <a:rPr lang="en-US" dirty="0"/>
            </a:br>
            <a:r>
              <a:rPr lang="en-US" dirty="0"/>
              <a:t>};</a:t>
            </a:r>
          </a:p>
          <a:p>
            <a:pPr>
              <a:spcBef>
                <a:spcPts val="0"/>
              </a:spcBef>
            </a:pPr>
            <a:br>
              <a:rPr lang="en-US" dirty="0"/>
            </a:br>
            <a:r>
              <a:rPr lang="en-US" dirty="0"/>
              <a:t>function </a:t>
            </a:r>
            <a:r>
              <a:rPr lang="en-US" dirty="0" err="1"/>
              <a:t>makeUrl</a:t>
            </a:r>
            <a:r>
              <a:rPr lang="en-US" dirty="0"/>
              <a:t>() {}</a:t>
            </a:r>
          </a:p>
          <a:p>
            <a:pPr>
              <a:spcBef>
                <a:spcPts val="0"/>
              </a:spcBef>
            </a:pPr>
            <a:endParaRPr lang="en-US" dirty="0"/>
          </a:p>
          <a:p>
            <a:pPr>
              <a:spcBef>
                <a:spcPts val="0"/>
              </a:spcBef>
            </a:pPr>
            <a:r>
              <a:rPr lang="en-US" dirty="0"/>
              <a:t>let sites = []</a:t>
            </a:r>
          </a:p>
          <a:p>
            <a:pPr>
              <a:spcBef>
                <a:spcPts val="0"/>
              </a:spcBef>
            </a:pPr>
            <a:r>
              <a:rPr lang="en-US" dirty="0" err="1"/>
              <a:t>sites.push</a:t>
            </a:r>
            <a:r>
              <a:rPr lang="en-US" dirty="0"/>
              <a:t>(website)</a:t>
            </a:r>
          </a:p>
          <a:p>
            <a:pPr>
              <a:spcBef>
                <a:spcPts val="0"/>
              </a:spcBef>
            </a:pPr>
            <a:endParaRPr lang="en-US" dirty="0"/>
          </a:p>
          <a:p>
            <a:pPr>
              <a:spcBef>
                <a:spcPts val="0"/>
              </a:spcBef>
            </a:pPr>
            <a:r>
              <a:rPr lang="en-US" dirty="0" err="1"/>
              <a:t>console.log</a:t>
            </a:r>
            <a:r>
              <a:rPr lang="en-US" dirty="0"/>
              <a:t>(sites[0].name</a:t>
            </a:r>
          </a:p>
        </p:txBody>
      </p:sp>
      <p:sp>
        <p:nvSpPr>
          <p:cNvPr id="7" name="Text Placeholder 5"/>
          <p:cNvSpPr>
            <a:spLocks noGrp="1"/>
          </p:cNvSpPr>
          <p:nvPr>
            <p:ph type="body" sz="quarter" idx="18" hasCustomPrompt="1"/>
          </p:nvPr>
        </p:nvSpPr>
        <p:spPr>
          <a:xfrm>
            <a:off x="6273666" y="304799"/>
            <a:ext cx="5650992" cy="6187440"/>
          </a:xfrm>
          <a:prstGeom prst="rect">
            <a:avLst/>
          </a:prstGeom>
        </p:spPr>
        <p:txBody>
          <a:bodyPr>
            <a:noAutofit/>
          </a:bodyPr>
          <a:lstStyle>
            <a:lvl1pPr marL="178232" indent="-239195">
              <a:lnSpc>
                <a:spcPct val="120000"/>
              </a:lnSpc>
              <a:spcBef>
                <a:spcPts val="0"/>
              </a:spcBef>
              <a:buSzPct val="70000"/>
              <a:buFont typeface="Wingdings 3" panose="05040102010807070707" pitchFamily="18" charset="2"/>
              <a:buChar char="t"/>
              <a:tabLst/>
              <a:defRPr sz="1867" b="0" i="0" baseline="0">
                <a:solidFill>
                  <a:schemeClr val="tx1"/>
                </a:solidFill>
                <a:latin typeface="+mn-lt"/>
                <a:ea typeface="PS TT Commons Medium" charset="0"/>
                <a:cs typeface="PS TT Commons Medium" charset="0"/>
              </a:defRPr>
            </a:lvl1pPr>
            <a:lvl2pPr marL="378903" indent="0">
              <a:lnSpc>
                <a:spcPts val="2667"/>
              </a:lnSpc>
              <a:buFontTx/>
              <a:buNone/>
              <a:defRPr/>
            </a:lvl2pPr>
            <a:lvl3pPr marL="378903" indent="0">
              <a:buFontTx/>
              <a:buNone/>
              <a:defRPr/>
            </a:lvl3pPr>
            <a:lvl4pPr marL="378903" indent="0">
              <a:buFontTx/>
              <a:buNone/>
              <a:defRPr/>
            </a:lvl4pPr>
            <a:lvl5pPr marL="378903" indent="0">
              <a:buFontTx/>
              <a:buNone/>
              <a:defRPr/>
            </a:lvl5pPr>
          </a:lstStyle>
          <a:p>
            <a:pPr marL="267335">
              <a:lnSpc>
                <a:spcPct val="120000"/>
              </a:lnSpc>
            </a:pPr>
            <a:r>
              <a:rPr lang="en-US" dirty="0"/>
              <a:t>Line up with these notes</a:t>
            </a:r>
          </a:p>
          <a:p>
            <a:pPr marL="267335">
              <a:lnSpc>
                <a:spcPct val="120000"/>
              </a:lnSpc>
            </a:pPr>
            <a:endParaRPr lang="en-US" dirty="0"/>
          </a:p>
          <a:p>
            <a:pPr marL="267335">
              <a:lnSpc>
                <a:spcPct val="120000"/>
              </a:lnSpc>
            </a:pPr>
            <a:r>
              <a:rPr lang="en-US" dirty="0"/>
              <a:t>Create an object</a:t>
            </a:r>
            <a:br>
              <a:rPr lang="en-US" dirty="0"/>
            </a:br>
            <a:br>
              <a:rPr lang="en-US" dirty="0"/>
            </a:br>
            <a:br>
              <a:rPr lang="en-US" dirty="0"/>
            </a:br>
            <a:endParaRPr lang="en-US" dirty="0"/>
          </a:p>
          <a:p>
            <a:pPr marL="267335">
              <a:lnSpc>
                <a:spcPct val="120000"/>
              </a:lnSpc>
            </a:pPr>
            <a:r>
              <a:rPr lang="en-US" dirty="0"/>
              <a:t>Define a function</a:t>
            </a:r>
            <a:br>
              <a:rPr lang="en-US" dirty="0"/>
            </a:br>
            <a:endParaRPr lang="en-US" dirty="0"/>
          </a:p>
          <a:p>
            <a:pPr marL="267335">
              <a:lnSpc>
                <a:spcPct val="120000"/>
              </a:lnSpc>
            </a:pPr>
            <a:r>
              <a:rPr lang="en-US" dirty="0"/>
              <a:t>Add the object to an array</a:t>
            </a:r>
          </a:p>
          <a:p>
            <a:pPr marL="267335">
              <a:lnSpc>
                <a:spcPct val="120000"/>
              </a:lnSpc>
            </a:pPr>
            <a:endParaRPr lang="en-US" dirty="0"/>
          </a:p>
          <a:p>
            <a:pPr marL="267335">
              <a:lnSpc>
                <a:spcPct val="120000"/>
              </a:lnSpc>
            </a:pPr>
            <a:r>
              <a:rPr lang="en-US" dirty="0"/>
              <a:t>Log the site name to the console</a:t>
            </a:r>
          </a:p>
        </p:txBody>
      </p:sp>
    </p:spTree>
    <p:extLst>
      <p:ext uri="{BB962C8B-B14F-4D97-AF65-F5344CB8AC3E}">
        <p14:creationId xmlns:p14="http://schemas.microsoft.com/office/powerpoint/2010/main" val="3099230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rgbClr val="BEBEBE"/>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rgbClr val="BEBEBE"/>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rgbClr val="BEBEBE"/>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rgbClr val="BEBEBE"/>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6" end="6"/>
                                            </p:txEl>
                                          </p:spTgt>
                                        </p:tgtEl>
                                        <p:attrNameLst>
                                          <p:attrName>ppt_c</p:attrName>
                                        </p:attrNameLst>
                                      </p:cBhvr>
                                      <p:to>
                                        <a:srgbClr val="BEBEBE"/>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rgbClr val="BEBEBE"/>
                      </p:to>
                    </p:animClr>
                  </p:subTnLst>
                </p:cTn>
              </p:par>
            </p:tnLst>
          </p:tmpl>
        </p:tmplLst>
      </p:bldP>
    </p:bld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1_Code: Dark Half Page Vertical with Points">
    <p:bg>
      <p:bgPr>
        <a:solidFill>
          <a:schemeClr val="bg1">
            <a:lumMod val="85000"/>
          </a:schemeClr>
        </a:solidFill>
        <a:effectLst/>
      </p:bgPr>
    </p:bg>
    <p:spTree>
      <p:nvGrpSpPr>
        <p:cNvPr id="1" name=""/>
        <p:cNvGrpSpPr/>
        <p:nvPr/>
      </p:nvGrpSpPr>
      <p:grpSpPr>
        <a:xfrm>
          <a:off x="0" y="0"/>
          <a:ext cx="0" cy="0"/>
          <a:chOff x="0" y="0"/>
          <a:chExt cx="0" cy="0"/>
        </a:xfrm>
      </p:grpSpPr>
      <p:sp>
        <p:nvSpPr>
          <p:cNvPr id="8" name="Rectangle 7"/>
          <p:cNvSpPr/>
          <p:nvPr/>
        </p:nvSpPr>
        <p:spPr>
          <a:xfrm>
            <a:off x="6108192" y="1"/>
            <a:ext cx="6083808" cy="6858001"/>
          </a:xfrm>
          <a:prstGeom prst="rect">
            <a:avLst/>
          </a:prstGeom>
          <a:solidFill>
            <a:schemeClr val="bg1"/>
          </a:solidFill>
          <a:ln>
            <a:noFill/>
          </a:ln>
          <a:effectLst/>
        </p:spPr>
        <p:style>
          <a:lnRef idx="2">
            <a:schemeClr val="accent1"/>
          </a:lnRef>
          <a:fillRef idx="0">
            <a:schemeClr val="accent1"/>
          </a:fillRef>
          <a:effectRef idx="1">
            <a:schemeClr val="accent1"/>
          </a:effectRef>
          <a:fontRef idx="minor">
            <a:schemeClr val="tx1"/>
          </a:fontRef>
        </p:style>
        <p:txBody>
          <a:bodyPr lIns="243840" tIns="243840" rIns="243840" bIns="243840" rtlCol="0" anchor="t" anchorCtr="0"/>
          <a:lstStyle/>
          <a:p>
            <a:pPr algn="ctr">
              <a:spcBef>
                <a:spcPts val="800"/>
              </a:spcBef>
            </a:pPr>
            <a:endParaRPr lang="en-US" sz="2667" b="0" i="0" dirty="0">
              <a:solidFill>
                <a:schemeClr val="bg1"/>
              </a:solidFill>
              <a:latin typeface="PS TT Commons" charset="0"/>
              <a:ea typeface="PS TT Commons" charset="0"/>
              <a:cs typeface="PS TT Commons" charset="0"/>
            </a:endParaRPr>
          </a:p>
        </p:txBody>
      </p:sp>
      <p:sp>
        <p:nvSpPr>
          <p:cNvPr id="6" name="Text Placeholder 6"/>
          <p:cNvSpPr>
            <a:spLocks noGrp="1"/>
          </p:cNvSpPr>
          <p:nvPr>
            <p:ph type="body" sz="quarter" idx="10" hasCustomPrompt="1"/>
          </p:nvPr>
        </p:nvSpPr>
        <p:spPr>
          <a:xfrm>
            <a:off x="268189" y="304800"/>
            <a:ext cx="5486436" cy="6188148"/>
          </a:xfrm>
          <a:prstGeom prst="rect">
            <a:avLst/>
          </a:prstGeom>
        </p:spPr>
        <p:txBody>
          <a:bodyPr anchor="t">
            <a:noAutofit/>
          </a:bodyPr>
          <a:lstStyle>
            <a:lvl1pPr marL="0" indent="0">
              <a:lnSpc>
                <a:spcPct val="110000"/>
              </a:lnSpc>
              <a:spcBef>
                <a:spcPts val="0"/>
              </a:spcBef>
              <a:buNone/>
              <a:defRPr sz="1733" baseline="0">
                <a:solidFill>
                  <a:schemeClr val="tx1"/>
                </a:solidFill>
                <a:latin typeface="Roboto Mono" pitchFamily="2" charset="0"/>
                <a:ea typeface="Roboto Mono" pitchFamily="2" charset="0"/>
                <a:cs typeface="Consolas" panose="020B0609020204030204" pitchFamily="49" charset="0"/>
              </a:defRPr>
            </a:lvl1pPr>
            <a:lvl2pPr marL="396117" indent="0">
              <a:buNone/>
              <a:defRPr>
                <a:solidFill>
                  <a:schemeClr val="bg1"/>
                </a:solidFill>
                <a:latin typeface="Consolas" panose="020B0609020204030204" pitchFamily="49" charset="0"/>
                <a:cs typeface="Consolas" panose="020B0609020204030204" pitchFamily="49" charset="0"/>
              </a:defRPr>
            </a:lvl2pPr>
            <a:lvl3pPr marL="794938" indent="0">
              <a:buNone/>
              <a:defRPr>
                <a:solidFill>
                  <a:schemeClr val="bg1"/>
                </a:solidFill>
                <a:latin typeface="Consolas" panose="020B0609020204030204" pitchFamily="49" charset="0"/>
                <a:cs typeface="Consolas" panose="020B0609020204030204" pitchFamily="49" charset="0"/>
              </a:defRPr>
            </a:lvl3pPr>
            <a:lvl4pPr marL="1177492" indent="0">
              <a:buNone/>
              <a:defRPr>
                <a:solidFill>
                  <a:schemeClr val="bg1"/>
                </a:solidFill>
                <a:latin typeface="Consolas" panose="020B0609020204030204" pitchFamily="49" charset="0"/>
                <a:cs typeface="Consolas" panose="020B0609020204030204" pitchFamily="49" charset="0"/>
              </a:defRPr>
            </a:lvl4pPr>
            <a:lvl5pPr marL="1462366" indent="0">
              <a:buNone/>
              <a:defRPr>
                <a:solidFill>
                  <a:schemeClr val="bg1"/>
                </a:solidFill>
                <a:latin typeface="Consolas" panose="020B0609020204030204" pitchFamily="49" charset="0"/>
                <a:cs typeface="Consolas" panose="020B0609020204030204" pitchFamily="49" charset="0"/>
              </a:defRPr>
            </a:lvl5pPr>
          </a:lstStyle>
          <a:p>
            <a:r>
              <a:rPr lang="en-US" dirty="0"/>
              <a:t>// Put code on this side</a:t>
            </a:r>
          </a:p>
          <a:p>
            <a:r>
              <a:rPr lang="en-US" dirty="0"/>
              <a:t>let website = {</a:t>
            </a:r>
            <a:br>
              <a:rPr lang="en-US" dirty="0"/>
            </a:br>
            <a:r>
              <a:rPr lang="en-US" dirty="0"/>
              <a:t>  name: 'Pluralsight',</a:t>
            </a:r>
          </a:p>
          <a:p>
            <a:pPr>
              <a:spcBef>
                <a:spcPts val="300"/>
              </a:spcBef>
            </a:pPr>
            <a:r>
              <a:rPr lang="en-US" dirty="0"/>
              <a:t>  </a:t>
            </a:r>
            <a:r>
              <a:rPr lang="en-US" dirty="0" err="1"/>
              <a:t>url</a:t>
            </a:r>
            <a:r>
              <a:rPr lang="en-US" dirty="0"/>
              <a:t>: 'https://</a:t>
            </a:r>
            <a:r>
              <a:rPr lang="en-US" dirty="0" err="1"/>
              <a:t>pluralsight.com</a:t>
            </a:r>
            <a:r>
              <a:rPr lang="en-US" dirty="0"/>
              <a:t>'</a:t>
            </a:r>
            <a:br>
              <a:rPr lang="en-US" dirty="0"/>
            </a:br>
            <a:r>
              <a:rPr lang="en-US" dirty="0"/>
              <a:t>};</a:t>
            </a:r>
          </a:p>
          <a:p>
            <a:pPr>
              <a:spcBef>
                <a:spcPts val="0"/>
              </a:spcBef>
            </a:pPr>
            <a:br>
              <a:rPr lang="en-US" dirty="0"/>
            </a:br>
            <a:r>
              <a:rPr lang="en-US" dirty="0"/>
              <a:t>function </a:t>
            </a:r>
            <a:r>
              <a:rPr lang="en-US" dirty="0" err="1"/>
              <a:t>makeUrl</a:t>
            </a:r>
            <a:r>
              <a:rPr lang="en-US" dirty="0"/>
              <a:t>() {}</a:t>
            </a:r>
          </a:p>
          <a:p>
            <a:pPr>
              <a:spcBef>
                <a:spcPts val="0"/>
              </a:spcBef>
            </a:pPr>
            <a:endParaRPr lang="en-US" dirty="0"/>
          </a:p>
          <a:p>
            <a:pPr>
              <a:spcBef>
                <a:spcPts val="0"/>
              </a:spcBef>
            </a:pPr>
            <a:r>
              <a:rPr lang="en-US" dirty="0"/>
              <a:t>let sites = []</a:t>
            </a:r>
          </a:p>
          <a:p>
            <a:pPr>
              <a:spcBef>
                <a:spcPts val="0"/>
              </a:spcBef>
            </a:pPr>
            <a:r>
              <a:rPr lang="en-US" dirty="0" err="1"/>
              <a:t>sites.push</a:t>
            </a:r>
            <a:r>
              <a:rPr lang="en-US" dirty="0"/>
              <a:t>(website)</a:t>
            </a:r>
          </a:p>
          <a:p>
            <a:pPr>
              <a:spcBef>
                <a:spcPts val="0"/>
              </a:spcBef>
            </a:pPr>
            <a:endParaRPr lang="en-US" dirty="0"/>
          </a:p>
          <a:p>
            <a:pPr>
              <a:spcBef>
                <a:spcPts val="0"/>
              </a:spcBef>
            </a:pPr>
            <a:r>
              <a:rPr lang="en-US" dirty="0" err="1"/>
              <a:t>console.log</a:t>
            </a:r>
            <a:r>
              <a:rPr lang="en-US" dirty="0"/>
              <a:t>(sites[0].name</a:t>
            </a:r>
          </a:p>
        </p:txBody>
      </p:sp>
      <p:sp>
        <p:nvSpPr>
          <p:cNvPr id="7" name="Text Placeholder 5"/>
          <p:cNvSpPr>
            <a:spLocks noGrp="1"/>
          </p:cNvSpPr>
          <p:nvPr>
            <p:ph type="body" sz="quarter" idx="18" hasCustomPrompt="1"/>
          </p:nvPr>
        </p:nvSpPr>
        <p:spPr>
          <a:xfrm>
            <a:off x="6273666" y="304800"/>
            <a:ext cx="5648976" cy="6188149"/>
          </a:xfrm>
          <a:prstGeom prst="rect">
            <a:avLst/>
          </a:prstGeom>
        </p:spPr>
        <p:txBody>
          <a:bodyPr>
            <a:noAutofit/>
          </a:bodyPr>
          <a:lstStyle>
            <a:lvl1pPr marL="178232" indent="-239195">
              <a:lnSpc>
                <a:spcPct val="120000"/>
              </a:lnSpc>
              <a:spcBef>
                <a:spcPts val="0"/>
              </a:spcBef>
              <a:buSzPct val="70000"/>
              <a:buFont typeface="Wingdings 3" panose="05040102010807070707" pitchFamily="18" charset="2"/>
              <a:buChar char="t"/>
              <a:tabLst/>
              <a:defRPr sz="1867" b="0" i="0" baseline="0">
                <a:solidFill>
                  <a:schemeClr val="tx1"/>
                </a:solidFill>
                <a:latin typeface="+mn-lt"/>
                <a:ea typeface="PS TT Commons Medium" charset="0"/>
                <a:cs typeface="PS TT Commons Medium" charset="0"/>
              </a:defRPr>
            </a:lvl1pPr>
            <a:lvl2pPr marL="378903" indent="0">
              <a:lnSpc>
                <a:spcPts val="2667"/>
              </a:lnSpc>
              <a:buFontTx/>
              <a:buNone/>
              <a:defRPr/>
            </a:lvl2pPr>
            <a:lvl3pPr marL="378903" indent="0">
              <a:buFontTx/>
              <a:buNone/>
              <a:defRPr/>
            </a:lvl3pPr>
            <a:lvl4pPr marL="378903" indent="0">
              <a:buFontTx/>
              <a:buNone/>
              <a:defRPr/>
            </a:lvl4pPr>
            <a:lvl5pPr marL="378903" indent="0">
              <a:buFontTx/>
              <a:buNone/>
              <a:defRPr/>
            </a:lvl5pPr>
          </a:lstStyle>
          <a:p>
            <a:pPr marL="267335">
              <a:lnSpc>
                <a:spcPct val="120000"/>
              </a:lnSpc>
            </a:pPr>
            <a:r>
              <a:rPr lang="en-US" dirty="0"/>
              <a:t>Line up with these notes</a:t>
            </a:r>
          </a:p>
          <a:p>
            <a:pPr marL="267335">
              <a:lnSpc>
                <a:spcPct val="120000"/>
              </a:lnSpc>
            </a:pPr>
            <a:endParaRPr lang="en-US" dirty="0"/>
          </a:p>
          <a:p>
            <a:pPr marL="267335">
              <a:lnSpc>
                <a:spcPct val="120000"/>
              </a:lnSpc>
            </a:pPr>
            <a:r>
              <a:rPr lang="en-US" dirty="0"/>
              <a:t>Create an object</a:t>
            </a:r>
            <a:br>
              <a:rPr lang="en-US" dirty="0"/>
            </a:br>
            <a:br>
              <a:rPr lang="en-US" dirty="0"/>
            </a:br>
            <a:br>
              <a:rPr lang="en-US" dirty="0"/>
            </a:br>
            <a:endParaRPr lang="en-US" dirty="0"/>
          </a:p>
          <a:p>
            <a:pPr marL="267335">
              <a:lnSpc>
                <a:spcPct val="120000"/>
              </a:lnSpc>
            </a:pPr>
            <a:r>
              <a:rPr lang="en-US" dirty="0"/>
              <a:t>Define a function</a:t>
            </a:r>
            <a:br>
              <a:rPr lang="en-US" dirty="0"/>
            </a:br>
            <a:endParaRPr lang="en-US" dirty="0"/>
          </a:p>
          <a:p>
            <a:pPr marL="267335">
              <a:lnSpc>
                <a:spcPct val="120000"/>
              </a:lnSpc>
            </a:pPr>
            <a:r>
              <a:rPr lang="en-US" dirty="0"/>
              <a:t>Add the object to an array</a:t>
            </a:r>
          </a:p>
          <a:p>
            <a:pPr marL="267335">
              <a:lnSpc>
                <a:spcPct val="120000"/>
              </a:lnSpc>
            </a:pPr>
            <a:endParaRPr lang="en-US" dirty="0"/>
          </a:p>
          <a:p>
            <a:pPr marL="267335">
              <a:lnSpc>
                <a:spcPct val="120000"/>
              </a:lnSpc>
            </a:pPr>
            <a:r>
              <a:rPr lang="en-US" dirty="0"/>
              <a:t>Log the site name to the console</a:t>
            </a:r>
          </a:p>
        </p:txBody>
      </p:sp>
    </p:spTree>
    <p:extLst>
      <p:ext uri="{BB962C8B-B14F-4D97-AF65-F5344CB8AC3E}">
        <p14:creationId xmlns:p14="http://schemas.microsoft.com/office/powerpoint/2010/main" val="839423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rgbClr val="BEBEBE"/>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rgbClr val="BEBEBE"/>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rgbClr val="BEBEBE"/>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rgbClr val="BEBEBE"/>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6" end="6"/>
                                            </p:txEl>
                                          </p:spTgt>
                                        </p:tgtEl>
                                        <p:attrNameLst>
                                          <p:attrName>ppt_c</p:attrName>
                                        </p:attrNameLst>
                                      </p:cBhvr>
                                      <p:to>
                                        <a:srgbClr val="BEBEBE"/>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rgbClr val="BEBEBE"/>
                      </p:to>
                    </p:animClr>
                  </p:subTnLst>
                </p:cTn>
              </p:par>
            </p:tnLst>
          </p:tmpl>
        </p:tmplLst>
      </p:bldP>
    </p:bld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631373" y="469054"/>
            <a:ext cx="3745556" cy="5919895"/>
          </a:xfrm>
          <a:prstGeom prst="rect">
            <a:avLst/>
          </a:prstGeom>
        </p:spPr>
        <p:txBody>
          <a:bodyPr anchor="ctr">
            <a:noAutofit/>
          </a:bodyPr>
          <a:lstStyle>
            <a:lvl1pPr algn="r">
              <a:defRPr sz="2267" b="0" i="0">
                <a:solidFill>
                  <a:schemeClr val="accent1"/>
                </a:solidFill>
                <a:latin typeface="+mn-lt"/>
                <a:ea typeface="PS TT Commons DemiBold" charset="0"/>
                <a:cs typeface="PS TT Commons DemiBold" charset="0"/>
              </a:defRPr>
            </a:lvl1pPr>
            <a:lvl2pPr marL="781376" indent="-385259" algn="r">
              <a:buFont typeface="Myriad Pro" panose="020B0503030403020204" pitchFamily="34" charset="0"/>
              <a:buChar char=" "/>
              <a:defRPr sz="2267" b="0" i="0">
                <a:solidFill>
                  <a:schemeClr val="accent1"/>
                </a:solidFill>
                <a:latin typeface="PS TT Commons" charset="0"/>
                <a:ea typeface="PS TT Commons" charset="0"/>
                <a:cs typeface="PS TT Commons" charset="0"/>
              </a:defRPr>
            </a:lvl2pPr>
            <a:lvl3pPr marL="1177491" indent="-382550" algn="r">
              <a:buFont typeface="Myriad Pro" panose="020B0503030403020204" pitchFamily="34" charset="0"/>
              <a:buChar char=" "/>
              <a:defRPr sz="2267" b="0" i="0">
                <a:solidFill>
                  <a:schemeClr val="accent1"/>
                </a:solidFill>
                <a:latin typeface="PS TT Commons" charset="0"/>
                <a:ea typeface="PS TT Commons" charset="0"/>
                <a:cs typeface="PS TT Commons" charset="0"/>
              </a:defRPr>
            </a:lvl3pPr>
            <a:lvl4pPr marL="1462372" indent="-284878" algn="r">
              <a:buFont typeface="Myriad Pro" panose="020B0503030403020204" pitchFamily="34" charset="0"/>
              <a:buChar char=" "/>
              <a:defRPr sz="2267" b="0" i="0">
                <a:solidFill>
                  <a:schemeClr val="accent1"/>
                </a:solidFill>
                <a:latin typeface="PS TT Commons" charset="0"/>
                <a:ea typeface="PS TT Commons" charset="0"/>
                <a:cs typeface="PS TT Commons" charset="0"/>
              </a:defRPr>
            </a:lvl4pPr>
            <a:lvl5pPr marL="1462369" indent="0" algn="r">
              <a:buFont typeface="Myriad Pro" panose="020B0503030403020204" pitchFamily="34" charset="0"/>
              <a:buNone/>
              <a:defRPr sz="2267"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4714917" y="469054"/>
            <a:ext cx="0" cy="5919895"/>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5052909" y="998318"/>
            <a:ext cx="6570132" cy="4861367"/>
          </a:xfrm>
          <a:prstGeom prst="rect">
            <a:avLst/>
          </a:prstGeom>
        </p:spPr>
        <p:txBody>
          <a:bodyPr anchor="ctr">
            <a:noAutofit/>
          </a:bodyPr>
          <a:lstStyle>
            <a:lvl1pPr>
              <a:lnSpc>
                <a:spcPct val="100000"/>
              </a:lnSpc>
              <a:defRPr sz="36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471927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itle or Image Left | Content Right">
    <p:spTree>
      <p:nvGrpSpPr>
        <p:cNvPr id="1" name=""/>
        <p:cNvGrpSpPr/>
        <p:nvPr/>
      </p:nvGrpSpPr>
      <p:grpSpPr>
        <a:xfrm>
          <a:off x="0" y="0"/>
          <a:ext cx="0" cy="0"/>
          <a:chOff x="0" y="0"/>
          <a:chExt cx="0" cy="0"/>
        </a:xfrm>
      </p:grpSpPr>
      <p:sp>
        <p:nvSpPr>
          <p:cNvPr id="9" name="Content Placeholder 2"/>
          <p:cNvSpPr>
            <a:spLocks noGrp="1"/>
          </p:cNvSpPr>
          <p:nvPr>
            <p:ph sz="quarter" idx="14" hasCustomPrompt="1"/>
          </p:nvPr>
        </p:nvSpPr>
        <p:spPr>
          <a:xfrm>
            <a:off x="555414" y="469054"/>
            <a:ext cx="3589868" cy="5919895"/>
          </a:xfrm>
          <a:prstGeom prst="rect">
            <a:avLst/>
          </a:prstGeom>
        </p:spPr>
        <p:txBody>
          <a:bodyPr anchor="ctr">
            <a:noAutofit/>
          </a:bodyPr>
          <a:lstStyle>
            <a:lvl1pPr algn="r">
              <a:lnSpc>
                <a:spcPct val="100000"/>
              </a:lnSpc>
              <a:defRPr sz="3600" b="0" i="0">
                <a:latin typeface="+mj-lt"/>
                <a:ea typeface="PS TT Commons Light" charset="0"/>
                <a:cs typeface="PS TT Commons Light" charset="0"/>
              </a:defRPr>
            </a:lvl1pPr>
          </a:lstStyle>
          <a:p>
            <a:pPr lvl="0"/>
            <a:r>
              <a:rPr lang="en-US" dirty="0"/>
              <a:t>Click to Add Title or Click Icon to Add Graphic</a:t>
            </a:r>
          </a:p>
        </p:txBody>
      </p:sp>
      <p:cxnSp>
        <p:nvCxnSpPr>
          <p:cNvPr id="5" name="Straight Connector 4"/>
          <p:cNvCxnSpPr/>
          <p:nvPr/>
        </p:nvCxnSpPr>
        <p:spPr>
          <a:xfrm>
            <a:off x="4609253" y="469054"/>
            <a:ext cx="0" cy="5919895"/>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6" name="Text Placeholder 7"/>
          <p:cNvSpPr>
            <a:spLocks noGrp="1"/>
          </p:cNvSpPr>
          <p:nvPr>
            <p:ph type="body" sz="quarter" idx="10" hasCustomPrompt="1"/>
          </p:nvPr>
        </p:nvSpPr>
        <p:spPr>
          <a:xfrm>
            <a:off x="5073227" y="469054"/>
            <a:ext cx="6509173" cy="5919895"/>
          </a:xfrm>
          <a:prstGeom prst="rect">
            <a:avLst/>
          </a:prstGeom>
        </p:spPr>
        <p:txBody>
          <a:bodyPr lIns="0" anchor="ctr">
            <a:noAutofit/>
          </a:bodyPr>
          <a:lstStyle>
            <a:lvl1pPr algn="l">
              <a:defRPr sz="2267" b="0" i="0" baseline="0">
                <a:solidFill>
                  <a:schemeClr val="accent1"/>
                </a:solidFill>
                <a:latin typeface="+mn-lt"/>
                <a:ea typeface="PS TT Commons DemiBold" charset="0"/>
                <a:cs typeface="PS TT Commons DemiBold" charset="0"/>
              </a:defRPr>
            </a:lvl1pPr>
            <a:lvl2pPr algn="l">
              <a:buSzPct val="100000"/>
              <a:defRPr sz="2267" b="0" i="0">
                <a:solidFill>
                  <a:schemeClr val="accent1"/>
                </a:solidFill>
                <a:latin typeface="PS TT Commons" charset="0"/>
                <a:ea typeface="PS TT Commons" charset="0"/>
                <a:cs typeface="PS TT Commons" charset="0"/>
              </a:defRPr>
            </a:lvl2pPr>
            <a:lvl3pPr marL="804374" indent="-208502" algn="l">
              <a:tabLst/>
              <a:defRPr sz="2267" b="0" i="0">
                <a:solidFill>
                  <a:schemeClr val="accent1"/>
                </a:solidFill>
                <a:latin typeface="PS TT Commons" charset="0"/>
                <a:ea typeface="PS TT Commons" charset="0"/>
                <a:cs typeface="PS TT Commons" charset="0"/>
              </a:defRPr>
            </a:lvl3pPr>
            <a:lvl4pPr marL="1072146" indent="-189451" algn="l">
              <a:tabLst/>
              <a:defRPr sz="2267" b="0" i="0">
                <a:solidFill>
                  <a:schemeClr val="accent1"/>
                </a:solidFill>
                <a:latin typeface="PS TT Commons" charset="0"/>
                <a:ea typeface="PS TT Commons" charset="0"/>
                <a:cs typeface="PS TT Commons" charset="0"/>
              </a:defRPr>
            </a:lvl4pPr>
            <a:lvl5pPr marL="1270064" indent="-173575" algn="l">
              <a:tabLst/>
              <a:defRPr sz="2267" b="0" i="0">
                <a:solidFill>
                  <a:schemeClr val="accent1"/>
                </a:solidFill>
                <a:latin typeface="PS TT Commons" charset="0"/>
                <a:ea typeface="PS TT Commons" charset="0"/>
                <a:cs typeface="PS TT Commons" charset="0"/>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7" name="Rectangle 6"/>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3397424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6">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6">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6">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6">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6">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bldLvl="5">
        <p:tmplLst>
          <p:tmpl lvl="1">
            <p:tnLst>
              <p:par>
                <p:cTn presetID="1" presetClass="entr" presetSubtype="0" fill="hold" nodeType="clickEffect">
                  <p:stCondLst>
                    <p:cond delay="0"/>
                  </p:stCondLst>
                  <p:childTnLst>
                    <p:set>
                      <p:cBhvr>
                        <p:cTn dur="1" fill="hold">
                          <p:stCondLst>
                            <p:cond delay="0"/>
                          </p:stCondLst>
                        </p:cTn>
                        <p:tgtEl>
                          <p:spTgt spid="6"/>
                        </p:tgtEl>
                        <p:attrNameLst>
                          <p:attrName>style.visibility</p:attrName>
                        </p:attrNameLst>
                      </p:cBhvr>
                      <p:to>
                        <p:strVal val="visible"/>
                      </p:to>
                    </p:set>
                  </p:childTnLst>
                  <p:subTnLst>
                    <p:animClr clrSpc="rgb" dir="cw">
                      <p:cBhvr override="childStyle">
                        <p:cTn dur="1" fill="hold" display="0" masterRel="nextClick" afterEffect="1"/>
                        <p:tgtEl>
                          <p:spTgt spid="6"/>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6"/>
                        </p:tgtEl>
                        <p:attrNameLst>
                          <p:attrName>style.visibility</p:attrName>
                        </p:attrNameLst>
                      </p:cBhvr>
                      <p:to>
                        <p:strVal val="visible"/>
                      </p:to>
                    </p:set>
                  </p:childTnLst>
                  <p:subTnLst>
                    <p:animClr clrSpc="rgb" dir="cw">
                      <p:cBhvr override="childStyle">
                        <p:cTn dur="1" fill="hold" display="0" masterRel="nextClick" afterEffect="1"/>
                        <p:tgtEl>
                          <p:spTgt spid="6"/>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6"/>
                        </p:tgtEl>
                        <p:attrNameLst>
                          <p:attrName>style.visibility</p:attrName>
                        </p:attrNameLst>
                      </p:cBhvr>
                      <p:to>
                        <p:strVal val="visible"/>
                      </p:to>
                    </p:set>
                  </p:childTnLst>
                  <p:subTnLst>
                    <p:animClr clrSpc="rgb" dir="cw">
                      <p:cBhvr override="childStyle">
                        <p:cTn dur="1" fill="hold" display="0" masterRel="nextClick" afterEffect="1"/>
                        <p:tgtEl>
                          <p:spTgt spid="6"/>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6"/>
                        </p:tgtEl>
                        <p:attrNameLst>
                          <p:attrName>style.visibility</p:attrName>
                        </p:attrNameLst>
                      </p:cBhvr>
                      <p:to>
                        <p:strVal val="visible"/>
                      </p:to>
                    </p:set>
                  </p:childTnLst>
                  <p:subTnLst>
                    <p:animClr clrSpc="rgb" dir="cw">
                      <p:cBhvr override="childStyle">
                        <p:cTn dur="1" fill="hold" display="0" masterRel="nextClick" afterEffect="1"/>
                        <p:tgtEl>
                          <p:spTgt spid="6"/>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6"/>
                        </p:tgtEl>
                        <p:attrNameLst>
                          <p:attrName>style.visibility</p:attrName>
                        </p:attrNameLst>
                      </p:cBhvr>
                      <p:to>
                        <p:strVal val="visible"/>
                      </p:to>
                    </p:set>
                  </p:childTnLst>
                  <p:subTnLst>
                    <p:animClr clrSpc="rgb" dir="cw">
                      <p:cBhvr override="childStyle">
                        <p:cTn dur="1" fill="hold" display="0" masterRel="nextClick" afterEffect="1"/>
                        <p:tgtEl>
                          <p:spTgt spid="6"/>
                        </p:tgtEl>
                        <p:attrNameLst>
                          <p:attrName>ppt_c</p:attrName>
                        </p:attrNameLst>
                      </p:cBhvr>
                      <p:to>
                        <a:schemeClr val="tx2"/>
                      </p:to>
                    </p:animClr>
                  </p:subTnLst>
                </p:cTn>
              </p:par>
            </p:tnLst>
          </p:tmpl>
        </p:tmplLst>
      </p:bldP>
    </p:bld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tle, Title or Image Left | Content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7937E-1F6E-4748-B7B4-7B58CEB11A1E}"/>
              </a:ext>
            </a:extLst>
          </p:cNvPr>
          <p:cNvSpPr>
            <a:spLocks noGrp="1"/>
          </p:cNvSpPr>
          <p:nvPr>
            <p:ph type="title" hasCustomPrompt="1"/>
          </p:nvPr>
        </p:nvSpPr>
        <p:spPr/>
        <p:txBody>
          <a:bodyPr/>
          <a:lstStyle>
            <a:lvl1pPr>
              <a:defRPr baseline="0"/>
            </a:lvl1pPr>
          </a:lstStyle>
          <a:p>
            <a:r>
              <a:rPr lang="en-US"/>
              <a:t>Add Slide Title in Title Case</a:t>
            </a:r>
          </a:p>
        </p:txBody>
      </p:sp>
      <p:sp>
        <p:nvSpPr>
          <p:cNvPr id="3" name="Content Placeholder 2">
            <a:extLst>
              <a:ext uri="{FF2B5EF4-FFF2-40B4-BE49-F238E27FC236}">
                <a16:creationId xmlns:a16="http://schemas.microsoft.com/office/drawing/2014/main" id="{7AE5B6AF-0944-49FB-913E-31C7E9779510}"/>
              </a:ext>
            </a:extLst>
          </p:cNvPr>
          <p:cNvSpPr>
            <a:spLocks noGrp="1"/>
          </p:cNvSpPr>
          <p:nvPr>
            <p:ph sz="half" idx="1" hasCustomPrompt="1"/>
          </p:nvPr>
        </p:nvSpPr>
        <p:spPr>
          <a:xfrm>
            <a:off x="838199" y="1625601"/>
            <a:ext cx="3496735" cy="4551364"/>
          </a:xfrm>
          <a:prstGeom prst="rect">
            <a:avLst/>
          </a:prstGeom>
        </p:spPr>
        <p:txBody>
          <a:bodyPr anchor="ctr">
            <a:noAutofit/>
          </a:bodyPr>
          <a:lstStyle>
            <a:lvl1pPr algn="r">
              <a:defRPr sz="3600" baseline="0">
                <a:latin typeface="+mj-lt"/>
              </a:defRPr>
            </a:lvl1pPr>
          </a:lstStyle>
          <a:p>
            <a:pPr lvl="0"/>
            <a:r>
              <a:rPr lang="en-US"/>
              <a:t>Click to add title or click icon to add graphic</a:t>
            </a:r>
          </a:p>
        </p:txBody>
      </p:sp>
      <p:cxnSp>
        <p:nvCxnSpPr>
          <p:cNvPr id="8" name="Straight Connector 7"/>
          <p:cNvCxnSpPr/>
          <p:nvPr/>
        </p:nvCxnSpPr>
        <p:spPr>
          <a:xfrm>
            <a:off x="4717627" y="1625601"/>
            <a:ext cx="0" cy="4551364"/>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7" name="Text Placeholder 7"/>
          <p:cNvSpPr>
            <a:spLocks noGrp="1"/>
          </p:cNvSpPr>
          <p:nvPr>
            <p:ph type="body" sz="quarter" idx="10" hasCustomPrompt="1"/>
          </p:nvPr>
        </p:nvSpPr>
        <p:spPr>
          <a:xfrm>
            <a:off x="5073227" y="1625601"/>
            <a:ext cx="6509173" cy="4551364"/>
          </a:xfrm>
          <a:prstGeom prst="rect">
            <a:avLst/>
          </a:prstGeom>
        </p:spPr>
        <p:txBody>
          <a:bodyPr lIns="0" anchor="ctr">
            <a:noAutofit/>
          </a:bodyPr>
          <a:lstStyle>
            <a:lvl1pPr algn="l">
              <a:defRPr sz="2267" b="0" i="0" baseline="0">
                <a:solidFill>
                  <a:schemeClr val="accent1"/>
                </a:solidFill>
                <a:latin typeface="+mn-lt"/>
                <a:ea typeface="PS TT Commons DemiBold" charset="0"/>
                <a:cs typeface="PS TT Commons DemiBold" charset="0"/>
              </a:defRPr>
            </a:lvl1pPr>
            <a:lvl2pPr algn="l">
              <a:buSzPct val="100000"/>
              <a:defRPr sz="2267" b="0" i="0">
                <a:solidFill>
                  <a:schemeClr val="accent1"/>
                </a:solidFill>
                <a:latin typeface="PS TT Commons" charset="0"/>
                <a:ea typeface="PS TT Commons" charset="0"/>
                <a:cs typeface="PS TT Commons" charset="0"/>
              </a:defRPr>
            </a:lvl2pPr>
            <a:lvl3pPr marL="804374" indent="-208502" algn="l">
              <a:tabLst/>
              <a:defRPr sz="2267" b="0" i="0">
                <a:solidFill>
                  <a:schemeClr val="accent1"/>
                </a:solidFill>
                <a:latin typeface="PS TT Commons" charset="0"/>
                <a:ea typeface="PS TT Commons" charset="0"/>
                <a:cs typeface="PS TT Commons" charset="0"/>
              </a:defRPr>
            </a:lvl3pPr>
            <a:lvl4pPr marL="1072146" indent="-189451" algn="l">
              <a:tabLst/>
              <a:defRPr sz="2267" b="0" i="0">
                <a:solidFill>
                  <a:schemeClr val="accent1"/>
                </a:solidFill>
                <a:latin typeface="PS TT Commons" charset="0"/>
                <a:ea typeface="PS TT Commons" charset="0"/>
                <a:cs typeface="PS TT Commons" charset="0"/>
              </a:defRPr>
            </a:lvl4pPr>
            <a:lvl5pPr marL="1270064" indent="-173575" algn="l">
              <a:tabLst/>
              <a:defRPr sz="2267" b="0" i="0">
                <a:solidFill>
                  <a:schemeClr val="accent1"/>
                </a:solidFill>
                <a:latin typeface="PS TT Commons" charset="0"/>
                <a:ea typeface="PS TT Commons" charset="0"/>
                <a:cs typeface="PS TT Commons" charset="0"/>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TextBox 3"/>
          <p:cNvSpPr txBox="1"/>
          <p:nvPr userDrawn="1"/>
        </p:nvSpPr>
        <p:spPr>
          <a:xfrm>
            <a:off x="7827264" y="4767072"/>
            <a:ext cx="609600" cy="609600"/>
          </a:xfrm>
          <a:prstGeom prst="rect">
            <a:avLst/>
          </a:prstGeom>
        </p:spPr>
        <p:txBody>
          <a:bodyPr vert="horz" wrap="none" lIns="0" tIns="21980" rIns="43959" bIns="21980" rtlCol="0" anchor="b" anchorCtr="0">
            <a:noAutofit/>
          </a:bodyPr>
          <a:lstStyle/>
          <a:p>
            <a:pPr marL="0" marR="0" indent="0" algn="l" defTabSz="293016" rtl="0" eaLnBrk="1" fontAlgn="auto" latinLnBrk="0" hangingPunct="1">
              <a:lnSpc>
                <a:spcPct val="85000"/>
              </a:lnSpc>
              <a:spcBef>
                <a:spcPct val="0"/>
              </a:spcBef>
              <a:spcAft>
                <a:spcPts val="0"/>
              </a:spcAft>
              <a:buClrTx/>
              <a:buSzTx/>
              <a:buFontTx/>
              <a:buNone/>
              <a:tabLst/>
            </a:pPr>
            <a:endParaRPr kumimoji="0" lang="en-US" sz="2350" b="0" i="0" u="none" strike="noStrike" kern="1200" cap="none" spc="0" normalizeH="0" baseline="0" noProof="0" dirty="0">
              <a:ln>
                <a:noFill/>
              </a:ln>
              <a:solidFill>
                <a:srgbClr val="E5E5E5">
                  <a:lumMod val="10000"/>
                </a:srgbClr>
              </a:solidFill>
              <a:effectLst/>
              <a:uLnTx/>
              <a:uFillTx/>
              <a:latin typeface="PS TT Commons" charset="0"/>
              <a:ea typeface="PS TT Commons" charset="0"/>
              <a:cs typeface="PS TT Commons" charset="0"/>
            </a:endParaRPr>
          </a:p>
        </p:txBody>
      </p:sp>
      <p:sp>
        <p:nvSpPr>
          <p:cNvPr id="9" name="Rectangle 8"/>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4224158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bldLvl="5">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1_Title, Title or Image Left | Content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7937E-1F6E-4748-B7B4-7B58CEB11A1E}"/>
              </a:ext>
            </a:extLst>
          </p:cNvPr>
          <p:cNvSpPr>
            <a:spLocks noGrp="1"/>
          </p:cNvSpPr>
          <p:nvPr>
            <p:ph type="title" hasCustomPrompt="1"/>
          </p:nvPr>
        </p:nvSpPr>
        <p:spPr/>
        <p:txBody>
          <a:bodyPr/>
          <a:lstStyle>
            <a:lvl1pPr>
              <a:defRPr baseline="0"/>
            </a:lvl1pPr>
          </a:lstStyle>
          <a:p>
            <a:r>
              <a:rPr lang="en-US"/>
              <a:t>Click to Add Slide Title in Title Case</a:t>
            </a:r>
          </a:p>
        </p:txBody>
      </p:sp>
      <p:sp>
        <p:nvSpPr>
          <p:cNvPr id="3" name="Content Placeholder 2">
            <a:extLst>
              <a:ext uri="{FF2B5EF4-FFF2-40B4-BE49-F238E27FC236}">
                <a16:creationId xmlns:a16="http://schemas.microsoft.com/office/drawing/2014/main" id="{7AE5B6AF-0944-49FB-913E-31C7E9779510}"/>
              </a:ext>
            </a:extLst>
          </p:cNvPr>
          <p:cNvSpPr>
            <a:spLocks noGrp="1"/>
          </p:cNvSpPr>
          <p:nvPr>
            <p:ph sz="half" idx="1" hasCustomPrompt="1"/>
          </p:nvPr>
        </p:nvSpPr>
        <p:spPr>
          <a:xfrm>
            <a:off x="7379627" y="1625601"/>
            <a:ext cx="3974173" cy="4551364"/>
          </a:xfrm>
          <a:prstGeom prst="rect">
            <a:avLst/>
          </a:prstGeom>
        </p:spPr>
        <p:txBody>
          <a:bodyPr anchor="ctr">
            <a:noAutofit/>
          </a:bodyPr>
          <a:lstStyle>
            <a:lvl1pPr algn="l">
              <a:defRPr sz="3600" baseline="0">
                <a:latin typeface="+mj-lt"/>
              </a:defRPr>
            </a:lvl1pPr>
          </a:lstStyle>
          <a:p>
            <a:pPr lvl="0"/>
            <a:r>
              <a:rPr lang="en-US"/>
              <a:t>Click to add title or click icon to add graphic</a:t>
            </a:r>
          </a:p>
        </p:txBody>
      </p:sp>
      <p:cxnSp>
        <p:nvCxnSpPr>
          <p:cNvPr id="8" name="Straight Connector 7"/>
          <p:cNvCxnSpPr/>
          <p:nvPr/>
        </p:nvCxnSpPr>
        <p:spPr>
          <a:xfrm>
            <a:off x="7127673" y="1625601"/>
            <a:ext cx="0" cy="4551364"/>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Text Placeholder 7"/>
          <p:cNvSpPr>
            <a:spLocks noGrp="1"/>
          </p:cNvSpPr>
          <p:nvPr>
            <p:ph type="body" sz="quarter" idx="10" hasCustomPrompt="1"/>
          </p:nvPr>
        </p:nvSpPr>
        <p:spPr>
          <a:xfrm>
            <a:off x="838200" y="1625601"/>
            <a:ext cx="6037521" cy="4551364"/>
          </a:xfrm>
          <a:prstGeom prst="rect">
            <a:avLst/>
          </a:prstGeom>
        </p:spPr>
        <p:txBody>
          <a:bodyPr lIns="0" anchor="ctr">
            <a:noAutofit/>
          </a:bodyPr>
          <a:lstStyle>
            <a:lvl1pPr marL="0" indent="0" algn="r">
              <a:buNone/>
              <a:defRPr sz="2267" b="0" i="0" baseline="0">
                <a:solidFill>
                  <a:schemeClr val="accent1"/>
                </a:solidFill>
                <a:latin typeface="+mn-lt"/>
                <a:ea typeface="PS TT Commons DemiBold" charset="0"/>
                <a:cs typeface="PS TT Commons DemiBold" charset="0"/>
              </a:defRPr>
            </a:lvl1pPr>
            <a:lvl2pPr marL="297080" indent="0" algn="r">
              <a:buSzPct val="100000"/>
              <a:buNone/>
              <a:defRPr sz="2267" b="0" i="0">
                <a:solidFill>
                  <a:schemeClr val="accent1"/>
                </a:solidFill>
                <a:latin typeface="PS TT Commons" charset="0"/>
                <a:ea typeface="PS TT Commons" charset="0"/>
                <a:cs typeface="PS TT Commons" charset="0"/>
              </a:defRPr>
            </a:lvl2pPr>
            <a:lvl3pPr marL="596192" indent="0" algn="r">
              <a:buNone/>
              <a:defRPr sz="2267" b="0" i="0">
                <a:solidFill>
                  <a:schemeClr val="accent1"/>
                </a:solidFill>
                <a:latin typeface="PS TT Commons" charset="0"/>
                <a:ea typeface="PS TT Commons" charset="0"/>
                <a:cs typeface="PS TT Commons" charset="0"/>
              </a:defRPr>
            </a:lvl3pPr>
            <a:lvl4pPr marL="882673" indent="0" algn="r">
              <a:buNone/>
              <a:defRPr sz="2267" b="0" i="0">
                <a:solidFill>
                  <a:schemeClr val="accent1"/>
                </a:solidFill>
                <a:latin typeface="PS TT Commons" charset="0"/>
                <a:ea typeface="PS TT Commons" charset="0"/>
                <a:cs typeface="PS TT Commons" charset="0"/>
              </a:defRPr>
            </a:lvl4pPr>
            <a:lvl5pPr marL="1096990" indent="0" algn="r">
              <a:buNone/>
              <a:defRPr sz="2267" b="0" i="0">
                <a:solidFill>
                  <a:schemeClr val="accent1"/>
                </a:solidFill>
                <a:latin typeface="PS TT Commons" charset="0"/>
                <a:ea typeface="PS TT Commons" charset="0"/>
                <a:cs typeface="PS TT Commons" charset="0"/>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7" name="Rectangle 6"/>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3409889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9">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9">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9">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9">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9">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bldLvl="5">
        <p:tmplLst>
          <p:tmpl lvl="1">
            <p:tnLst>
              <p:par>
                <p:cTn presetID="1" presetClass="entr" presetSubtype="0" fill="hold" nodeType="clickEffect">
                  <p:stCondLst>
                    <p:cond delay="0"/>
                  </p:stCondLst>
                  <p:childTnLst>
                    <p:set>
                      <p:cBhvr>
                        <p:cTn dur="1" fill="hold">
                          <p:stCondLst>
                            <p:cond delay="0"/>
                          </p:stCondLst>
                        </p:cTn>
                        <p:tgtEl>
                          <p:spTgt spid="9"/>
                        </p:tgtEl>
                        <p:attrNameLst>
                          <p:attrName>style.visibility</p:attrName>
                        </p:attrNameLst>
                      </p:cBhvr>
                      <p:to>
                        <p:strVal val="visible"/>
                      </p:to>
                    </p:set>
                  </p:childTnLst>
                  <p:subTnLst>
                    <p:animClr clrSpc="rgb" dir="cw">
                      <p:cBhvr override="childStyle">
                        <p:cTn dur="1" fill="hold" display="0" masterRel="nextClick" afterEffect="1"/>
                        <p:tgtEl>
                          <p:spTgt spid="9"/>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9"/>
                        </p:tgtEl>
                        <p:attrNameLst>
                          <p:attrName>style.visibility</p:attrName>
                        </p:attrNameLst>
                      </p:cBhvr>
                      <p:to>
                        <p:strVal val="visible"/>
                      </p:to>
                    </p:set>
                  </p:childTnLst>
                  <p:subTnLst>
                    <p:animClr clrSpc="rgb" dir="cw">
                      <p:cBhvr override="childStyle">
                        <p:cTn dur="1" fill="hold" display="0" masterRel="nextClick" afterEffect="1"/>
                        <p:tgtEl>
                          <p:spTgt spid="9"/>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9"/>
                        </p:tgtEl>
                        <p:attrNameLst>
                          <p:attrName>style.visibility</p:attrName>
                        </p:attrNameLst>
                      </p:cBhvr>
                      <p:to>
                        <p:strVal val="visible"/>
                      </p:to>
                    </p:set>
                  </p:childTnLst>
                  <p:subTnLst>
                    <p:animClr clrSpc="rgb" dir="cw">
                      <p:cBhvr override="childStyle">
                        <p:cTn dur="1" fill="hold" display="0" masterRel="nextClick" afterEffect="1"/>
                        <p:tgtEl>
                          <p:spTgt spid="9"/>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9"/>
                        </p:tgtEl>
                        <p:attrNameLst>
                          <p:attrName>style.visibility</p:attrName>
                        </p:attrNameLst>
                      </p:cBhvr>
                      <p:to>
                        <p:strVal val="visible"/>
                      </p:to>
                    </p:set>
                  </p:childTnLst>
                  <p:subTnLst>
                    <p:animClr clrSpc="rgb" dir="cw">
                      <p:cBhvr override="childStyle">
                        <p:cTn dur="1" fill="hold" display="0" masterRel="nextClick" afterEffect="1"/>
                        <p:tgtEl>
                          <p:spTgt spid="9"/>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9"/>
                        </p:tgtEl>
                        <p:attrNameLst>
                          <p:attrName>style.visibility</p:attrName>
                        </p:attrNameLst>
                      </p:cBhvr>
                      <p:to>
                        <p:strVal val="visible"/>
                      </p:to>
                    </p:set>
                  </p:childTnLst>
                  <p:subTnLst>
                    <p:animClr clrSpc="rgb" dir="cw">
                      <p:cBhvr override="childStyle">
                        <p:cTn dur="1" fill="hold" display="0" masterRel="nextClick" afterEffect="1"/>
                        <p:tgtEl>
                          <p:spTgt spid="9"/>
                        </p:tgtEl>
                        <p:attrNameLst>
                          <p:attrName>ppt_c</p:attrName>
                        </p:attrNameLst>
                      </p:cBhvr>
                      <p:to>
                        <a:schemeClr val="tx2"/>
                      </p:to>
                    </p:animClr>
                  </p:subTnLst>
                </p:cTn>
              </p:par>
            </p:tnLst>
          </p:tmpl>
        </p:tmplLst>
      </p:bldP>
    </p:bldLst>
  </p:timing>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hree Edge Bleed Image Left | Content Right">
    <p:spTree>
      <p:nvGrpSpPr>
        <p:cNvPr id="1" name=""/>
        <p:cNvGrpSpPr/>
        <p:nvPr/>
      </p:nvGrpSpPr>
      <p:grpSpPr>
        <a:xfrm>
          <a:off x="0" y="0"/>
          <a:ext cx="0" cy="0"/>
          <a:chOff x="0" y="0"/>
          <a:chExt cx="0" cy="0"/>
        </a:xfrm>
      </p:grpSpPr>
      <p:sp>
        <p:nvSpPr>
          <p:cNvPr id="3" name="Text Placeholder 16"/>
          <p:cNvSpPr>
            <a:spLocks noGrp="1"/>
          </p:cNvSpPr>
          <p:nvPr>
            <p:ph type="body" sz="quarter" idx="12" hasCustomPrompt="1"/>
          </p:nvPr>
        </p:nvSpPr>
        <p:spPr>
          <a:xfrm>
            <a:off x="5364480" y="482601"/>
            <a:ext cx="6339840" cy="5892801"/>
          </a:xfrm>
          <a:prstGeom prst="rect">
            <a:avLst/>
          </a:prstGeom>
        </p:spPr>
        <p:txBody>
          <a:bodyPr anchor="ctr">
            <a:noAutofit/>
          </a:bodyPr>
          <a:lstStyle>
            <a:lvl1pPr algn="l">
              <a:lnSpc>
                <a:spcPct val="100000"/>
              </a:lnSpc>
              <a:defRPr sz="2267" b="0" i="0" baseline="0">
                <a:solidFill>
                  <a:schemeClr val="accent1"/>
                </a:solidFill>
                <a:latin typeface="+mn-lt"/>
                <a:ea typeface="PS TT Commons DemiBold" charset="0"/>
                <a:cs typeface="PS TT Commons DemiBold" charset="0"/>
              </a:defRPr>
            </a:lvl1pPr>
            <a:lvl2pPr algn="l">
              <a:buSzPct val="100000"/>
              <a:defRPr sz="2267" b="0" i="0">
                <a:solidFill>
                  <a:schemeClr val="accent1"/>
                </a:solidFill>
                <a:latin typeface="PS TT Commons" charset="0"/>
                <a:ea typeface="PS TT Commons" charset="0"/>
                <a:cs typeface="PS TT Commons" charset="0"/>
              </a:defRPr>
            </a:lvl2pPr>
            <a:lvl3pPr marL="804374" indent="-208502" algn="l">
              <a:tabLst/>
              <a:defRPr sz="2267" b="0" i="0">
                <a:solidFill>
                  <a:schemeClr val="accent1"/>
                </a:solidFill>
                <a:latin typeface="PS TT Commons" charset="0"/>
                <a:ea typeface="PS TT Commons" charset="0"/>
                <a:cs typeface="PS TT Commons" charset="0"/>
              </a:defRPr>
            </a:lvl3pPr>
            <a:lvl4pPr marL="1114481" indent="-231787" algn="l">
              <a:tabLst/>
              <a:defRPr sz="2267" b="0" i="0">
                <a:solidFill>
                  <a:schemeClr val="accent1"/>
                </a:solidFill>
                <a:latin typeface="PS TT Commons" charset="0"/>
                <a:ea typeface="PS TT Commons" charset="0"/>
                <a:cs typeface="PS TT Commons" charset="0"/>
              </a:defRPr>
            </a:lvl4pPr>
            <a:lvl5pPr marL="1297582" indent="-201093" algn="l">
              <a:tabLst/>
              <a:defRPr sz="2267" b="0" i="0">
                <a:solidFill>
                  <a:schemeClr val="accent1"/>
                </a:solidFill>
                <a:latin typeface="PS TT Commons" charset="0"/>
                <a:ea typeface="PS TT Commons" charset="0"/>
                <a:cs typeface="PS TT Commons" charset="0"/>
              </a:defRPr>
            </a:lvl5pPr>
            <a:lvl6pPr>
              <a:defRPr>
                <a:solidFill>
                  <a:schemeClr val="accent1"/>
                </a:solidFill>
              </a:defRPr>
            </a:lvl6pPr>
            <a:lvl7pPr>
              <a:defRPr>
                <a:solidFill>
                  <a:schemeClr val="accent1"/>
                </a:solidFill>
              </a:defRPr>
            </a:lvl7pPr>
            <a:lvl8pPr>
              <a:defRPr>
                <a:solidFill>
                  <a:schemeClr val="accent1"/>
                </a:solidFill>
              </a:defRPr>
            </a:lvl8pPr>
            <a:lvl9pPr>
              <a:defRPr>
                <a:solidFill>
                  <a:schemeClr val="accent1"/>
                </a:solidFill>
              </a:defRPr>
            </a:lvl9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Picture Placeholder 8"/>
          <p:cNvSpPr>
            <a:spLocks noGrp="1"/>
          </p:cNvSpPr>
          <p:nvPr>
            <p:ph type="pic" sz="quarter" idx="13" hasCustomPrompt="1"/>
          </p:nvPr>
        </p:nvSpPr>
        <p:spPr>
          <a:xfrm>
            <a:off x="1" y="0"/>
            <a:ext cx="4822612" cy="6858000"/>
          </a:xfrm>
          <a:prstGeom prst="rect">
            <a:avLst/>
          </a:prstGeom>
          <a:solidFill>
            <a:schemeClr val="bg1"/>
          </a:solidFill>
        </p:spPr>
        <p:txBody>
          <a:bodyPr anchor="ctr">
            <a:noAutofit/>
          </a:bodyPr>
          <a:lstStyle>
            <a:lvl1pPr algn="ctr">
              <a:defRPr sz="3067" b="0" i="0">
                <a:latin typeface="PS TT Commons Light" charset="0"/>
                <a:ea typeface="PS TT Commons Light" charset="0"/>
                <a:cs typeface="PS TT Commons Light" charset="0"/>
              </a:defRPr>
            </a:lvl1pPr>
          </a:lstStyle>
          <a:p>
            <a:pPr lvl="0"/>
            <a:r>
              <a:rPr lang="en-US" dirty="0"/>
              <a:t>Click Icon</a:t>
            </a:r>
            <a:br>
              <a:rPr lang="en-US" dirty="0"/>
            </a:br>
            <a:r>
              <a:rPr lang="en-US" dirty="0"/>
              <a:t>to Add Graphic</a:t>
            </a:r>
          </a:p>
        </p:txBody>
      </p:sp>
      <p:sp>
        <p:nvSpPr>
          <p:cNvPr id="6" name="Rectangle 5"/>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034389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3">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bldLvl="5">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subTnLst>
                    <p:animClr clrSpc="rgb" dir="cw">
                      <p:cBhvr override="childStyle">
                        <p:cTn dur="1" fill="hold" display="0" masterRel="nextClick" afterEffect="1"/>
                        <p:tgtEl>
                          <p:spTgt spid="3"/>
                        </p:tgtEl>
                        <p:attrNameLst>
                          <p:attrName>ppt_c</p:attrName>
                        </p:attrNameLst>
                      </p:cBhvr>
                      <p:to>
                        <a:schemeClr val="tx2"/>
                      </p:to>
                    </p:animClr>
                  </p:subTnLst>
                </p:cTn>
              </p:par>
            </p:tnLst>
          </p:tmpl>
        </p:tmplLst>
      </p:bldP>
    </p:bldLst>
  </p:timing>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Circle Image Left | Title and Content Righ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23232" y="2245410"/>
            <a:ext cx="6778752" cy="745872"/>
          </a:xfrm>
        </p:spPr>
        <p:txBody>
          <a:bodyPr anchor="b">
            <a:noAutofit/>
          </a:bodyPr>
          <a:lstStyle>
            <a:lvl1pPr algn="l">
              <a:defRPr sz="3334"/>
            </a:lvl1pPr>
          </a:lstStyle>
          <a:p>
            <a:r>
              <a:rPr lang="en-US"/>
              <a:t>Add Slide Title in Title Case</a:t>
            </a:r>
          </a:p>
        </p:txBody>
      </p:sp>
      <p:sp>
        <p:nvSpPr>
          <p:cNvPr id="3" name="Picture Placeholder 2"/>
          <p:cNvSpPr>
            <a:spLocks noGrp="1"/>
          </p:cNvSpPr>
          <p:nvPr>
            <p:ph type="pic" sz="quarter" idx="15" hasCustomPrompt="1"/>
          </p:nvPr>
        </p:nvSpPr>
        <p:spPr>
          <a:xfrm>
            <a:off x="954620" y="1954960"/>
            <a:ext cx="2887105" cy="2887105"/>
          </a:xfrm>
          <a:prstGeom prst="ellipse">
            <a:avLst/>
          </a:prstGeom>
          <a:noFill/>
          <a:ln>
            <a:solidFill>
              <a:schemeClr val="bg1">
                <a:lumMod val="95000"/>
              </a:schemeClr>
            </a:solidFill>
          </a:ln>
        </p:spPr>
        <p:txBody>
          <a:bodyPr anchor="ctr"/>
          <a:lstStyle>
            <a:lvl1pPr algn="ctr">
              <a:defRPr sz="2667" b="0" i="0">
                <a:latin typeface="PS TT Commons Light" charset="0"/>
                <a:ea typeface="PS TT Commons Light" charset="0"/>
                <a:cs typeface="PS TT Commons Light" charset="0"/>
              </a:defRPr>
            </a:lvl1pPr>
          </a:lstStyle>
          <a:p>
            <a:r>
              <a:rPr lang="en-US" dirty="0"/>
              <a:t>Click to </a:t>
            </a:r>
            <a:br>
              <a:rPr lang="en-US" dirty="0"/>
            </a:br>
            <a:r>
              <a:rPr lang="en-US" dirty="0"/>
              <a:t>add photo</a:t>
            </a:r>
          </a:p>
        </p:txBody>
      </p:sp>
      <p:sp>
        <p:nvSpPr>
          <p:cNvPr id="4" name="Text Placeholder 16"/>
          <p:cNvSpPr>
            <a:spLocks noGrp="1"/>
          </p:cNvSpPr>
          <p:nvPr>
            <p:ph type="body" sz="quarter" idx="12" hasCustomPrompt="1"/>
          </p:nvPr>
        </p:nvSpPr>
        <p:spPr>
          <a:xfrm>
            <a:off x="4523232" y="3247313"/>
            <a:ext cx="6778752" cy="2543887"/>
          </a:xfrm>
          <a:prstGeom prst="rect">
            <a:avLst/>
          </a:prstGeom>
        </p:spPr>
        <p:txBody>
          <a:bodyPr anchor="t">
            <a:noAutofit/>
          </a:bodyPr>
          <a:lstStyle>
            <a:lvl1pPr algn="l">
              <a:lnSpc>
                <a:spcPct val="100000"/>
              </a:lnSpc>
              <a:defRPr sz="2267" b="0" i="0" baseline="0">
                <a:solidFill>
                  <a:schemeClr val="accent1"/>
                </a:solidFill>
                <a:latin typeface="+mn-lt"/>
                <a:ea typeface="PS TT Commons DemiBold" charset="0"/>
                <a:cs typeface="PS TT Commons DemiBold" charset="0"/>
              </a:defRPr>
            </a:lvl1pPr>
            <a:lvl2pPr algn="l">
              <a:buSzPct val="100000"/>
              <a:defRPr sz="2267" b="0" i="0">
                <a:solidFill>
                  <a:schemeClr val="accent1"/>
                </a:solidFill>
                <a:latin typeface="PS TT Commons" charset="0"/>
                <a:ea typeface="PS TT Commons" charset="0"/>
                <a:cs typeface="PS TT Commons" charset="0"/>
              </a:defRPr>
            </a:lvl2pPr>
            <a:lvl3pPr algn="l">
              <a:defRPr sz="2400" b="0" i="0">
                <a:solidFill>
                  <a:schemeClr val="accent1"/>
                </a:solidFill>
                <a:latin typeface="PS TT Commons" charset="0"/>
                <a:ea typeface="PS TT Commons" charset="0"/>
                <a:cs typeface="PS TT Commons" charset="0"/>
              </a:defRPr>
            </a:lvl3pPr>
            <a:lvl4pPr algn="l">
              <a:defRPr sz="2400" b="0" i="0">
                <a:solidFill>
                  <a:schemeClr val="accent1"/>
                </a:solidFill>
                <a:latin typeface="PS TT Commons" charset="0"/>
                <a:ea typeface="PS TT Commons" charset="0"/>
                <a:cs typeface="PS TT Commons" charset="0"/>
              </a:defRPr>
            </a:lvl4pPr>
            <a:lvl5pPr algn="l">
              <a:defRPr sz="2400" b="0" i="0">
                <a:solidFill>
                  <a:schemeClr val="accent1"/>
                </a:solidFill>
                <a:latin typeface="PS TT Commons" charset="0"/>
                <a:ea typeface="PS TT Commons" charset="0"/>
                <a:cs typeface="PS TT Commons" charset="0"/>
              </a:defRPr>
            </a:lvl5pPr>
            <a:lvl6pPr>
              <a:defRPr>
                <a:solidFill>
                  <a:schemeClr val="accent1"/>
                </a:solidFill>
              </a:defRPr>
            </a:lvl6pPr>
            <a:lvl7pPr>
              <a:defRPr>
                <a:solidFill>
                  <a:schemeClr val="accent1"/>
                </a:solidFill>
              </a:defRPr>
            </a:lvl7pPr>
            <a:lvl8pPr>
              <a:defRPr>
                <a:solidFill>
                  <a:schemeClr val="accent1"/>
                </a:solidFill>
              </a:defRPr>
            </a:lvl8pPr>
            <a:lvl9pPr>
              <a:defRPr>
                <a:solidFill>
                  <a:schemeClr val="accent1"/>
                </a:solidFill>
              </a:defRPr>
            </a:lvl9pPr>
          </a:lstStyle>
          <a:p>
            <a:pPr lvl="0"/>
            <a:r>
              <a:rPr lang="en-US" dirty="0"/>
              <a:t>Click to add text</a:t>
            </a:r>
          </a:p>
          <a:p>
            <a:pPr lvl="1"/>
            <a:r>
              <a:rPr lang="en-US"/>
              <a:t>Second level</a:t>
            </a:r>
            <a:endParaRPr lang="en-US" dirty="0"/>
          </a:p>
        </p:txBody>
      </p:sp>
      <p:sp>
        <p:nvSpPr>
          <p:cNvPr id="6" name="Rectangle 5"/>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1110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4">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4">
                                            <p:txEl>
                                              <p:pRg st="1" end="1"/>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tmplLst>
          <p:tmpl lvl="1">
            <p:tnLst>
              <p:par>
                <p:cTn presetID="1" presetClass="entr" presetSubtype="0" fill="hold" nodeType="clickEffect">
                  <p:stCondLst>
                    <p:cond delay="0"/>
                  </p:stCondLst>
                  <p:childTnLst>
                    <p:set>
                      <p:cBhvr>
                        <p:cTn dur="1" fill="hold">
                          <p:stCondLst>
                            <p:cond delay="0"/>
                          </p:stCondLst>
                        </p:cTn>
                        <p:tgtEl>
                          <p:spTgt spid="4"/>
                        </p:tgtEl>
                        <p:attrNameLst>
                          <p:attrName>style.visibility</p:attrName>
                        </p:attrNameLst>
                      </p:cBhvr>
                      <p:to>
                        <p:strVal val="visible"/>
                      </p:to>
                    </p:set>
                  </p:childTnLst>
                  <p:subTnLst>
                    <p:animClr clrSpc="rgb" dir="cw">
                      <p:cBhvr override="childStyle">
                        <p:cTn dur="1" fill="hold" display="0" masterRel="nextClick" afterEffect="1"/>
                        <p:tgtEl>
                          <p:spTgt spid="4"/>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4"/>
                        </p:tgtEl>
                        <p:attrNameLst>
                          <p:attrName>style.visibility</p:attrName>
                        </p:attrNameLst>
                      </p:cBhvr>
                      <p:to>
                        <p:strVal val="visible"/>
                      </p:to>
                    </p:set>
                  </p:childTnLst>
                </p:cTn>
              </p:par>
            </p:tnLst>
          </p:tmpl>
          <p:tmpl lvl="3">
            <p:tnLst>
              <p:par>
                <p:cTn presetID="1" presetClass="entr" presetSubtype="0" fill="hold" nodeType="clickEffect">
                  <p:stCondLst>
                    <p:cond delay="0"/>
                  </p:stCondLst>
                  <p:childTnLst>
                    <p:set>
                      <p:cBhvr>
                        <p:cTn dur="1" fill="hold">
                          <p:stCondLst>
                            <p:cond delay="0"/>
                          </p:stCondLst>
                        </p:cTn>
                        <p:tgtEl>
                          <p:spTgt spid="4"/>
                        </p:tgtEl>
                        <p:attrNameLst>
                          <p:attrName>style.visibility</p:attrName>
                        </p:attrNameLst>
                      </p:cBhvr>
                      <p:to>
                        <p:strVal val="visible"/>
                      </p:to>
                    </p:set>
                  </p:childTnLst>
                  <p:subTnLst>
                    <p:animClr clrSpc="rgb" dir="cw">
                      <p:cBhvr override="childStyle">
                        <p:cTn dur="1" fill="hold" display="0" masterRel="nextClick" afterEffect="1"/>
                        <p:tgtEl>
                          <p:spTgt spid="4"/>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4"/>
                        </p:tgtEl>
                        <p:attrNameLst>
                          <p:attrName>style.visibility</p:attrName>
                        </p:attrNameLst>
                      </p:cBhvr>
                      <p:to>
                        <p:strVal val="visible"/>
                      </p:to>
                    </p:set>
                  </p:childTnLst>
                  <p:subTnLst>
                    <p:animClr clrSpc="rgb" dir="cw">
                      <p:cBhvr override="childStyle">
                        <p:cTn dur="1" fill="hold" display="0" masterRel="nextClick" afterEffect="1"/>
                        <p:tgtEl>
                          <p:spTgt spid="4"/>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4"/>
                        </p:tgtEl>
                        <p:attrNameLst>
                          <p:attrName>style.visibility</p:attrName>
                        </p:attrNameLst>
                      </p:cBhvr>
                      <p:to>
                        <p:strVal val="visible"/>
                      </p:to>
                    </p:set>
                  </p:childTnLst>
                  <p:subTnLst>
                    <p:animClr clrSpc="rgb" dir="cw">
                      <p:cBhvr override="childStyle">
                        <p:cTn dur="1" fill="hold" display="0" masterRel="nextClick" afterEffect="1"/>
                        <p:tgtEl>
                          <p:spTgt spid="4"/>
                        </p:tgtEl>
                        <p:attrNameLst>
                          <p:attrName>ppt_c</p:attrName>
                        </p:attrNameLst>
                      </p:cBhvr>
                      <p:to>
                        <a:schemeClr val="tx2"/>
                      </p:to>
                    </p:animClr>
                  </p:subTnLst>
                </p:cTn>
              </p:par>
            </p:tnLst>
          </p:tmpl>
        </p:tmplLst>
      </p:bldP>
    </p:bldLst>
  </p:timing>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Comparison: Point-by-Poi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Add Slide Title in Title Case</a:t>
            </a:r>
          </a:p>
        </p:txBody>
      </p:sp>
      <p:cxnSp>
        <p:nvCxnSpPr>
          <p:cNvPr id="3" name="Straight Connector 2"/>
          <p:cNvCxnSpPr/>
          <p:nvPr/>
        </p:nvCxnSpPr>
        <p:spPr>
          <a:xfrm>
            <a:off x="6096000" y="1631527"/>
            <a:ext cx="0" cy="4640580"/>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4" name="Text Placeholder 6"/>
          <p:cNvSpPr>
            <a:spLocks noGrp="1"/>
          </p:cNvSpPr>
          <p:nvPr>
            <p:ph type="body" sz="quarter" idx="10" hasCustomPrompt="1"/>
          </p:nvPr>
        </p:nvSpPr>
        <p:spPr>
          <a:xfrm>
            <a:off x="539834" y="1631527"/>
            <a:ext cx="5285232" cy="450431"/>
          </a:xfrm>
          <a:prstGeom prst="rect">
            <a:avLst/>
          </a:prstGeom>
        </p:spPr>
        <p:txBody>
          <a:bodyPr>
            <a:noAutofit/>
          </a:bodyPr>
          <a:lstStyle>
            <a:lvl1pPr algn="r">
              <a:defRPr sz="2267" b="0" i="0" baseline="0">
                <a:solidFill>
                  <a:schemeClr val="accent1"/>
                </a:solidFill>
                <a:latin typeface="+mn-lt"/>
                <a:ea typeface="PS TT Commons DemiBold" charset="0"/>
                <a:cs typeface="PS TT Commons DemiBold" charset="0"/>
              </a:defRPr>
            </a:lvl1pPr>
          </a:lstStyle>
          <a:p>
            <a:pPr lvl="0"/>
            <a:r>
              <a:rPr lang="en-US"/>
              <a:t>Compare item one</a:t>
            </a:r>
            <a:endParaRPr lang="en-US" dirty="0"/>
          </a:p>
        </p:txBody>
      </p:sp>
      <p:sp>
        <p:nvSpPr>
          <p:cNvPr id="5" name="Text Placeholder 3"/>
          <p:cNvSpPr>
            <a:spLocks noGrp="1"/>
          </p:cNvSpPr>
          <p:nvPr>
            <p:ph type="body" sz="quarter" idx="15" hasCustomPrompt="1"/>
          </p:nvPr>
        </p:nvSpPr>
        <p:spPr>
          <a:xfrm>
            <a:off x="539834" y="2235200"/>
            <a:ext cx="5285233" cy="3928533"/>
          </a:xfrm>
          <a:prstGeom prst="rect">
            <a:avLst/>
          </a:prstGeom>
        </p:spPr>
        <p:txBody>
          <a:bodyPr>
            <a:noAutofit/>
          </a:bodyPr>
          <a:lstStyle>
            <a:lvl1pPr marL="0" marR="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sz="2133" b="0" i="0">
                <a:latin typeface="+mn-lt"/>
                <a:ea typeface="PS TT Commons Medium" charset="0"/>
                <a:cs typeface="PS TT Commons Medium" charset="0"/>
              </a:defRPr>
            </a:lvl1pPr>
          </a:lstStyle>
          <a:p>
            <a:pPr lvl="0"/>
            <a:r>
              <a:rPr lang="en-US"/>
              <a:t>Point number 1</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2</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3</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4</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5</a:t>
            </a:r>
          </a:p>
          <a:p>
            <a:pPr lvl="0"/>
            <a:endParaRPr lang="en-US" dirty="0"/>
          </a:p>
        </p:txBody>
      </p:sp>
      <p:sp>
        <p:nvSpPr>
          <p:cNvPr id="7" name="Text Placeholder 6"/>
          <p:cNvSpPr>
            <a:spLocks noGrp="1"/>
          </p:cNvSpPr>
          <p:nvPr>
            <p:ph type="body" sz="quarter" idx="16" hasCustomPrompt="1"/>
          </p:nvPr>
        </p:nvSpPr>
        <p:spPr>
          <a:xfrm>
            <a:off x="6366933" y="1631527"/>
            <a:ext cx="5285232" cy="450431"/>
          </a:xfrm>
          <a:prstGeom prst="rect">
            <a:avLst/>
          </a:prstGeom>
        </p:spPr>
        <p:txBody>
          <a:bodyPr lIns="0">
            <a:noAutofit/>
          </a:bodyPr>
          <a:lstStyle>
            <a:lvl1pPr algn="l">
              <a:defRPr sz="2267" b="0" i="0" baseline="0">
                <a:solidFill>
                  <a:schemeClr val="accent1"/>
                </a:solidFill>
                <a:latin typeface="+mn-lt"/>
                <a:ea typeface="PS TT Commons DemiBold" charset="0"/>
                <a:cs typeface="PS TT Commons DemiBold" charset="0"/>
              </a:defRPr>
            </a:lvl1pPr>
          </a:lstStyle>
          <a:p>
            <a:pPr lvl="0"/>
            <a:r>
              <a:rPr lang="en-US"/>
              <a:t>Compare item two</a:t>
            </a:r>
            <a:endParaRPr lang="en-US" dirty="0"/>
          </a:p>
        </p:txBody>
      </p:sp>
      <p:sp>
        <p:nvSpPr>
          <p:cNvPr id="8" name="Text Placeholder 3"/>
          <p:cNvSpPr>
            <a:spLocks noGrp="1"/>
          </p:cNvSpPr>
          <p:nvPr>
            <p:ph type="body" sz="quarter" idx="17" hasCustomPrompt="1"/>
          </p:nvPr>
        </p:nvSpPr>
        <p:spPr>
          <a:xfrm>
            <a:off x="6366935" y="2235200"/>
            <a:ext cx="5286349" cy="3928533"/>
          </a:xfrm>
          <a:prstGeom prst="rect">
            <a:avLst/>
          </a:prstGeom>
        </p:spPr>
        <p:txBody>
          <a:bodyPr>
            <a:noAutofit/>
          </a:bodyPr>
          <a:lstStyle>
            <a:lvl1pPr marL="0" marR="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sz="2133" b="0" i="0" baseline="0">
                <a:latin typeface="+mn-lt"/>
                <a:ea typeface="PS TT Commons Medium" charset="0"/>
                <a:cs typeface="PS TT Commons Medium" charset="0"/>
              </a:defRPr>
            </a:lvl1pPr>
          </a:lstStyle>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1</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2</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3</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4</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5</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endParaRPr lang="en-US"/>
          </a:p>
          <a:p>
            <a:pPr lvl="0"/>
            <a:endParaRPr lang="en-US" dirty="0"/>
          </a:p>
        </p:txBody>
      </p:sp>
      <p:sp>
        <p:nvSpPr>
          <p:cNvPr id="10" name="Rectangle 9"/>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725273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 presetClass="entr" presetSubtype="0" fill="hold" nodeType="click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P spid="8" grpId="0" build="p">
        <p:tmplLst>
          <p:tmpl lvl="1">
            <p:tnLst>
              <p:par>
                <p:cTn presetID="1" presetClass="entr" presetSubtype="0" fill="hold" nodeType="clickEffect">
                  <p:stCondLst>
                    <p:cond delay="0"/>
                  </p:stCondLst>
                  <p:childTnLst>
                    <p:set>
                      <p:cBhvr>
                        <p:cTn dur="1" fill="hold">
                          <p:stCondLst>
                            <p:cond delay="0"/>
                          </p:stCondLst>
                        </p:cTn>
                        <p:tgtEl>
                          <p:spTgt spid="8"/>
                        </p:tgtEl>
                        <p:attrNameLst>
                          <p:attrName>style.visibility</p:attrName>
                        </p:attrNameLst>
                      </p:cBhvr>
                      <p:to>
                        <p:strVal val="visible"/>
                      </p:to>
                    </p:set>
                  </p:childTnLst>
                </p:cTn>
              </p:par>
            </p:tnLst>
          </p:tmpl>
        </p:tmplLst>
      </p:bldP>
    </p:bldLst>
  </p:timing>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Comparison: by Item">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Add Slide Title in Title Case</a:t>
            </a:r>
          </a:p>
        </p:txBody>
      </p:sp>
      <p:cxnSp>
        <p:nvCxnSpPr>
          <p:cNvPr id="3" name="Straight Connector 2"/>
          <p:cNvCxnSpPr/>
          <p:nvPr/>
        </p:nvCxnSpPr>
        <p:spPr>
          <a:xfrm>
            <a:off x="6096000" y="1631527"/>
            <a:ext cx="0" cy="4640580"/>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4" name="Text Placeholder 6"/>
          <p:cNvSpPr>
            <a:spLocks noGrp="1"/>
          </p:cNvSpPr>
          <p:nvPr>
            <p:ph type="body" sz="quarter" idx="10" hasCustomPrompt="1"/>
          </p:nvPr>
        </p:nvSpPr>
        <p:spPr>
          <a:xfrm>
            <a:off x="539833" y="1631527"/>
            <a:ext cx="5285232" cy="450431"/>
          </a:xfrm>
          <a:prstGeom prst="rect">
            <a:avLst/>
          </a:prstGeom>
        </p:spPr>
        <p:txBody>
          <a:bodyPr>
            <a:noAutofit/>
          </a:bodyPr>
          <a:lstStyle>
            <a:lvl1pPr algn="r">
              <a:defRPr sz="2267" b="0" i="0" baseline="0">
                <a:solidFill>
                  <a:schemeClr val="accent1"/>
                </a:solidFill>
                <a:latin typeface="+mn-lt"/>
                <a:ea typeface="PS TT Commons DemiBold" charset="0"/>
                <a:cs typeface="PS TT Commons DemiBold" charset="0"/>
              </a:defRPr>
            </a:lvl1pPr>
          </a:lstStyle>
          <a:p>
            <a:pPr lvl="0"/>
            <a:r>
              <a:rPr lang="en-US"/>
              <a:t>Compare first thing</a:t>
            </a:r>
            <a:endParaRPr lang="en-US" dirty="0"/>
          </a:p>
        </p:txBody>
      </p:sp>
      <p:sp>
        <p:nvSpPr>
          <p:cNvPr id="5" name="Text Placeholder 3"/>
          <p:cNvSpPr>
            <a:spLocks noGrp="1"/>
          </p:cNvSpPr>
          <p:nvPr>
            <p:ph type="body" sz="quarter" idx="15" hasCustomPrompt="1"/>
          </p:nvPr>
        </p:nvSpPr>
        <p:spPr>
          <a:xfrm>
            <a:off x="539833" y="2235200"/>
            <a:ext cx="5285234" cy="3928533"/>
          </a:xfrm>
          <a:prstGeom prst="rect">
            <a:avLst/>
          </a:prstGeom>
        </p:spPr>
        <p:txBody>
          <a:bodyPr>
            <a:noAutofit/>
          </a:bodyPr>
          <a:lstStyle>
            <a:lvl1pPr marL="0" marR="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sz="2133" b="0" i="0">
                <a:latin typeface="+mn-lt"/>
                <a:ea typeface="PS TT Commons Medium" charset="0"/>
                <a:cs typeface="PS TT Commons Medium" charset="0"/>
              </a:defRPr>
            </a:lvl1pPr>
          </a:lstStyle>
          <a:p>
            <a:pPr lvl="0"/>
            <a:r>
              <a:rPr lang="en-US"/>
              <a:t>Point number 1</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2</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3</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4</a:t>
            </a:r>
          </a:p>
          <a:p>
            <a:pPr marL="0" marR="0" lvl="0" indent="0" algn="r"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Point number 5</a:t>
            </a:r>
          </a:p>
          <a:p>
            <a:pPr lvl="0"/>
            <a:endParaRPr lang="en-US" dirty="0"/>
          </a:p>
        </p:txBody>
      </p:sp>
      <p:sp>
        <p:nvSpPr>
          <p:cNvPr id="7" name="Text Placeholder 6"/>
          <p:cNvSpPr>
            <a:spLocks noGrp="1"/>
          </p:cNvSpPr>
          <p:nvPr>
            <p:ph type="body" sz="quarter" idx="16" hasCustomPrompt="1"/>
          </p:nvPr>
        </p:nvSpPr>
        <p:spPr>
          <a:xfrm>
            <a:off x="6366934" y="1631527"/>
            <a:ext cx="5285232" cy="450431"/>
          </a:xfrm>
          <a:prstGeom prst="rect">
            <a:avLst/>
          </a:prstGeom>
        </p:spPr>
        <p:txBody>
          <a:bodyPr lIns="0">
            <a:noAutofit/>
          </a:bodyPr>
          <a:lstStyle>
            <a:lvl1pPr algn="l">
              <a:defRPr sz="2267" b="0" i="0" baseline="0">
                <a:solidFill>
                  <a:schemeClr val="accent1"/>
                </a:solidFill>
                <a:latin typeface="+mn-lt"/>
                <a:ea typeface="PS TT Commons DemiBold" charset="0"/>
                <a:cs typeface="PS TT Commons DemiBold" charset="0"/>
              </a:defRPr>
            </a:lvl1pPr>
          </a:lstStyle>
          <a:p>
            <a:pPr lvl="0"/>
            <a:r>
              <a:rPr lang="en-US"/>
              <a:t>Compare second thing</a:t>
            </a:r>
            <a:endParaRPr lang="en-US" dirty="0"/>
          </a:p>
        </p:txBody>
      </p:sp>
      <p:sp>
        <p:nvSpPr>
          <p:cNvPr id="8" name="Text Placeholder 3"/>
          <p:cNvSpPr>
            <a:spLocks noGrp="1"/>
          </p:cNvSpPr>
          <p:nvPr>
            <p:ph type="body" sz="quarter" idx="17" hasCustomPrompt="1"/>
          </p:nvPr>
        </p:nvSpPr>
        <p:spPr>
          <a:xfrm>
            <a:off x="6366935" y="2235200"/>
            <a:ext cx="5285232" cy="3928533"/>
          </a:xfrm>
          <a:prstGeom prst="rect">
            <a:avLst/>
          </a:prstGeom>
        </p:spPr>
        <p:txBody>
          <a:bodyPr>
            <a:noAutofit/>
          </a:bodyPr>
          <a:lstStyle>
            <a:lvl1pPr marL="0" marR="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sz="2133" b="0" i="0" baseline="0">
                <a:latin typeface="+mn-lt"/>
                <a:ea typeface="PS TT Commons Medium" charset="0"/>
                <a:cs typeface="PS TT Commons Medium" charset="0"/>
              </a:defRPr>
            </a:lvl1pPr>
          </a:lstStyle>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1</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2</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3</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4</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r>
              <a:rPr lang="en-US"/>
              <a:t>Counterpoint number 5</a:t>
            </a:r>
          </a:p>
          <a:p>
            <a:pPr marL="0" marR="0" lvl="0" indent="0" algn="l" defTabSz="586017" rtl="0" eaLnBrk="1" fontAlgn="auto" latinLnBrk="0" hangingPunct="1">
              <a:lnSpc>
                <a:spcPct val="90000"/>
              </a:lnSpc>
              <a:spcBef>
                <a:spcPts val="1800"/>
              </a:spcBef>
              <a:spcAft>
                <a:spcPts val="0"/>
              </a:spcAft>
              <a:buClrTx/>
              <a:buSzPct val="75000"/>
              <a:buFont typeface="Myriad Pro" panose="020B0503030403020204" pitchFamily="34" charset="0"/>
              <a:buNone/>
              <a:tabLst/>
              <a:defRPr/>
            </a:pPr>
            <a:endParaRPr lang="en-US"/>
          </a:p>
          <a:p>
            <a:pPr lvl="0"/>
            <a:endParaRPr lang="en-US" dirty="0"/>
          </a:p>
        </p:txBody>
      </p:sp>
      <p:sp>
        <p:nvSpPr>
          <p:cNvPr id="10" name="Rectangle 9"/>
          <p:cNvSpPr/>
          <p:nvPr userDrawn="1"/>
        </p:nvSpPr>
        <p:spPr>
          <a:xfrm>
            <a:off x="1" y="-474034"/>
            <a:ext cx="4776604" cy="338554"/>
          </a:xfrm>
          <a:prstGeom prst="rect">
            <a:avLst/>
          </a:prstGeom>
        </p:spPr>
        <p:txBody>
          <a:bodyPr wrap="square">
            <a:spAutoFit/>
          </a:bodyPr>
          <a:lstStyle/>
          <a:p>
            <a:pPr algn="l" defTabSz="1219232"/>
            <a:r>
              <a:rPr lang="en-US" sz="1600" b="1" i="0">
                <a:solidFill>
                  <a:srgbClr val="404040"/>
                </a:solidFill>
                <a:latin typeface="PS TT Commons DemiBold" charset="0"/>
                <a:ea typeface="PS TT Commons DemiBold" charset="0"/>
                <a:cs typeface="PS TT Commons DemiBold" charset="0"/>
              </a:rPr>
              <a:t>This slidelist is </a:t>
            </a:r>
            <a:r>
              <a:rPr lang="en-US" sz="1600" b="1" i="0">
                <a:solidFill>
                  <a:srgbClr val="F05A28"/>
                </a:solidFill>
                <a:latin typeface="PS TT Commons DemiBold" charset="0"/>
                <a:ea typeface="PS TT Commons DemiBold" charset="0"/>
                <a:cs typeface="PS TT Commons DemiBold" charset="0"/>
              </a:rPr>
              <a:t>preset </a:t>
            </a:r>
            <a:r>
              <a:rPr lang="en-US" sz="1600" b="1" i="0">
                <a:solidFill>
                  <a:srgbClr val="404040"/>
                </a:solidFill>
                <a:latin typeface="PS TT Commons DemiBold" charset="0"/>
                <a:ea typeface="PS TT Commons DemiBold" charset="0"/>
                <a:cs typeface="PS TT Commons DemiBold" charset="0"/>
              </a:rPr>
              <a:t>with</a:t>
            </a:r>
            <a:r>
              <a:rPr lang="en-US" sz="1600" b="1" i="0" baseline="0">
                <a:solidFill>
                  <a:srgbClr val="404040"/>
                </a:solidFill>
                <a:latin typeface="PS TT Commons DemiBold" charset="0"/>
                <a:ea typeface="PS TT Commons DemiBold" charset="0"/>
                <a:cs typeface="PS TT Commons DemiBold" charset="0"/>
              </a:rPr>
              <a:t> </a:t>
            </a:r>
            <a:r>
              <a:rPr lang="en-US" sz="1600" b="1" i="0">
                <a:solidFill>
                  <a:srgbClr val="F05A28"/>
                </a:solidFill>
                <a:latin typeface="PS TT Commons DemiBold" charset="0"/>
                <a:ea typeface="PS TT Commons DemiBold" charset="0"/>
                <a:cs typeface="PS TT Commons DemiBold" charset="0"/>
              </a:rPr>
              <a:t>animations</a:t>
            </a:r>
            <a:endParaRPr lang="en-US" sz="16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1066293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0" end="0"/>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1" end="1"/>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 presetClass="entr" presetSubtype="0" fill="hold" nodeType="withEffect">
                  <p:stCondLst>
                    <p:cond delay="0"/>
                  </p:stCondLst>
                  <p:childTnLst>
                    <p:set>
                      <p:cBhvr>
                        <p:cTn dur="1" fill="hold">
                          <p:stCondLst>
                            <p:cond delay="0"/>
                          </p:stCondLst>
                        </p:cTn>
                        <p:tgtEl>
                          <p:spTgt spid="5"/>
                        </p:tgtEl>
                        <p:attrNameLst>
                          <p:attrName>style.visibility</p:attrName>
                        </p:attrNameLst>
                      </p:cBhvr>
                      <p:to>
                        <p:strVal val="visible"/>
                      </p:to>
                    </p:set>
                  </p:childTnLst>
                </p:cTn>
              </p:par>
            </p:tnLst>
          </p:tmpl>
        </p:tmplLst>
      </p:bldP>
      <p:bldP spid="8" grpId="0" build="p">
        <p:tmplLst>
          <p:tmpl lvl="1">
            <p:tnLst>
              <p:par>
                <p:cTn presetID="1" presetClass="entr" presetSubtype="0" fill="hold" nodeType="withEffect">
                  <p:stCondLst>
                    <p:cond delay="0"/>
                  </p:stCondLst>
                  <p:childTnLst>
                    <p:set>
                      <p:cBhvr>
                        <p:cTn dur="1" fill="hold">
                          <p:stCondLst>
                            <p:cond delay="0"/>
                          </p:stCondLst>
                        </p:cTn>
                        <p:tgtEl>
                          <p:spTgt spid="8"/>
                        </p:tgtEl>
                        <p:attrNameLst>
                          <p:attrName>style.visibility</p:attrName>
                        </p:attrNameLst>
                      </p:cBhvr>
                      <p:to>
                        <p:strVal val="visible"/>
                      </p:to>
                    </p:set>
                  </p:childTnLst>
                </p:cTn>
              </p:par>
            </p:tnLst>
          </p:tmpl>
        </p:tmplLst>
      </p:bldP>
    </p:bldLst>
  </p:timing>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Important Statement">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125980" y="1167659"/>
            <a:ext cx="7940040" cy="4522683"/>
          </a:xfrm>
        </p:spPr>
        <p:txBody>
          <a:bodyPr/>
          <a:lstStyle>
            <a:lvl1pPr>
              <a:lnSpc>
                <a:spcPct val="100000"/>
              </a:lnSpc>
              <a:defRPr sz="4400" baseline="0">
                <a:solidFill>
                  <a:schemeClr val="bg1"/>
                </a:solidFill>
              </a:defRPr>
            </a:lvl1pPr>
          </a:lstStyle>
          <a:p>
            <a:r>
              <a:rPr lang="en-US"/>
              <a:t>This is a short, important statement to bring attention to something.</a:t>
            </a:r>
          </a:p>
        </p:txBody>
      </p:sp>
    </p:spTree>
    <p:extLst>
      <p:ext uri="{BB962C8B-B14F-4D97-AF65-F5344CB8AC3E}">
        <p14:creationId xmlns:p14="http://schemas.microsoft.com/office/powerpoint/2010/main" val="58277630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Quotation-short">
    <p:spTree>
      <p:nvGrpSpPr>
        <p:cNvPr id="1" name=""/>
        <p:cNvGrpSpPr/>
        <p:nvPr/>
      </p:nvGrpSpPr>
      <p:grpSpPr>
        <a:xfrm>
          <a:off x="0" y="0"/>
          <a:ext cx="0" cy="0"/>
          <a:chOff x="0" y="0"/>
          <a:chExt cx="0" cy="0"/>
        </a:xfrm>
      </p:grpSpPr>
      <p:sp>
        <p:nvSpPr>
          <p:cNvPr id="3" name="Title 12"/>
          <p:cNvSpPr>
            <a:spLocks noGrp="1"/>
          </p:cNvSpPr>
          <p:nvPr>
            <p:ph type="title" hasCustomPrompt="1"/>
          </p:nvPr>
        </p:nvSpPr>
        <p:spPr>
          <a:xfrm>
            <a:off x="1076960" y="1055797"/>
            <a:ext cx="10038080" cy="2601804"/>
          </a:xfrm>
        </p:spPr>
        <p:txBody>
          <a:bodyPr anchor="b">
            <a:noAutofit/>
          </a:bodyPr>
          <a:lstStyle>
            <a:lvl1pPr marL="0" marR="0" indent="0" algn="l" defTabSz="781376" rtl="0" eaLnBrk="1" fontAlgn="auto" latinLnBrk="0" hangingPunct="1">
              <a:lnSpc>
                <a:spcPct val="100000"/>
              </a:lnSpc>
              <a:spcBef>
                <a:spcPct val="0"/>
              </a:spcBef>
              <a:spcAft>
                <a:spcPts val="0"/>
              </a:spcAft>
              <a:buClrTx/>
              <a:buSzTx/>
              <a:buFontTx/>
              <a:buNone/>
              <a:tabLst/>
              <a:defRPr lang="en-US" sz="4400" b="0" i="0" baseline="0" smtClean="0">
                <a:solidFill>
                  <a:schemeClr val="accent4"/>
                </a:solidFill>
                <a:effectLst/>
                <a:latin typeface="PS TT Commons Light" charset="0"/>
                <a:ea typeface="PS TT Commons Light" charset="0"/>
                <a:cs typeface="PS TT Commons Light" charset="0"/>
              </a:defRPr>
            </a:lvl1pPr>
          </a:lstStyle>
          <a:p>
            <a:r>
              <a:rPr lang="en-US"/>
              <a:t>“Insert a short quote here”</a:t>
            </a:r>
            <a:endParaRPr lang="en-US" dirty="0"/>
          </a:p>
        </p:txBody>
      </p:sp>
      <p:sp>
        <p:nvSpPr>
          <p:cNvPr id="4" name="Text Placeholder 4"/>
          <p:cNvSpPr>
            <a:spLocks noGrp="1"/>
          </p:cNvSpPr>
          <p:nvPr>
            <p:ph type="body" sz="quarter" idx="10" hasCustomPrompt="1"/>
          </p:nvPr>
        </p:nvSpPr>
        <p:spPr>
          <a:xfrm>
            <a:off x="1076960" y="3871810"/>
            <a:ext cx="10038080" cy="544405"/>
          </a:xfrm>
          <a:prstGeom prst="rect">
            <a:avLst/>
          </a:prstGeom>
        </p:spPr>
        <p:txBody>
          <a:bodyPr>
            <a:noAutofit/>
          </a:bodyPr>
          <a:lstStyle>
            <a:lvl1pPr marL="0" indent="0">
              <a:buNone/>
              <a:defRPr sz="2267" b="0" i="0" baseline="0">
                <a:latin typeface="PS TT Commons DemiBold" charset="0"/>
                <a:ea typeface="PS TT Commons DemiBold" charset="0"/>
                <a:cs typeface="PS TT Commons DemiBold" charset="0"/>
              </a:defRPr>
            </a:lvl1pPr>
          </a:lstStyle>
          <a:p>
            <a:pPr lvl="0"/>
            <a:r>
              <a:rPr lang="en-US"/>
              <a:t>Quote credit</a:t>
            </a:r>
            <a:endParaRPr lang="en-US" dirty="0"/>
          </a:p>
        </p:txBody>
      </p:sp>
    </p:spTree>
    <p:extLst>
      <p:ext uri="{BB962C8B-B14F-4D97-AF65-F5344CB8AC3E}">
        <p14:creationId xmlns:p14="http://schemas.microsoft.com/office/powerpoint/2010/main" val="321756138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Quotation-long">
    <p:spTree>
      <p:nvGrpSpPr>
        <p:cNvPr id="1" name=""/>
        <p:cNvGrpSpPr/>
        <p:nvPr/>
      </p:nvGrpSpPr>
      <p:grpSpPr>
        <a:xfrm>
          <a:off x="0" y="0"/>
          <a:ext cx="0" cy="0"/>
          <a:chOff x="0" y="0"/>
          <a:chExt cx="0" cy="0"/>
        </a:xfrm>
      </p:grpSpPr>
      <p:sp>
        <p:nvSpPr>
          <p:cNvPr id="3" name="Title 12"/>
          <p:cNvSpPr>
            <a:spLocks noGrp="1"/>
          </p:cNvSpPr>
          <p:nvPr>
            <p:ph type="title" hasCustomPrompt="1"/>
          </p:nvPr>
        </p:nvSpPr>
        <p:spPr>
          <a:xfrm>
            <a:off x="1076960" y="1042250"/>
            <a:ext cx="10038080" cy="3401057"/>
          </a:xfrm>
        </p:spPr>
        <p:txBody>
          <a:bodyPr anchor="b">
            <a:noAutofit/>
          </a:bodyPr>
          <a:lstStyle>
            <a:lvl1pPr marL="0" marR="0" indent="0" algn="l" defTabSz="781376" rtl="0" eaLnBrk="1" fontAlgn="auto" latinLnBrk="0" hangingPunct="1">
              <a:lnSpc>
                <a:spcPct val="100000"/>
              </a:lnSpc>
              <a:spcBef>
                <a:spcPct val="0"/>
              </a:spcBef>
              <a:spcAft>
                <a:spcPts val="0"/>
              </a:spcAft>
              <a:buClrTx/>
              <a:buSzTx/>
              <a:buFontTx/>
              <a:buNone/>
              <a:tabLst/>
              <a:defRPr lang="en-US" sz="4400" b="0" i="0" baseline="0" smtClean="0">
                <a:solidFill>
                  <a:schemeClr val="accent6"/>
                </a:solidFill>
                <a:effectLst/>
                <a:latin typeface="+mj-lt"/>
                <a:ea typeface="PS TT Commons Light" charset="0"/>
                <a:cs typeface="PS TT Commons Light" charset="0"/>
              </a:defRPr>
            </a:lvl1pPr>
          </a:lstStyle>
          <a:p>
            <a:r>
              <a:rPr lang="en-US"/>
              <a:t>“Insert a longer quote here”</a:t>
            </a:r>
            <a:endParaRPr lang="en-US" dirty="0"/>
          </a:p>
        </p:txBody>
      </p:sp>
      <p:sp>
        <p:nvSpPr>
          <p:cNvPr id="4" name="Text Placeholder 4"/>
          <p:cNvSpPr>
            <a:spLocks noGrp="1"/>
          </p:cNvSpPr>
          <p:nvPr>
            <p:ph type="body" sz="quarter" idx="10" hasCustomPrompt="1"/>
          </p:nvPr>
        </p:nvSpPr>
        <p:spPr>
          <a:xfrm>
            <a:off x="1076960" y="4616876"/>
            <a:ext cx="10038080" cy="544405"/>
          </a:xfrm>
          <a:prstGeom prst="rect">
            <a:avLst/>
          </a:prstGeom>
        </p:spPr>
        <p:txBody>
          <a:bodyPr>
            <a:noAutofit/>
          </a:bodyPr>
          <a:lstStyle>
            <a:lvl1pPr marL="0" indent="0">
              <a:buNone/>
              <a:defRPr sz="2267" b="0" i="0" baseline="0">
                <a:latin typeface="PS TT Commons DemiBold" charset="0"/>
                <a:ea typeface="PS TT Commons DemiBold" charset="0"/>
                <a:cs typeface="PS TT Commons DemiBold" charset="0"/>
              </a:defRPr>
            </a:lvl1pPr>
          </a:lstStyle>
          <a:p>
            <a:pPr lvl="0"/>
            <a:r>
              <a:rPr lang="en-US"/>
              <a:t>Quote credit</a:t>
            </a:r>
            <a:endParaRPr lang="en-US" dirty="0"/>
          </a:p>
        </p:txBody>
      </p:sp>
    </p:spTree>
    <p:extLst>
      <p:ext uri="{BB962C8B-B14F-4D97-AF65-F5344CB8AC3E}">
        <p14:creationId xmlns:p14="http://schemas.microsoft.com/office/powerpoint/2010/main" val="169549899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Definition">
    <p:spTree>
      <p:nvGrpSpPr>
        <p:cNvPr id="1" name=""/>
        <p:cNvGrpSpPr/>
        <p:nvPr/>
      </p:nvGrpSpPr>
      <p:grpSpPr>
        <a:xfrm>
          <a:off x="0" y="0"/>
          <a:ext cx="0" cy="0"/>
          <a:chOff x="0" y="0"/>
          <a:chExt cx="0" cy="0"/>
        </a:xfrm>
      </p:grpSpPr>
      <p:sp>
        <p:nvSpPr>
          <p:cNvPr id="3" name="Title 12"/>
          <p:cNvSpPr>
            <a:spLocks noGrp="1"/>
          </p:cNvSpPr>
          <p:nvPr>
            <p:ph type="title" hasCustomPrompt="1"/>
          </p:nvPr>
        </p:nvSpPr>
        <p:spPr>
          <a:xfrm>
            <a:off x="1076960" y="1923627"/>
            <a:ext cx="10038080" cy="785707"/>
          </a:xfrm>
        </p:spPr>
        <p:txBody>
          <a:bodyPr anchor="b">
            <a:noAutofit/>
          </a:bodyPr>
          <a:lstStyle>
            <a:lvl1pPr marL="0" marR="0" indent="0" algn="l" defTabSz="781376" rtl="0" eaLnBrk="1" fontAlgn="auto" latinLnBrk="0" hangingPunct="1">
              <a:lnSpc>
                <a:spcPct val="100000"/>
              </a:lnSpc>
              <a:spcBef>
                <a:spcPct val="0"/>
              </a:spcBef>
              <a:spcAft>
                <a:spcPts val="0"/>
              </a:spcAft>
              <a:buClrTx/>
              <a:buSzTx/>
              <a:buFontTx/>
              <a:buNone/>
              <a:tabLst/>
              <a:defRPr lang="en-US" sz="4400" b="0" i="0" baseline="0" smtClean="0">
                <a:solidFill>
                  <a:schemeClr val="accent4"/>
                </a:solidFill>
                <a:effectLst/>
                <a:latin typeface="+mj-lt"/>
                <a:ea typeface="PS TT Commons Light" charset="0"/>
                <a:cs typeface="PS TT Commons Light" charset="0"/>
              </a:defRPr>
            </a:lvl1pPr>
          </a:lstStyle>
          <a:p>
            <a:r>
              <a:rPr lang="en-US"/>
              <a:t>Word to define</a:t>
            </a:r>
            <a:endParaRPr lang="en-US" dirty="0"/>
          </a:p>
        </p:txBody>
      </p:sp>
      <p:sp>
        <p:nvSpPr>
          <p:cNvPr id="4" name="Text Placeholder 4"/>
          <p:cNvSpPr>
            <a:spLocks noGrp="1"/>
          </p:cNvSpPr>
          <p:nvPr>
            <p:ph type="body" sz="quarter" idx="10" hasCustomPrompt="1"/>
          </p:nvPr>
        </p:nvSpPr>
        <p:spPr>
          <a:xfrm>
            <a:off x="1076960" y="2896449"/>
            <a:ext cx="10038080" cy="2630591"/>
          </a:xfrm>
          <a:prstGeom prst="rect">
            <a:avLst/>
          </a:prstGeom>
        </p:spPr>
        <p:txBody>
          <a:bodyPr>
            <a:noAutofit/>
          </a:bodyPr>
          <a:lstStyle>
            <a:lvl1pPr marL="0" indent="0">
              <a:buNone/>
              <a:defRPr sz="2267" b="0" i="0" spc="0" baseline="0">
                <a:latin typeface="+mn-lt"/>
                <a:ea typeface="PS TT Commons" charset="0"/>
                <a:cs typeface="PS TT Commons" charset="0"/>
              </a:defRPr>
            </a:lvl1pPr>
          </a:lstStyle>
          <a:p>
            <a:pPr lvl="0"/>
            <a:r>
              <a:rPr lang="en-US"/>
              <a:t>Add definition here</a:t>
            </a:r>
            <a:endParaRPr lang="en-US" dirty="0"/>
          </a:p>
        </p:txBody>
      </p:sp>
      <p:sp>
        <p:nvSpPr>
          <p:cNvPr id="8" name="Text Placeholder 7"/>
          <p:cNvSpPr>
            <a:spLocks noGrp="1"/>
          </p:cNvSpPr>
          <p:nvPr>
            <p:ph type="body" sz="quarter" idx="12" hasCustomPrompt="1"/>
          </p:nvPr>
        </p:nvSpPr>
        <p:spPr>
          <a:xfrm>
            <a:off x="1077384" y="6280224"/>
            <a:ext cx="10037657" cy="425450"/>
          </a:xfrm>
          <a:prstGeom prst="rect">
            <a:avLst/>
          </a:prstGeom>
        </p:spPr>
        <p:txBody>
          <a:bodyPr anchor="ctr">
            <a:noAutofit/>
          </a:bodyPr>
          <a:lstStyle>
            <a:lvl1pPr>
              <a:defRPr sz="1600" b="0" i="0" baseline="0">
                <a:latin typeface="PS TT Commons Medium" charset="0"/>
                <a:ea typeface="PS TT Commons Medium" charset="0"/>
                <a:cs typeface="PS TT Commons Medium" charset="0"/>
              </a:defRPr>
            </a:lvl1pPr>
          </a:lstStyle>
          <a:p>
            <a:pPr lvl="0"/>
            <a:r>
              <a:rPr lang="en-US"/>
              <a:t>Citation: Author/Source, Title, Link/Short Url</a:t>
            </a:r>
          </a:p>
        </p:txBody>
      </p:sp>
    </p:spTree>
    <p:extLst>
      <p:ext uri="{BB962C8B-B14F-4D97-AF65-F5344CB8AC3E}">
        <p14:creationId xmlns:p14="http://schemas.microsoft.com/office/powerpoint/2010/main" val="394794336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ore information">
    <p:spTree>
      <p:nvGrpSpPr>
        <p:cNvPr id="1" name=""/>
        <p:cNvGrpSpPr/>
        <p:nvPr/>
      </p:nvGrpSpPr>
      <p:grpSpPr>
        <a:xfrm>
          <a:off x="0" y="0"/>
          <a:ext cx="0" cy="0"/>
          <a:chOff x="0" y="0"/>
          <a:chExt cx="0" cy="0"/>
        </a:xfrm>
      </p:grpSpPr>
      <p:sp>
        <p:nvSpPr>
          <p:cNvPr id="9" name="Rectangle 8"/>
          <p:cNvSpPr/>
          <p:nvPr userDrawn="1"/>
        </p:nvSpPr>
        <p:spPr>
          <a:xfrm>
            <a:off x="0" y="0"/>
            <a:ext cx="25717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Rectangle 10"/>
          <p:cNvSpPr/>
          <p:nvPr userDrawn="1"/>
        </p:nvSpPr>
        <p:spPr>
          <a:xfrm>
            <a:off x="1543050" y="2542395"/>
            <a:ext cx="2286000" cy="1917059"/>
          </a:xfrm>
          <a:prstGeom prst="rect">
            <a:avLst/>
          </a:prstGeom>
          <a:solidFill>
            <a:schemeClr val="bg1"/>
          </a:solidFill>
          <a:ln w="508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Title 1"/>
          <p:cNvSpPr>
            <a:spLocks noGrp="1"/>
          </p:cNvSpPr>
          <p:nvPr>
            <p:ph type="title" hasCustomPrompt="1"/>
          </p:nvPr>
        </p:nvSpPr>
        <p:spPr>
          <a:xfrm>
            <a:off x="4366118" y="2542395"/>
            <a:ext cx="6110497" cy="690865"/>
          </a:xfrm>
        </p:spPr>
        <p:txBody>
          <a:bodyPr anchor="b">
            <a:noAutofit/>
          </a:bodyPr>
          <a:lstStyle>
            <a:lvl1pPr algn="l">
              <a:defRPr sz="3067" baseline="0">
                <a:solidFill>
                  <a:schemeClr val="tx2"/>
                </a:solidFill>
                <a:latin typeface="+mn-lt"/>
              </a:defRPr>
            </a:lvl1pPr>
          </a:lstStyle>
          <a:p>
            <a:r>
              <a:rPr lang="en-US"/>
              <a:t>Place Title Here</a:t>
            </a:r>
          </a:p>
        </p:txBody>
      </p:sp>
      <p:sp>
        <p:nvSpPr>
          <p:cNvPr id="4" name="Text Placeholder 16"/>
          <p:cNvSpPr>
            <a:spLocks noGrp="1"/>
          </p:cNvSpPr>
          <p:nvPr>
            <p:ph type="body" sz="quarter" idx="12" hasCustomPrompt="1"/>
          </p:nvPr>
        </p:nvSpPr>
        <p:spPr>
          <a:xfrm>
            <a:off x="4366116" y="3338005"/>
            <a:ext cx="4911635" cy="635704"/>
          </a:xfrm>
          <a:prstGeom prst="rect">
            <a:avLst/>
          </a:prstGeom>
        </p:spPr>
        <p:txBody>
          <a:bodyPr lIns="0" tIns="45720" rIns="91440" bIns="91440" anchor="b" anchorCtr="0">
            <a:noAutofit/>
          </a:bodyPr>
          <a:lstStyle>
            <a:lvl1pPr>
              <a:defRPr sz="2400" b="0" i="0" spc="0" baseline="0">
                <a:solidFill>
                  <a:schemeClr val="accent1"/>
                </a:solidFill>
                <a:latin typeface="+mn-lt"/>
                <a:ea typeface="PS TT Commons Medium" charset="0"/>
                <a:cs typeface="PS TT Commons Medium" charset="0"/>
              </a:defRPr>
            </a:lvl1pPr>
          </a:lstStyle>
          <a:p>
            <a:pPr lvl="0"/>
            <a:r>
              <a:rPr lang="en-US"/>
              <a:t>Title of Pluralsight Course</a:t>
            </a:r>
          </a:p>
        </p:txBody>
      </p:sp>
      <p:sp>
        <p:nvSpPr>
          <p:cNvPr id="5" name="Text Placeholder 18"/>
          <p:cNvSpPr>
            <a:spLocks noGrp="1"/>
          </p:cNvSpPr>
          <p:nvPr>
            <p:ph type="body" sz="quarter" idx="13" hasCustomPrompt="1"/>
          </p:nvPr>
        </p:nvSpPr>
        <p:spPr>
          <a:xfrm>
            <a:off x="4366117" y="3984556"/>
            <a:ext cx="4911633" cy="474897"/>
          </a:xfrm>
          <a:prstGeom prst="rect">
            <a:avLst/>
          </a:prstGeom>
        </p:spPr>
        <p:txBody>
          <a:bodyPr lIns="0" tIns="45720" bIns="91440" anchor="ctr">
            <a:noAutofit/>
          </a:bodyPr>
          <a:lstStyle>
            <a:lvl1pPr>
              <a:defRPr sz="2133" b="0" i="0" spc="0" baseline="0">
                <a:latin typeface="PS TT Commons" charset="0"/>
                <a:ea typeface="PS TT Commons" charset="0"/>
                <a:cs typeface="PS TT Commons" charset="0"/>
              </a:defRPr>
            </a:lvl1pPr>
          </a:lstStyle>
          <a:p>
            <a:pPr lvl="0"/>
            <a:r>
              <a:rPr lang="en-US"/>
              <a:t>Author Name</a:t>
            </a:r>
          </a:p>
        </p:txBody>
      </p:sp>
      <p:pic>
        <p:nvPicPr>
          <p:cNvPr id="1026" name="Picture 2"/>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2080118" y="3017292"/>
            <a:ext cx="1256331" cy="967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61117325"/>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References-4 Items">
    <p:spTree>
      <p:nvGrpSpPr>
        <p:cNvPr id="1" name=""/>
        <p:cNvGrpSpPr/>
        <p:nvPr/>
      </p:nvGrpSpPr>
      <p:grpSpPr>
        <a:xfrm>
          <a:off x="0" y="0"/>
          <a:ext cx="0" cy="0"/>
          <a:chOff x="0" y="0"/>
          <a:chExt cx="0" cy="0"/>
        </a:xfrm>
      </p:grpSpPr>
      <p:sp>
        <p:nvSpPr>
          <p:cNvPr id="10" name="Rectangle 9"/>
          <p:cNvSpPr/>
          <p:nvPr userDrawn="1"/>
        </p:nvSpPr>
        <p:spPr>
          <a:xfrm>
            <a:off x="1" y="0"/>
            <a:ext cx="12191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Title 1"/>
          <p:cNvSpPr>
            <a:spLocks noGrp="1"/>
          </p:cNvSpPr>
          <p:nvPr>
            <p:ph type="title" hasCustomPrompt="1"/>
          </p:nvPr>
        </p:nvSpPr>
        <p:spPr>
          <a:xfrm>
            <a:off x="2166557" y="570865"/>
            <a:ext cx="9187243" cy="543832"/>
          </a:xfrm>
        </p:spPr>
        <p:txBody>
          <a:bodyPr/>
          <a:lstStyle>
            <a:lvl1pPr algn="l">
              <a:defRPr baseline="0"/>
            </a:lvl1pPr>
          </a:lstStyle>
          <a:p>
            <a:r>
              <a:rPr lang="en-US"/>
              <a:t>Resources Referenced in This Course</a:t>
            </a:r>
          </a:p>
        </p:txBody>
      </p:sp>
      <p:sp>
        <p:nvSpPr>
          <p:cNvPr id="3" name="Text Placeholder 3"/>
          <p:cNvSpPr>
            <a:spLocks noGrp="1"/>
          </p:cNvSpPr>
          <p:nvPr>
            <p:ph type="body" sz="quarter" idx="15" hasCustomPrompt="1"/>
          </p:nvPr>
        </p:nvSpPr>
        <p:spPr>
          <a:xfrm>
            <a:off x="2166557" y="1430124"/>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4" name="Text Placeholder 3"/>
          <p:cNvSpPr>
            <a:spLocks noGrp="1"/>
          </p:cNvSpPr>
          <p:nvPr>
            <p:ph type="body" sz="quarter" idx="17" hasCustomPrompt="1"/>
          </p:nvPr>
        </p:nvSpPr>
        <p:spPr>
          <a:xfrm>
            <a:off x="2166557" y="2740785"/>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5" name="Text Placeholder 3"/>
          <p:cNvSpPr>
            <a:spLocks noGrp="1"/>
          </p:cNvSpPr>
          <p:nvPr>
            <p:ph type="body" sz="quarter" idx="19" hasCustomPrompt="1"/>
          </p:nvPr>
        </p:nvSpPr>
        <p:spPr>
          <a:xfrm>
            <a:off x="2166557" y="4053525"/>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6" name="Text Placeholder 3"/>
          <p:cNvSpPr>
            <a:spLocks noGrp="1"/>
          </p:cNvSpPr>
          <p:nvPr>
            <p:ph type="body" sz="quarter" idx="21" hasCustomPrompt="1"/>
          </p:nvPr>
        </p:nvSpPr>
        <p:spPr>
          <a:xfrm>
            <a:off x="2166557" y="5366264"/>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11" name="Rectangle 10"/>
          <p:cNvSpPr/>
          <p:nvPr userDrawn="1"/>
        </p:nvSpPr>
        <p:spPr>
          <a:xfrm>
            <a:off x="700970" y="1430124"/>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Rectangle 11"/>
          <p:cNvSpPr/>
          <p:nvPr userDrawn="1"/>
        </p:nvSpPr>
        <p:spPr>
          <a:xfrm>
            <a:off x="700970" y="2740785"/>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userDrawn="1"/>
        </p:nvSpPr>
        <p:spPr>
          <a:xfrm>
            <a:off x="700970" y="4051447"/>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Rectangle 13"/>
          <p:cNvSpPr/>
          <p:nvPr userDrawn="1"/>
        </p:nvSpPr>
        <p:spPr>
          <a:xfrm>
            <a:off x="700970" y="5362108"/>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8" name="Picture Placeholder 7"/>
          <p:cNvSpPr>
            <a:spLocks noGrp="1"/>
          </p:cNvSpPr>
          <p:nvPr>
            <p:ph type="pic" sz="quarter" idx="22" hasCustomPrompt="1"/>
          </p:nvPr>
        </p:nvSpPr>
        <p:spPr>
          <a:xfrm>
            <a:off x="773968" y="1514012"/>
            <a:ext cx="1139881" cy="917595"/>
          </a:xfrm>
        </p:spPr>
        <p:txBody>
          <a:bodyPr anchor="ctr"/>
          <a:lstStyle>
            <a:lvl1pPr algn="ctr">
              <a:defRPr sz="1333"/>
            </a:lvl1pPr>
          </a:lstStyle>
          <a:p>
            <a:r>
              <a:rPr lang="en-US"/>
              <a:t>Insert Icon Here</a:t>
            </a:r>
          </a:p>
        </p:txBody>
      </p:sp>
      <p:sp>
        <p:nvSpPr>
          <p:cNvPr id="15" name="Picture Placeholder 7"/>
          <p:cNvSpPr>
            <a:spLocks noGrp="1"/>
          </p:cNvSpPr>
          <p:nvPr>
            <p:ph type="pic" sz="quarter" idx="23" hasCustomPrompt="1"/>
          </p:nvPr>
        </p:nvSpPr>
        <p:spPr>
          <a:xfrm>
            <a:off x="773968" y="2824673"/>
            <a:ext cx="1139881" cy="917595"/>
          </a:xfrm>
        </p:spPr>
        <p:txBody>
          <a:bodyPr anchor="ctr"/>
          <a:lstStyle>
            <a:lvl1pPr algn="ctr">
              <a:defRPr sz="1333"/>
            </a:lvl1pPr>
          </a:lstStyle>
          <a:p>
            <a:r>
              <a:rPr lang="en-US"/>
              <a:t>Insert Icon Here</a:t>
            </a:r>
          </a:p>
        </p:txBody>
      </p:sp>
      <p:sp>
        <p:nvSpPr>
          <p:cNvPr id="16" name="Picture Placeholder 7"/>
          <p:cNvSpPr>
            <a:spLocks noGrp="1"/>
          </p:cNvSpPr>
          <p:nvPr>
            <p:ph type="pic" sz="quarter" idx="24" hasCustomPrompt="1"/>
          </p:nvPr>
        </p:nvSpPr>
        <p:spPr>
          <a:xfrm>
            <a:off x="773968" y="4135335"/>
            <a:ext cx="1139881" cy="917595"/>
          </a:xfrm>
        </p:spPr>
        <p:txBody>
          <a:bodyPr anchor="ctr"/>
          <a:lstStyle>
            <a:lvl1pPr algn="ctr">
              <a:defRPr sz="1333"/>
            </a:lvl1pPr>
          </a:lstStyle>
          <a:p>
            <a:r>
              <a:rPr lang="en-US"/>
              <a:t>Insert Icon Here</a:t>
            </a:r>
          </a:p>
        </p:txBody>
      </p:sp>
      <p:sp>
        <p:nvSpPr>
          <p:cNvPr id="17" name="Picture Placeholder 7"/>
          <p:cNvSpPr>
            <a:spLocks noGrp="1"/>
          </p:cNvSpPr>
          <p:nvPr>
            <p:ph type="pic" sz="quarter" idx="25" hasCustomPrompt="1"/>
          </p:nvPr>
        </p:nvSpPr>
        <p:spPr>
          <a:xfrm>
            <a:off x="773968" y="5445996"/>
            <a:ext cx="1139881" cy="917595"/>
          </a:xfrm>
        </p:spPr>
        <p:txBody>
          <a:bodyPr anchor="ctr"/>
          <a:lstStyle>
            <a:lvl1pPr algn="ctr">
              <a:defRPr sz="1333"/>
            </a:lvl1pPr>
          </a:lstStyle>
          <a:p>
            <a:r>
              <a:rPr lang="en-US"/>
              <a:t>Insert Icon Here</a:t>
            </a:r>
          </a:p>
        </p:txBody>
      </p:sp>
    </p:spTree>
    <p:extLst>
      <p:ext uri="{BB962C8B-B14F-4D97-AF65-F5344CB8AC3E}">
        <p14:creationId xmlns:p14="http://schemas.microsoft.com/office/powerpoint/2010/main" val="27970765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References-3 Items">
    <p:spTree>
      <p:nvGrpSpPr>
        <p:cNvPr id="1" name=""/>
        <p:cNvGrpSpPr/>
        <p:nvPr/>
      </p:nvGrpSpPr>
      <p:grpSpPr>
        <a:xfrm>
          <a:off x="0" y="0"/>
          <a:ext cx="0" cy="0"/>
          <a:chOff x="0" y="0"/>
          <a:chExt cx="0" cy="0"/>
        </a:xfrm>
      </p:grpSpPr>
      <p:sp>
        <p:nvSpPr>
          <p:cNvPr id="10" name="Rectangle 9"/>
          <p:cNvSpPr/>
          <p:nvPr userDrawn="1"/>
        </p:nvSpPr>
        <p:spPr>
          <a:xfrm>
            <a:off x="1" y="0"/>
            <a:ext cx="12191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Title 1"/>
          <p:cNvSpPr>
            <a:spLocks noGrp="1"/>
          </p:cNvSpPr>
          <p:nvPr>
            <p:ph type="title" hasCustomPrompt="1"/>
          </p:nvPr>
        </p:nvSpPr>
        <p:spPr>
          <a:xfrm>
            <a:off x="2166557" y="570865"/>
            <a:ext cx="9187243" cy="543832"/>
          </a:xfrm>
        </p:spPr>
        <p:txBody>
          <a:bodyPr/>
          <a:lstStyle>
            <a:lvl1pPr algn="l">
              <a:defRPr baseline="0"/>
            </a:lvl1pPr>
          </a:lstStyle>
          <a:p>
            <a:r>
              <a:rPr lang="en-US"/>
              <a:t>Resources Referenced in This Course</a:t>
            </a:r>
          </a:p>
        </p:txBody>
      </p:sp>
      <p:sp>
        <p:nvSpPr>
          <p:cNvPr id="3" name="Text Placeholder 3"/>
          <p:cNvSpPr>
            <a:spLocks noGrp="1"/>
          </p:cNvSpPr>
          <p:nvPr>
            <p:ph type="body" sz="quarter" idx="15" hasCustomPrompt="1"/>
          </p:nvPr>
        </p:nvSpPr>
        <p:spPr>
          <a:xfrm>
            <a:off x="2166557" y="1940487"/>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4" name="Text Placeholder 3"/>
          <p:cNvSpPr>
            <a:spLocks noGrp="1"/>
          </p:cNvSpPr>
          <p:nvPr>
            <p:ph type="body" sz="quarter" idx="17" hasCustomPrompt="1"/>
          </p:nvPr>
        </p:nvSpPr>
        <p:spPr>
          <a:xfrm>
            <a:off x="2166557" y="3251148"/>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5" name="Text Placeholder 3"/>
          <p:cNvSpPr>
            <a:spLocks noGrp="1"/>
          </p:cNvSpPr>
          <p:nvPr>
            <p:ph type="body" sz="quarter" idx="19" hasCustomPrompt="1"/>
          </p:nvPr>
        </p:nvSpPr>
        <p:spPr>
          <a:xfrm>
            <a:off x="2166557" y="4563888"/>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11" name="Rectangle 10"/>
          <p:cNvSpPr/>
          <p:nvPr userDrawn="1"/>
        </p:nvSpPr>
        <p:spPr>
          <a:xfrm>
            <a:off x="700970" y="1940487"/>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Rectangle 11"/>
          <p:cNvSpPr/>
          <p:nvPr userDrawn="1"/>
        </p:nvSpPr>
        <p:spPr>
          <a:xfrm>
            <a:off x="700970" y="3251148"/>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userDrawn="1"/>
        </p:nvSpPr>
        <p:spPr>
          <a:xfrm>
            <a:off x="700970" y="4561809"/>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8" name="Picture Placeholder 7"/>
          <p:cNvSpPr>
            <a:spLocks noGrp="1"/>
          </p:cNvSpPr>
          <p:nvPr>
            <p:ph type="pic" sz="quarter" idx="22" hasCustomPrompt="1"/>
          </p:nvPr>
        </p:nvSpPr>
        <p:spPr>
          <a:xfrm>
            <a:off x="773968" y="2024375"/>
            <a:ext cx="1139881" cy="917595"/>
          </a:xfrm>
        </p:spPr>
        <p:txBody>
          <a:bodyPr anchor="ctr"/>
          <a:lstStyle>
            <a:lvl1pPr algn="ctr">
              <a:defRPr sz="1333"/>
            </a:lvl1pPr>
          </a:lstStyle>
          <a:p>
            <a:r>
              <a:rPr lang="en-US"/>
              <a:t>Insert Icon Here</a:t>
            </a:r>
          </a:p>
        </p:txBody>
      </p:sp>
      <p:sp>
        <p:nvSpPr>
          <p:cNvPr id="15" name="Picture Placeholder 7"/>
          <p:cNvSpPr>
            <a:spLocks noGrp="1"/>
          </p:cNvSpPr>
          <p:nvPr>
            <p:ph type="pic" sz="quarter" idx="23" hasCustomPrompt="1"/>
          </p:nvPr>
        </p:nvSpPr>
        <p:spPr>
          <a:xfrm>
            <a:off x="773968" y="3335036"/>
            <a:ext cx="1139881" cy="917595"/>
          </a:xfrm>
        </p:spPr>
        <p:txBody>
          <a:bodyPr anchor="ctr"/>
          <a:lstStyle>
            <a:lvl1pPr algn="ctr">
              <a:defRPr sz="1333"/>
            </a:lvl1pPr>
          </a:lstStyle>
          <a:p>
            <a:r>
              <a:rPr lang="en-US"/>
              <a:t>Insert Icon Here</a:t>
            </a:r>
          </a:p>
        </p:txBody>
      </p:sp>
      <p:sp>
        <p:nvSpPr>
          <p:cNvPr id="16" name="Picture Placeholder 7"/>
          <p:cNvSpPr>
            <a:spLocks noGrp="1"/>
          </p:cNvSpPr>
          <p:nvPr>
            <p:ph type="pic" sz="quarter" idx="24" hasCustomPrompt="1"/>
          </p:nvPr>
        </p:nvSpPr>
        <p:spPr>
          <a:xfrm>
            <a:off x="773968" y="4645697"/>
            <a:ext cx="1139881" cy="917595"/>
          </a:xfrm>
        </p:spPr>
        <p:txBody>
          <a:bodyPr anchor="ctr"/>
          <a:lstStyle>
            <a:lvl1pPr algn="ctr">
              <a:defRPr sz="1333"/>
            </a:lvl1pPr>
          </a:lstStyle>
          <a:p>
            <a:r>
              <a:rPr lang="en-US"/>
              <a:t>Insert Icon Here</a:t>
            </a:r>
          </a:p>
        </p:txBody>
      </p:sp>
    </p:spTree>
    <p:extLst>
      <p:ext uri="{BB962C8B-B14F-4D97-AF65-F5344CB8AC3E}">
        <p14:creationId xmlns:p14="http://schemas.microsoft.com/office/powerpoint/2010/main" val="5905516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References-3 Items">
    <p:spTree>
      <p:nvGrpSpPr>
        <p:cNvPr id="1" name=""/>
        <p:cNvGrpSpPr/>
        <p:nvPr/>
      </p:nvGrpSpPr>
      <p:grpSpPr>
        <a:xfrm>
          <a:off x="0" y="0"/>
          <a:ext cx="0" cy="0"/>
          <a:chOff x="0" y="0"/>
          <a:chExt cx="0" cy="0"/>
        </a:xfrm>
      </p:grpSpPr>
      <p:sp>
        <p:nvSpPr>
          <p:cNvPr id="10" name="Rectangle 9"/>
          <p:cNvSpPr/>
          <p:nvPr userDrawn="1"/>
        </p:nvSpPr>
        <p:spPr>
          <a:xfrm>
            <a:off x="1" y="0"/>
            <a:ext cx="12191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Title 1"/>
          <p:cNvSpPr>
            <a:spLocks noGrp="1"/>
          </p:cNvSpPr>
          <p:nvPr>
            <p:ph type="title" hasCustomPrompt="1"/>
          </p:nvPr>
        </p:nvSpPr>
        <p:spPr>
          <a:xfrm>
            <a:off x="2166557" y="570865"/>
            <a:ext cx="9187243" cy="543832"/>
          </a:xfrm>
        </p:spPr>
        <p:txBody>
          <a:bodyPr/>
          <a:lstStyle>
            <a:lvl1pPr algn="l">
              <a:defRPr baseline="0"/>
            </a:lvl1pPr>
          </a:lstStyle>
          <a:p>
            <a:r>
              <a:rPr lang="en-US"/>
              <a:t>Resources Referenced in This Course</a:t>
            </a:r>
          </a:p>
        </p:txBody>
      </p:sp>
      <p:sp>
        <p:nvSpPr>
          <p:cNvPr id="3" name="Text Placeholder 3"/>
          <p:cNvSpPr>
            <a:spLocks noGrp="1"/>
          </p:cNvSpPr>
          <p:nvPr>
            <p:ph type="body" sz="quarter" idx="15" hasCustomPrompt="1"/>
          </p:nvPr>
        </p:nvSpPr>
        <p:spPr>
          <a:xfrm>
            <a:off x="2166557" y="2606794"/>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4" name="Text Placeholder 3"/>
          <p:cNvSpPr>
            <a:spLocks noGrp="1"/>
          </p:cNvSpPr>
          <p:nvPr>
            <p:ph type="body" sz="quarter" idx="17" hasCustomPrompt="1"/>
          </p:nvPr>
        </p:nvSpPr>
        <p:spPr>
          <a:xfrm>
            <a:off x="2166557" y="3917455"/>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11" name="Rectangle 10"/>
          <p:cNvSpPr/>
          <p:nvPr userDrawn="1"/>
        </p:nvSpPr>
        <p:spPr>
          <a:xfrm>
            <a:off x="700970" y="2606794"/>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Rectangle 11"/>
          <p:cNvSpPr/>
          <p:nvPr userDrawn="1"/>
        </p:nvSpPr>
        <p:spPr>
          <a:xfrm>
            <a:off x="700970" y="3917455"/>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8" name="Picture Placeholder 7"/>
          <p:cNvSpPr>
            <a:spLocks noGrp="1"/>
          </p:cNvSpPr>
          <p:nvPr>
            <p:ph type="pic" sz="quarter" idx="22" hasCustomPrompt="1"/>
          </p:nvPr>
        </p:nvSpPr>
        <p:spPr>
          <a:xfrm>
            <a:off x="773968" y="2690682"/>
            <a:ext cx="1139881" cy="917595"/>
          </a:xfrm>
        </p:spPr>
        <p:txBody>
          <a:bodyPr anchor="ctr"/>
          <a:lstStyle>
            <a:lvl1pPr algn="ctr">
              <a:defRPr sz="1333"/>
            </a:lvl1pPr>
          </a:lstStyle>
          <a:p>
            <a:r>
              <a:rPr lang="en-US"/>
              <a:t>Insert Icon Here</a:t>
            </a:r>
          </a:p>
        </p:txBody>
      </p:sp>
      <p:sp>
        <p:nvSpPr>
          <p:cNvPr id="15" name="Picture Placeholder 7"/>
          <p:cNvSpPr>
            <a:spLocks noGrp="1"/>
          </p:cNvSpPr>
          <p:nvPr>
            <p:ph type="pic" sz="quarter" idx="23" hasCustomPrompt="1"/>
          </p:nvPr>
        </p:nvSpPr>
        <p:spPr>
          <a:xfrm>
            <a:off x="773968" y="4001343"/>
            <a:ext cx="1139881" cy="917595"/>
          </a:xfrm>
        </p:spPr>
        <p:txBody>
          <a:bodyPr anchor="ctr"/>
          <a:lstStyle>
            <a:lvl1pPr algn="ctr">
              <a:defRPr sz="1333"/>
            </a:lvl1pPr>
          </a:lstStyle>
          <a:p>
            <a:r>
              <a:rPr lang="en-US"/>
              <a:t>Insert Icon Here</a:t>
            </a:r>
          </a:p>
        </p:txBody>
      </p:sp>
    </p:spTree>
    <p:extLst>
      <p:ext uri="{BB962C8B-B14F-4D97-AF65-F5344CB8AC3E}">
        <p14:creationId xmlns:p14="http://schemas.microsoft.com/office/powerpoint/2010/main" val="361843733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References-1 Item">
    <p:spTree>
      <p:nvGrpSpPr>
        <p:cNvPr id="1" name=""/>
        <p:cNvGrpSpPr/>
        <p:nvPr/>
      </p:nvGrpSpPr>
      <p:grpSpPr>
        <a:xfrm>
          <a:off x="0" y="0"/>
          <a:ext cx="0" cy="0"/>
          <a:chOff x="0" y="0"/>
          <a:chExt cx="0" cy="0"/>
        </a:xfrm>
      </p:grpSpPr>
      <p:sp>
        <p:nvSpPr>
          <p:cNvPr id="10" name="Rectangle 9"/>
          <p:cNvSpPr/>
          <p:nvPr userDrawn="1"/>
        </p:nvSpPr>
        <p:spPr>
          <a:xfrm>
            <a:off x="1" y="0"/>
            <a:ext cx="12191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Title 1"/>
          <p:cNvSpPr>
            <a:spLocks noGrp="1"/>
          </p:cNvSpPr>
          <p:nvPr>
            <p:ph type="title" hasCustomPrompt="1"/>
          </p:nvPr>
        </p:nvSpPr>
        <p:spPr>
          <a:xfrm>
            <a:off x="2166557" y="570865"/>
            <a:ext cx="9187243" cy="543832"/>
          </a:xfrm>
        </p:spPr>
        <p:txBody>
          <a:bodyPr/>
          <a:lstStyle>
            <a:lvl1pPr algn="l">
              <a:defRPr baseline="0"/>
            </a:lvl1pPr>
          </a:lstStyle>
          <a:p>
            <a:r>
              <a:rPr lang="en-US"/>
              <a:t>Resources Referenced in This Course</a:t>
            </a:r>
          </a:p>
        </p:txBody>
      </p:sp>
      <p:sp>
        <p:nvSpPr>
          <p:cNvPr id="3" name="Text Placeholder 3"/>
          <p:cNvSpPr>
            <a:spLocks noGrp="1"/>
          </p:cNvSpPr>
          <p:nvPr>
            <p:ph type="body" sz="quarter" idx="15" hasCustomPrompt="1"/>
          </p:nvPr>
        </p:nvSpPr>
        <p:spPr>
          <a:xfrm>
            <a:off x="2166557" y="2606794"/>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4" name="Text Placeholder 3"/>
          <p:cNvSpPr>
            <a:spLocks noGrp="1"/>
          </p:cNvSpPr>
          <p:nvPr>
            <p:ph type="body" sz="quarter" idx="17" hasCustomPrompt="1"/>
          </p:nvPr>
        </p:nvSpPr>
        <p:spPr>
          <a:xfrm>
            <a:off x="2166557" y="3917455"/>
            <a:ext cx="9187243" cy="1085371"/>
          </a:xfrm>
          <a:prstGeom prst="rect">
            <a:avLst/>
          </a:prstGeom>
        </p:spPr>
        <p:txBody>
          <a:bodyPr lIns="182880" tIns="0" rIns="182880" bIns="0" anchor="ctr">
            <a:noAutofit/>
          </a:bodyPr>
          <a:lstStyle>
            <a:lvl1pPr marL="0" indent="0" algn="l">
              <a:buNone/>
              <a:defRPr sz="2133" b="0" i="0">
                <a:latin typeface="+mn-lt"/>
                <a:ea typeface="PS TT Commons Medium" charset="0"/>
                <a:cs typeface="PS TT Commons Medium" charset="0"/>
              </a:defRPr>
            </a:lvl1pPr>
          </a:lstStyle>
          <a:p>
            <a:pPr lvl="0"/>
            <a:r>
              <a:rPr lang="en-US" dirty="0"/>
              <a:t>Add text here</a:t>
            </a:r>
          </a:p>
        </p:txBody>
      </p:sp>
      <p:sp>
        <p:nvSpPr>
          <p:cNvPr id="11" name="Rectangle 10"/>
          <p:cNvSpPr/>
          <p:nvPr userDrawn="1"/>
        </p:nvSpPr>
        <p:spPr>
          <a:xfrm>
            <a:off x="700970" y="2606794"/>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Rectangle 11"/>
          <p:cNvSpPr/>
          <p:nvPr userDrawn="1"/>
        </p:nvSpPr>
        <p:spPr>
          <a:xfrm>
            <a:off x="700970" y="3917455"/>
            <a:ext cx="1285875" cy="1085371"/>
          </a:xfrm>
          <a:prstGeom prst="rect">
            <a:avLst/>
          </a:prstGeom>
          <a:solidFill>
            <a:schemeClr val="bg1"/>
          </a:solidFill>
          <a:ln w="508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8" name="Picture Placeholder 7"/>
          <p:cNvSpPr>
            <a:spLocks noGrp="1"/>
          </p:cNvSpPr>
          <p:nvPr>
            <p:ph type="pic" sz="quarter" idx="22" hasCustomPrompt="1"/>
          </p:nvPr>
        </p:nvSpPr>
        <p:spPr>
          <a:xfrm>
            <a:off x="773968" y="2690682"/>
            <a:ext cx="1139881" cy="917595"/>
          </a:xfrm>
        </p:spPr>
        <p:txBody>
          <a:bodyPr anchor="ctr"/>
          <a:lstStyle>
            <a:lvl1pPr algn="ctr">
              <a:defRPr sz="1333"/>
            </a:lvl1pPr>
          </a:lstStyle>
          <a:p>
            <a:r>
              <a:rPr lang="en-US"/>
              <a:t>Insert Icon Here</a:t>
            </a:r>
          </a:p>
        </p:txBody>
      </p:sp>
      <p:sp>
        <p:nvSpPr>
          <p:cNvPr id="15" name="Picture Placeholder 7"/>
          <p:cNvSpPr>
            <a:spLocks noGrp="1"/>
          </p:cNvSpPr>
          <p:nvPr>
            <p:ph type="pic" sz="quarter" idx="23" hasCustomPrompt="1"/>
          </p:nvPr>
        </p:nvSpPr>
        <p:spPr>
          <a:xfrm>
            <a:off x="773968" y="4001343"/>
            <a:ext cx="1139881" cy="917595"/>
          </a:xfrm>
        </p:spPr>
        <p:txBody>
          <a:bodyPr anchor="ctr"/>
          <a:lstStyle>
            <a:lvl1pPr algn="ctr">
              <a:defRPr sz="1333"/>
            </a:lvl1pPr>
          </a:lstStyle>
          <a:p>
            <a:r>
              <a:rPr lang="en-US"/>
              <a:t>Insert Icon Here</a:t>
            </a:r>
          </a:p>
        </p:txBody>
      </p:sp>
    </p:spTree>
    <p:extLst>
      <p:ext uri="{BB962C8B-B14F-4D97-AF65-F5344CB8AC3E}">
        <p14:creationId xmlns:p14="http://schemas.microsoft.com/office/powerpoint/2010/main" val="250888881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2722410"/>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Appendix">
    <p:spTree>
      <p:nvGrpSpPr>
        <p:cNvPr id="1" name=""/>
        <p:cNvGrpSpPr/>
        <p:nvPr/>
      </p:nvGrpSpPr>
      <p:grpSpPr>
        <a:xfrm>
          <a:off x="0" y="0"/>
          <a:ext cx="0" cy="0"/>
          <a:chOff x="0" y="0"/>
          <a:chExt cx="0" cy="0"/>
        </a:xfrm>
      </p:grpSpPr>
      <p:sp>
        <p:nvSpPr>
          <p:cNvPr id="12" name="Text Placeholder 11"/>
          <p:cNvSpPr>
            <a:spLocks noGrp="1"/>
          </p:cNvSpPr>
          <p:nvPr>
            <p:ph type="body" sz="quarter" idx="11" hasCustomPrompt="1"/>
          </p:nvPr>
        </p:nvSpPr>
        <p:spPr>
          <a:xfrm>
            <a:off x="711200" y="1830273"/>
            <a:ext cx="9824509" cy="568195"/>
          </a:xfrm>
        </p:spPr>
        <p:txBody>
          <a:bodyPr anchor="ctr"/>
          <a:lstStyle>
            <a:lvl1pPr marL="0" indent="0">
              <a:buNone/>
              <a:defRPr sz="3000" baseline="0">
                <a:latin typeface="+mj-lt"/>
              </a:defRPr>
            </a:lvl1pPr>
          </a:lstStyle>
          <a:p>
            <a:pPr lvl="0"/>
            <a:r>
              <a:rPr lang="en-US"/>
              <a:t>Click to Add Subtitle in Title Case</a:t>
            </a:r>
          </a:p>
        </p:txBody>
      </p:sp>
      <p:sp>
        <p:nvSpPr>
          <p:cNvPr id="4" name="Text Placeholder 4"/>
          <p:cNvSpPr>
            <a:spLocks noGrp="1"/>
          </p:cNvSpPr>
          <p:nvPr>
            <p:ph type="body" sz="quarter" idx="10" hasCustomPrompt="1"/>
          </p:nvPr>
        </p:nvSpPr>
        <p:spPr>
          <a:xfrm>
            <a:off x="711698" y="237067"/>
            <a:ext cx="10036527" cy="812800"/>
          </a:xfrm>
          <a:prstGeom prst="rect">
            <a:avLst/>
          </a:prstGeom>
        </p:spPr>
        <p:txBody>
          <a:bodyPr lIns="91440" anchor="b">
            <a:noAutofit/>
          </a:bodyPr>
          <a:lstStyle>
            <a:lvl1pPr marL="0" indent="0">
              <a:lnSpc>
                <a:spcPct val="90000"/>
              </a:lnSpc>
              <a:spcBef>
                <a:spcPts val="1000"/>
              </a:spcBef>
              <a:buNone/>
              <a:defRPr sz="4000" spc="0" baseline="0">
                <a:latin typeface="+mj-lt"/>
              </a:defRPr>
            </a:lvl1pPr>
          </a:lstStyle>
          <a:p>
            <a:pPr lvl="0"/>
            <a:r>
              <a:rPr lang="en-US"/>
              <a:t>Click to Add Slide Title in Title Case</a:t>
            </a:r>
          </a:p>
        </p:txBody>
      </p:sp>
      <p:cxnSp>
        <p:nvCxnSpPr>
          <p:cNvPr id="5" name="Straight Connector 4"/>
          <p:cNvCxnSpPr/>
          <p:nvPr/>
        </p:nvCxnSpPr>
        <p:spPr>
          <a:xfrm>
            <a:off x="609600" y="1227961"/>
            <a:ext cx="10972800" cy="0"/>
          </a:xfrm>
          <a:prstGeom prst="line">
            <a:avLst/>
          </a:prstGeom>
          <a:noFill/>
          <a:ln w="57150" cap="flat" cmpd="sng" algn="ctr">
            <a:gradFill>
              <a:gsLst>
                <a:gs pos="0">
                  <a:srgbClr val="F05A28"/>
                </a:gs>
                <a:gs pos="100000">
                  <a:srgbClr val="EC0D7D"/>
                </a:gs>
              </a:gsLst>
              <a:lin ang="4800000" scaled="0"/>
            </a:gradFill>
            <a:prstDash val="solid"/>
            <a:headEnd type="none"/>
            <a:tailEnd type="none"/>
          </a:ln>
          <a:effectLst/>
        </p:spPr>
      </p:cxnSp>
      <p:sp>
        <p:nvSpPr>
          <p:cNvPr id="2" name="TextBox 1"/>
          <p:cNvSpPr txBox="1"/>
          <p:nvPr userDrawn="1"/>
        </p:nvSpPr>
        <p:spPr>
          <a:xfrm>
            <a:off x="1709531" y="728869"/>
            <a:ext cx="609600" cy="609600"/>
          </a:xfrm>
          <a:prstGeom prst="rect">
            <a:avLst/>
          </a:prstGeom>
        </p:spPr>
        <p:txBody>
          <a:bodyPr vert="horz" wrap="none" lIns="0" tIns="21980" rIns="43959" bIns="21980" rtlCol="0" anchor="b" anchorCtr="0">
            <a:noAutofit/>
          </a:bodyPr>
          <a:lstStyle/>
          <a:p>
            <a:pPr marL="0" marR="0" indent="0" algn="l" defTabSz="293016" rtl="0" eaLnBrk="1" fontAlgn="auto" latinLnBrk="0" hangingPunct="1">
              <a:lnSpc>
                <a:spcPct val="85000"/>
              </a:lnSpc>
              <a:spcBef>
                <a:spcPct val="0"/>
              </a:spcBef>
              <a:spcAft>
                <a:spcPts val="0"/>
              </a:spcAft>
              <a:buClrTx/>
              <a:buSzTx/>
              <a:buFontTx/>
              <a:buNone/>
              <a:tabLst/>
            </a:pPr>
            <a:endParaRPr kumimoji="0" lang="en-US" sz="2350" b="0" i="0" u="none" strike="noStrike" kern="1200" cap="none" spc="0" normalizeH="0" baseline="0" noProof="0" dirty="0">
              <a:ln>
                <a:noFill/>
              </a:ln>
              <a:solidFill>
                <a:srgbClr val="E5E5E5">
                  <a:lumMod val="10000"/>
                </a:srgbClr>
              </a:solidFill>
              <a:effectLst/>
              <a:uLnTx/>
              <a:uFillTx/>
              <a:latin typeface="PS TT Commons" charset="0"/>
              <a:ea typeface="PS TT Commons" charset="0"/>
              <a:cs typeface="PS TT Commons" charset="0"/>
            </a:endParaRPr>
          </a:p>
        </p:txBody>
      </p:sp>
    </p:spTree>
    <p:extLst>
      <p:ext uri="{BB962C8B-B14F-4D97-AF65-F5344CB8AC3E}">
        <p14:creationId xmlns:p14="http://schemas.microsoft.com/office/powerpoint/2010/main" val="914028664"/>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cSld name="04_Content Slide (top title bar)">
    <p:spTree>
      <p:nvGrpSpPr>
        <p:cNvPr id="1" name=""/>
        <p:cNvGrpSpPr/>
        <p:nvPr/>
      </p:nvGrpSpPr>
      <p:grpSpPr>
        <a:xfrm>
          <a:off x="0" y="0"/>
          <a:ext cx="0" cy="0"/>
          <a:chOff x="0" y="0"/>
          <a:chExt cx="0" cy="0"/>
        </a:xfrm>
      </p:grpSpPr>
      <p:pic>
        <p:nvPicPr>
          <p:cNvPr id="8" name="Picture 7" descr="A white object with a black border&#10;&#10;Description automatically generated with medium confidence">
            <a:extLst>
              <a:ext uri="{FF2B5EF4-FFF2-40B4-BE49-F238E27FC236}">
                <a16:creationId xmlns:a16="http://schemas.microsoft.com/office/drawing/2014/main" id="{6F592B98-E829-4D75-987C-E10A1777DFDC}"/>
              </a:ext>
            </a:extLst>
          </p:cNvPr>
          <p:cNvPicPr>
            <a:picLocks noChangeAspect="1"/>
          </p:cNvPicPr>
          <p:nvPr/>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7BF004E1-6C6E-A41B-2708-AF445AAF3B69}"/>
              </a:ext>
            </a:extLst>
          </p:cNvPr>
          <p:cNvSpPr>
            <a:spLocks noGrp="1"/>
          </p:cNvSpPr>
          <p:nvPr>
            <p:ph type="title" hasCustomPrompt="1"/>
          </p:nvPr>
        </p:nvSpPr>
        <p:spPr>
          <a:xfrm>
            <a:off x="1057790" y="12448"/>
            <a:ext cx="10064239" cy="618171"/>
          </a:xfrm>
          <a:prstGeom prst="rect">
            <a:avLst/>
          </a:prstGeom>
        </p:spPr>
        <p:txBody>
          <a:bodyPr>
            <a:noAutofit/>
          </a:bodyPr>
          <a:lstStyle>
            <a:lvl1pPr algn="l">
              <a:defRPr sz="3734" baseline="0">
                <a:solidFill>
                  <a:schemeClr val="bg1"/>
                </a:solidFill>
                <a:latin typeface="Segoe UI" panose="020B0502040204020203" pitchFamily="34" charset="0"/>
                <a:cs typeface="Segoe UI" panose="020B0502040204020203" pitchFamily="34" charset="0"/>
              </a:defRPr>
            </a:lvl1pPr>
          </a:lstStyle>
          <a:p>
            <a:r>
              <a:rPr lang="en-US" dirty="0"/>
              <a:t>Slide Title Goes Here</a:t>
            </a:r>
          </a:p>
        </p:txBody>
      </p:sp>
      <p:sp>
        <p:nvSpPr>
          <p:cNvPr id="10" name="Content Placeholder 2">
            <a:extLst>
              <a:ext uri="{FF2B5EF4-FFF2-40B4-BE49-F238E27FC236}">
                <a16:creationId xmlns:a16="http://schemas.microsoft.com/office/drawing/2014/main" id="{5A0E15C9-D306-B736-F041-3C5729A18DE3}"/>
              </a:ext>
            </a:extLst>
          </p:cNvPr>
          <p:cNvSpPr>
            <a:spLocks noGrp="1"/>
          </p:cNvSpPr>
          <p:nvPr>
            <p:ph idx="1"/>
          </p:nvPr>
        </p:nvSpPr>
        <p:spPr>
          <a:xfrm>
            <a:off x="1200668" y="1316499"/>
            <a:ext cx="9778483" cy="4874096"/>
          </a:xfrm>
        </p:spPr>
        <p:txBody>
          <a:bodyPr>
            <a:noAutofit/>
          </a:bodyPr>
          <a:lstStyle>
            <a:lvl1pPr>
              <a:defRPr sz="2933" baseline="0">
                <a:latin typeface="Open Sans" panose="020B0606030504020204" pitchFamily="34" charset="0"/>
              </a:defRPr>
            </a:lvl1pPr>
            <a:lvl2pPr>
              <a:defRPr sz="2667" baseline="0">
                <a:latin typeface="Open Sans" panose="020B0606030504020204" pitchFamily="34" charset="0"/>
              </a:defRPr>
            </a:lvl2pPr>
            <a:lvl3pPr>
              <a:defRPr sz="2400" baseline="0">
                <a:latin typeface="Open Sans" panose="020B0606030504020204" pitchFamily="34" charset="0"/>
              </a:defRPr>
            </a:lvl3pPr>
            <a:lvl4pPr>
              <a:defRPr sz="2400" baseline="0">
                <a:latin typeface="Open Sans" panose="020B0606030504020204" pitchFamily="34" charset="0"/>
              </a:defRPr>
            </a:lvl4pPr>
            <a:lvl5pPr>
              <a:defRPr sz="2400" baseline="0">
                <a:latin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object with a black border&#10;&#10;Description automatically generated with medium confidence">
            <a:extLst>
              <a:ext uri="{FF2B5EF4-FFF2-40B4-BE49-F238E27FC236}">
                <a16:creationId xmlns:a16="http://schemas.microsoft.com/office/drawing/2014/main" id="{1E03FF75-F906-DFC4-F2DB-E6A0D0C643B9}"/>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165943362"/>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12192000" cy="6858000"/>
          </a:xfrm>
          <a:prstGeom prst="rect">
            <a:avLst/>
          </a:prstGeom>
        </p:spPr>
      </p:pic>
      <p:sp>
        <p:nvSpPr>
          <p:cNvPr id="6" name="Title 1"/>
          <p:cNvSpPr>
            <a:spLocks noGrp="1"/>
          </p:cNvSpPr>
          <p:nvPr>
            <p:ph type="title"/>
          </p:nvPr>
        </p:nvSpPr>
        <p:spPr>
          <a:xfrm>
            <a:off x="1518161" y="-84666"/>
            <a:ext cx="10064239" cy="747403"/>
          </a:xfrm>
          <a:prstGeom prst="rect">
            <a:avLst/>
          </a:prstGeom>
        </p:spPr>
        <p:txBody>
          <a:bodyPr>
            <a:noAutofit/>
          </a:bodyPr>
          <a:lstStyle>
            <a:lvl1pPr algn="l">
              <a:defRPr sz="48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529839" y="1086362"/>
            <a:ext cx="10052560" cy="4729361"/>
          </a:xfrm>
        </p:spPr>
        <p:txBody>
          <a:bodyPr>
            <a:noAutofit/>
          </a:bodyPr>
          <a:lstStyle>
            <a:lvl1pPr>
              <a:defRPr sz="2933"/>
            </a:lvl1pPr>
            <a:lvl2pPr>
              <a:defRPr sz="2667"/>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82880" y="6268720"/>
            <a:ext cx="1188721" cy="430045"/>
          </a:xfrm>
          <a:prstGeom prst="rect">
            <a:avLst/>
          </a:prstGeom>
        </p:spPr>
      </p:pic>
    </p:spTree>
    <p:extLst>
      <p:ext uri="{BB962C8B-B14F-4D97-AF65-F5344CB8AC3E}">
        <p14:creationId xmlns:p14="http://schemas.microsoft.com/office/powerpoint/2010/main" val="13110276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theme" Target="../theme/theme2.xml"/><Relationship Id="rId15"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slideLayout" Target="../slideLayouts/slideLayout52.xml"/><Relationship Id="rId29" Type="http://schemas.openxmlformats.org/officeDocument/2006/relationships/slideLayout" Target="../slideLayouts/slideLayout53.xml"/><Relationship Id="rId30" Type="http://schemas.openxmlformats.org/officeDocument/2006/relationships/slideLayout" Target="../slideLayouts/slideLayout54.xml"/><Relationship Id="rId31" Type="http://schemas.openxmlformats.org/officeDocument/2006/relationships/slideLayout" Target="../slideLayouts/slideLayout55.xml"/><Relationship Id="rId32" Type="http://schemas.openxmlformats.org/officeDocument/2006/relationships/slideLayout" Target="../slideLayouts/slideLayout56.xml"/><Relationship Id="rId33" Type="http://schemas.openxmlformats.org/officeDocument/2006/relationships/slideLayout" Target="../slideLayouts/slideLayout57.xml"/><Relationship Id="rId34" Type="http://schemas.openxmlformats.org/officeDocument/2006/relationships/slideLayout" Target="../slideLayouts/slideLayout58.xml"/><Relationship Id="rId35" Type="http://schemas.openxmlformats.org/officeDocument/2006/relationships/slideLayout" Target="../slideLayouts/slideLayout59.xml"/><Relationship Id="rId36" Type="http://schemas.openxmlformats.org/officeDocument/2006/relationships/slideLayout" Target="../slideLayouts/slideLayout60.xml"/><Relationship Id="rId37" Type="http://schemas.openxmlformats.org/officeDocument/2006/relationships/slideLayout" Target="../slideLayouts/slideLayout61.xml"/><Relationship Id="rId38" Type="http://schemas.openxmlformats.org/officeDocument/2006/relationships/slideLayout" Target="../slideLayouts/slideLayout62.xml"/><Relationship Id="rId39" Type="http://schemas.openxmlformats.org/officeDocument/2006/relationships/slideLayout" Target="../slideLayouts/slideLayout63.xml"/><Relationship Id="rId40" Type="http://schemas.openxmlformats.org/officeDocument/2006/relationships/slideLayout" Target="../slideLayouts/slideLayout64.xml"/><Relationship Id="rId41" Type="http://schemas.openxmlformats.org/officeDocument/2006/relationships/slideLayout" Target="../slideLayouts/slideLayout65.xml"/><Relationship Id="rId42" Type="http://schemas.openxmlformats.org/officeDocument/2006/relationships/slideLayout" Target="../slideLayouts/slideLayout66.xml"/><Relationship Id="rId43" Type="http://schemas.openxmlformats.org/officeDocument/2006/relationships/slideLayout" Target="../slideLayouts/slideLayout67.xml"/><Relationship Id="rId44" Type="http://schemas.openxmlformats.org/officeDocument/2006/relationships/slideLayout" Target="../slideLayouts/slideLayout68.xml"/><Relationship Id="rId45" Type="http://schemas.openxmlformats.org/officeDocument/2006/relationships/slideLayout" Target="../slideLayouts/slideLayout69.xml"/><Relationship Id="rId46" Type="http://schemas.openxmlformats.org/officeDocument/2006/relationships/slideLayout" Target="../slideLayouts/slideLayout70.xml"/><Relationship Id="rId47" Type="http://schemas.openxmlformats.org/officeDocument/2006/relationships/slideLayout" Target="../slideLayouts/slideLayout71.xml"/><Relationship Id="rId48" Type="http://schemas.openxmlformats.org/officeDocument/2006/relationships/slideLayout" Target="../slideLayouts/slideLayout72.xml"/><Relationship Id="rId49" Type="http://schemas.openxmlformats.org/officeDocument/2006/relationships/slideLayout" Target="../slideLayouts/slideLayout73.xml"/><Relationship Id="rId50" Type="http://schemas.openxmlformats.org/officeDocument/2006/relationships/slideLayout" Target="../slideLayouts/slideLayout74.xml"/><Relationship Id="rId51" Type="http://schemas.openxmlformats.org/officeDocument/2006/relationships/slideLayout" Target="../slideLayouts/slideLayout75.xml"/><Relationship Id="rId52" Type="http://schemas.openxmlformats.org/officeDocument/2006/relationships/slideLayout" Target="../slideLayouts/slideLayout76.xml"/><Relationship Id="rId53" Type="http://schemas.openxmlformats.org/officeDocument/2006/relationships/slideLayout" Target="../slideLayouts/slideLayout77.xml"/><Relationship Id="rId54" Type="http://schemas.openxmlformats.org/officeDocument/2006/relationships/slideLayout" Target="../slideLayouts/slideLayout78.xml"/><Relationship Id="rId55" Type="http://schemas.openxmlformats.org/officeDocument/2006/relationships/slideLayout" Target="../slideLayouts/slideLayout79.xml"/><Relationship Id="rId56" Type="http://schemas.openxmlformats.org/officeDocument/2006/relationships/slideLayout" Target="../slideLayouts/slideLayout80.xml"/><Relationship Id="rId57" Type="http://schemas.openxmlformats.org/officeDocument/2006/relationships/slideLayout" Target="../slideLayouts/slideLayout81.xml"/><Relationship Id="rId58" Type="http://schemas.openxmlformats.org/officeDocument/2006/relationships/slideLayout" Target="../slideLayouts/slideLayout82.xml"/><Relationship Id="rId59" Type="http://schemas.openxmlformats.org/officeDocument/2006/relationships/slideLayout" Target="../slideLayouts/slideLayout83.xml"/><Relationship Id="rId60" Type="http://schemas.openxmlformats.org/officeDocument/2006/relationships/slideLayout" Target="../slideLayouts/slideLayout84.xml"/><Relationship Id="rId61" Type="http://schemas.openxmlformats.org/officeDocument/2006/relationships/slideLayout" Target="../slideLayouts/slideLayout85.xml"/><Relationship Id="rId62" Type="http://schemas.openxmlformats.org/officeDocument/2006/relationships/slideLayout" Target="../slideLayouts/slideLayout86.xml"/><Relationship Id="rId6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Sun, 4/26/2026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alphaModFix amt="0"/>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600">
                <a:solidFill>
                  <a:schemeClr val="tx1">
                    <a:tint val="75000"/>
                  </a:schemeClr>
                </a:solidFill>
                <a:latin typeface="Segoe Pro" charset="0"/>
              </a:defRPr>
            </a:lvl1pPr>
          </a:lstStyle>
          <a:p>
            <a:fld id="{128B0A6C-EF38-9441-ADBF-8FE45FA6C46E}" type="datetimeFigureOut">
              <a:rPr lang="en-US" smtClean="0"/>
              <a:pPr/>
              <a:t>Sun, 4/26/2026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600">
                <a:solidFill>
                  <a:schemeClr val="tx1">
                    <a:tint val="75000"/>
                  </a:schemeClr>
                </a:solidFill>
                <a:latin typeface="Segoe Pro" charset="0"/>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600">
                <a:solidFill>
                  <a:schemeClr val="tx1">
                    <a:tint val="75000"/>
                  </a:schemeClr>
                </a:solidFill>
                <a:latin typeface="Segoe Pro" charset="0"/>
              </a:defRPr>
            </a:lvl1pPr>
          </a:lstStyle>
          <a:p>
            <a:fld id="{6D032D76-6BE4-154B-A130-37D069E42354}" type="slidenum">
              <a:rPr lang="en-US" smtClean="0"/>
              <a:pPr/>
              <a:t>‹#›</a:t>
            </a:fld>
            <a:endParaRPr lang="en-US"/>
          </a:p>
        </p:txBody>
      </p:sp>
    </p:spTree>
    <p:extLst>
      <p:ext uri="{BB962C8B-B14F-4D97-AF65-F5344CB8AC3E}">
        <p14:creationId xmlns:p14="http://schemas.microsoft.com/office/powerpoint/2010/main" val="33135190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Lst>
  <p:txStyles>
    <p:titleStyle>
      <a:lvl1pPr algn="l" defTabSz="609585"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sz="4267" kern="1200">
          <a:solidFill>
            <a:schemeClr val="tx1"/>
          </a:solidFill>
          <a:latin typeface="Segoe Pro" charset="0"/>
          <a:ea typeface="+mn-ea"/>
          <a:cs typeface="+mn-cs"/>
        </a:defRPr>
      </a:lvl1pPr>
      <a:lvl2pPr marL="990575" indent="-380990" algn="l" defTabSz="609585" rtl="0" eaLnBrk="1" latinLnBrk="0" hangingPunct="1">
        <a:spcBef>
          <a:spcPct val="20000"/>
        </a:spcBef>
        <a:buFont typeface="Arial"/>
        <a:buChar char="•"/>
        <a:defRPr sz="3733" kern="1200">
          <a:solidFill>
            <a:schemeClr val="tx1"/>
          </a:solidFill>
          <a:latin typeface="Segoe Pro" charset="0"/>
          <a:ea typeface="+mn-ea"/>
          <a:cs typeface="+mn-cs"/>
        </a:defRPr>
      </a:lvl2pPr>
      <a:lvl3pPr marL="1523962" indent="-304792" algn="l" defTabSz="609585" rtl="0" eaLnBrk="1" latinLnBrk="0" hangingPunct="1">
        <a:spcBef>
          <a:spcPct val="20000"/>
        </a:spcBef>
        <a:buFont typeface="Arial"/>
        <a:buChar char="•"/>
        <a:defRPr sz="3200" kern="1200">
          <a:solidFill>
            <a:schemeClr val="tx1"/>
          </a:solidFill>
          <a:latin typeface="Segoe Pro" charset="0"/>
          <a:ea typeface="+mn-ea"/>
          <a:cs typeface="+mn-cs"/>
        </a:defRPr>
      </a:lvl3pPr>
      <a:lvl4pPr marL="2133547" indent="-304792" algn="l" defTabSz="609585" rtl="0" eaLnBrk="1" latinLnBrk="0" hangingPunct="1">
        <a:spcBef>
          <a:spcPct val="20000"/>
        </a:spcBef>
        <a:buFont typeface="Arial"/>
        <a:buChar char="•"/>
        <a:defRPr sz="2667" kern="1200">
          <a:solidFill>
            <a:schemeClr val="tx1"/>
          </a:solidFill>
          <a:latin typeface="Segoe Pro" charset="0"/>
          <a:ea typeface="+mn-ea"/>
          <a:cs typeface="+mn-cs"/>
        </a:defRPr>
      </a:lvl4pPr>
      <a:lvl5pPr marL="2743131" indent="-304792" algn="l" defTabSz="609585" rtl="0" eaLnBrk="1" latinLnBrk="0" hangingPunct="1">
        <a:spcBef>
          <a:spcPct val="20000"/>
        </a:spcBef>
        <a:buFont typeface="Arial"/>
        <a:buChar char="•"/>
        <a:defRPr sz="2667" kern="1200">
          <a:solidFill>
            <a:schemeClr val="tx1"/>
          </a:solidFill>
          <a:latin typeface="Segoe Pro" charset="0"/>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D795F9-FA16-4818-A4C7-40BE166CFE04}"/>
              </a:ext>
            </a:extLst>
          </p:cNvPr>
          <p:cNvSpPr>
            <a:spLocks noGrp="1"/>
          </p:cNvSpPr>
          <p:nvPr>
            <p:ph type="title"/>
          </p:nvPr>
        </p:nvSpPr>
        <p:spPr>
          <a:xfrm>
            <a:off x="838200" y="570865"/>
            <a:ext cx="10515600" cy="543832"/>
          </a:xfrm>
          <a:prstGeom prst="rect">
            <a:avLst/>
          </a:prstGeom>
        </p:spPr>
        <p:txBody>
          <a:bodyPr vert="horz" lIns="91440" tIns="45720" rIns="91440" bIns="45720" rtlCol="0" anchor="ctr">
            <a:noAutofit/>
          </a:bodyPr>
          <a:lstStyle/>
          <a:p>
            <a:r>
              <a:rPr lang="en-US" dirty="0"/>
              <a:t>Click to Add Title in Title Case</a:t>
            </a:r>
          </a:p>
        </p:txBody>
      </p:sp>
      <p:sp>
        <p:nvSpPr>
          <p:cNvPr id="5" name="Text Placeholder 4"/>
          <p:cNvSpPr>
            <a:spLocks noGrp="1"/>
          </p:cNvSpPr>
          <p:nvPr>
            <p:ph type="body" idx="1"/>
          </p:nvPr>
        </p:nvSpPr>
        <p:spPr>
          <a:xfrm>
            <a:off x="838200" y="1825625"/>
            <a:ext cx="10515600" cy="4351867"/>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16"/>
          <p:cNvSpPr txBox="1">
            <a:spLocks/>
          </p:cNvSpPr>
          <p:nvPr userDrawn="1"/>
        </p:nvSpPr>
        <p:spPr>
          <a:xfrm>
            <a:off x="8048978" y="-563485"/>
            <a:ext cx="4143022" cy="479867"/>
          </a:xfrm>
          <a:prstGeom prst="rect">
            <a:avLst/>
          </a:prstGeom>
        </p:spPr>
        <p:txBody>
          <a:bodyPr anchor="t"/>
          <a:lstStyle>
            <a:lvl1pPr marL="117452" indent="-117452" algn="l" defTabSz="586003" rtl="0" eaLnBrk="1" latinLnBrk="0" hangingPunct="1">
              <a:spcBef>
                <a:spcPts val="1800"/>
              </a:spcBef>
              <a:buClrTx/>
              <a:buSzPct val="100000"/>
              <a:buFont typeface="Myriad Pro" panose="020B0503030403020204" pitchFamily="34" charset="0"/>
              <a:buChar char=" "/>
              <a:defRPr sz="2400" b="0" i="0" kern="1200">
                <a:solidFill>
                  <a:schemeClr val="accent1"/>
                </a:solidFill>
                <a:latin typeface="+mn-lt"/>
                <a:ea typeface="Montserrat Light" charset="0"/>
                <a:cs typeface="Montserrat Light" charset="0"/>
              </a:defRPr>
            </a:lvl1pPr>
            <a:lvl2pPr marL="586003" indent="-288930" algn="l" defTabSz="586003" rtl="0" eaLnBrk="1" latinLnBrk="0" hangingPunct="1">
              <a:spcBef>
                <a:spcPts val="600"/>
              </a:spcBef>
              <a:buClrTx/>
              <a:buSzPct val="100000"/>
              <a:buFont typeface="Lucida Grande"/>
              <a:buChar char="-"/>
              <a:defRPr sz="2400" b="0" i="0" kern="1200">
                <a:solidFill>
                  <a:schemeClr val="accent1"/>
                </a:solidFill>
                <a:latin typeface="Montserrat Light" charset="0"/>
                <a:ea typeface="Montserrat Light" charset="0"/>
                <a:cs typeface="Montserrat Light" charset="0"/>
              </a:defRPr>
            </a:lvl2pPr>
            <a:lvl3pPr marL="883074" indent="-286898" algn="l" defTabSz="586003" rtl="0" eaLnBrk="1" latinLnBrk="0" hangingPunct="1">
              <a:spcBef>
                <a:spcPts val="600"/>
              </a:spcBef>
              <a:buClrTx/>
              <a:buSzPct val="100000"/>
              <a:buFont typeface="Lucida Grande"/>
              <a:buChar char="•"/>
              <a:defRPr sz="2400" b="0" i="0" kern="1200">
                <a:solidFill>
                  <a:schemeClr val="accent1"/>
                </a:solidFill>
                <a:latin typeface="Montserrat Light" charset="0"/>
                <a:ea typeface="Montserrat Light" charset="0"/>
                <a:cs typeface="Montserrat Light" charset="0"/>
              </a:defRPr>
            </a:lvl3pPr>
            <a:lvl4pPr marL="1096724" indent="-213648" algn="l" defTabSz="586003" rtl="0" eaLnBrk="1" latinLnBrk="0" hangingPunct="1">
              <a:spcBef>
                <a:spcPts val="600"/>
              </a:spcBef>
              <a:buClrTx/>
              <a:buSzPct val="100000"/>
              <a:buFont typeface="Wingdings" panose="05000000000000000000" pitchFamily="2" charset="2"/>
              <a:buChar char="§"/>
              <a:defRPr sz="2400" b="0" i="0" kern="1200" baseline="0">
                <a:solidFill>
                  <a:schemeClr val="accent1"/>
                </a:solidFill>
                <a:latin typeface="Montserrat Light" charset="0"/>
                <a:ea typeface="Montserrat Light" charset="0"/>
                <a:cs typeface="Montserrat Light" charset="0"/>
              </a:defRPr>
            </a:lvl4pPr>
            <a:lvl5pPr marL="1395829" indent="-299107" algn="l" defTabSz="586003" rtl="0" eaLnBrk="1" latinLnBrk="0" hangingPunct="1">
              <a:spcBef>
                <a:spcPts val="600"/>
              </a:spcBef>
              <a:buClrTx/>
              <a:buSzPct val="100000"/>
              <a:buFont typeface="Myriad Pro Light" panose="020B0403030403020204" pitchFamily="34" charset="0"/>
              <a:buChar char="-"/>
              <a:tabLst/>
              <a:defRPr sz="2400" b="0" i="0" kern="1200" baseline="0">
                <a:solidFill>
                  <a:schemeClr val="accent1"/>
                </a:solidFill>
                <a:latin typeface="Montserrat Light" charset="0"/>
                <a:ea typeface="Montserrat Light" charset="0"/>
                <a:cs typeface="Montserrat Light" charset="0"/>
              </a:defRPr>
            </a:lvl5pPr>
            <a:lvl6pPr marL="1609476" indent="-215680" algn="l" defTabSz="586003" rtl="0" eaLnBrk="1" latinLnBrk="0" hangingPunct="1">
              <a:spcBef>
                <a:spcPts val="448"/>
              </a:spcBef>
              <a:buClr>
                <a:schemeClr val="bg1">
                  <a:lumMod val="85000"/>
                </a:schemeClr>
              </a:buClr>
              <a:buSzPct val="70000"/>
              <a:buFont typeface="Lucida Grande"/>
              <a:buChar char="•"/>
              <a:defRPr sz="1467" b="0" i="0" kern="1200">
                <a:solidFill>
                  <a:schemeClr val="bg1">
                    <a:lumMod val="50000"/>
                  </a:schemeClr>
                </a:solidFill>
                <a:latin typeface="Myriad Pro Light"/>
                <a:ea typeface="+mn-ea"/>
                <a:cs typeface="Arial"/>
              </a:defRPr>
            </a:lvl6pPr>
            <a:lvl7pPr marL="3809023" indent="-293002" algn="l" defTabSz="586003" rtl="0" eaLnBrk="1" latinLnBrk="0" hangingPunct="1">
              <a:spcBef>
                <a:spcPct val="20000"/>
              </a:spcBef>
              <a:buFont typeface="Arial"/>
              <a:buChar char="•"/>
              <a:defRPr sz="2532" kern="1200">
                <a:solidFill>
                  <a:schemeClr val="tx1"/>
                </a:solidFill>
                <a:latin typeface="+mn-lt"/>
                <a:ea typeface="+mn-ea"/>
                <a:cs typeface="+mn-cs"/>
              </a:defRPr>
            </a:lvl7pPr>
            <a:lvl8pPr marL="4395027" indent="-293002" algn="l" defTabSz="586003" rtl="0" eaLnBrk="1" latinLnBrk="0" hangingPunct="1">
              <a:spcBef>
                <a:spcPct val="20000"/>
              </a:spcBef>
              <a:buFont typeface="Arial"/>
              <a:buChar char="•"/>
              <a:defRPr sz="2532" kern="1200">
                <a:solidFill>
                  <a:schemeClr val="tx1"/>
                </a:solidFill>
                <a:latin typeface="+mn-lt"/>
                <a:ea typeface="+mn-ea"/>
                <a:cs typeface="+mn-cs"/>
              </a:defRPr>
            </a:lvl8pPr>
            <a:lvl9pPr marL="4981028" indent="-293002" algn="l" defTabSz="586003" rtl="0" eaLnBrk="1" latinLnBrk="0" hangingPunct="1">
              <a:spcBef>
                <a:spcPct val="20000"/>
              </a:spcBef>
              <a:buFont typeface="Arial"/>
              <a:buChar char="•"/>
              <a:defRPr sz="2532" kern="1200">
                <a:solidFill>
                  <a:schemeClr val="tx1"/>
                </a:solidFill>
                <a:latin typeface="+mn-lt"/>
                <a:ea typeface="+mn-ea"/>
                <a:cs typeface="+mn-cs"/>
              </a:defRPr>
            </a:lvl9pPr>
          </a:lstStyle>
          <a:p>
            <a:pPr marL="0" indent="0" algn="r">
              <a:lnSpc>
                <a:spcPts val="2800"/>
              </a:lnSpc>
              <a:buNone/>
            </a:pPr>
            <a:r>
              <a:rPr lang="en-US" sz="1600" dirty="0">
                <a:solidFill>
                  <a:schemeClr val="tx1"/>
                </a:solidFill>
                <a:latin typeface="PS TT Commons Book" charset="0"/>
                <a:ea typeface="PS TT Commons Book" charset="0"/>
                <a:cs typeface="PS TT Commons Book" charset="0"/>
              </a:rPr>
              <a:t> Deck verision</a:t>
            </a:r>
            <a:r>
              <a:rPr lang="en-US" sz="1600" baseline="0" dirty="0">
                <a:solidFill>
                  <a:schemeClr val="tx1"/>
                </a:solidFill>
                <a:latin typeface="PS TT Commons Book" charset="0"/>
                <a:ea typeface="PS TT Commons Book" charset="0"/>
                <a:cs typeface="PS TT Commons Book" charset="0"/>
              </a:rPr>
              <a:t> </a:t>
            </a:r>
            <a:r>
              <a:rPr lang="en-US" sz="1600" b="1" dirty="0">
                <a:solidFill>
                  <a:schemeClr val="tx1"/>
                </a:solidFill>
                <a:latin typeface="+mn-lt"/>
                <a:ea typeface="PS TT Commons Book" charset="0"/>
                <a:cs typeface="PS TT Commons Book" charset="0"/>
              </a:rPr>
              <a:t>2021.07.a</a:t>
            </a:r>
          </a:p>
        </p:txBody>
      </p:sp>
    </p:spTree>
    <p:extLst>
      <p:ext uri="{BB962C8B-B14F-4D97-AF65-F5344CB8AC3E}">
        <p14:creationId xmlns:p14="http://schemas.microsoft.com/office/powerpoint/2010/main" val="225835036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 id="2147483705" r:id="rId30"/>
    <p:sldLayoutId id="2147483706" r:id="rId31"/>
    <p:sldLayoutId id="2147483707" r:id="rId32"/>
    <p:sldLayoutId id="2147483708" r:id="rId33"/>
    <p:sldLayoutId id="2147483709" r:id="rId34"/>
    <p:sldLayoutId id="2147483710" r:id="rId35"/>
    <p:sldLayoutId id="2147483711" r:id="rId36"/>
    <p:sldLayoutId id="2147483712" r:id="rId37"/>
    <p:sldLayoutId id="2147483713" r:id="rId38"/>
    <p:sldLayoutId id="2147483714" r:id="rId39"/>
    <p:sldLayoutId id="2147483715" r:id="rId40"/>
    <p:sldLayoutId id="2147483716" r:id="rId41"/>
    <p:sldLayoutId id="2147483717" r:id="rId42"/>
    <p:sldLayoutId id="2147483718" r:id="rId43"/>
    <p:sldLayoutId id="2147483719" r:id="rId44"/>
    <p:sldLayoutId id="2147483720" r:id="rId45"/>
    <p:sldLayoutId id="2147483721" r:id="rId46"/>
    <p:sldLayoutId id="2147483722" r:id="rId47"/>
    <p:sldLayoutId id="2147483723" r:id="rId48"/>
    <p:sldLayoutId id="2147483724" r:id="rId49"/>
    <p:sldLayoutId id="2147483725" r:id="rId50"/>
    <p:sldLayoutId id="2147483726" r:id="rId51"/>
    <p:sldLayoutId id="2147483727" r:id="rId52"/>
    <p:sldLayoutId id="2147483728" r:id="rId53"/>
    <p:sldLayoutId id="2147483729" r:id="rId54"/>
    <p:sldLayoutId id="2147483730" r:id="rId55"/>
    <p:sldLayoutId id="2147483731" r:id="rId56"/>
    <p:sldLayoutId id="2147483732" r:id="rId57"/>
    <p:sldLayoutId id="2147483733" r:id="rId58"/>
    <p:sldLayoutId id="2147483734" r:id="rId59"/>
    <p:sldLayoutId id="2147483735" r:id="rId60"/>
    <p:sldLayoutId id="2147483736" r:id="rId61"/>
    <p:sldLayoutId id="2147483737" r:id="rId62"/>
  </p:sldLayoutIdLst>
  <p:txStyles>
    <p:titleStyle>
      <a:lvl1pPr algn="ctr" defTabSz="914423" rtl="0" eaLnBrk="1" latinLnBrk="0" hangingPunct="1">
        <a:lnSpc>
          <a:spcPct val="90000"/>
        </a:lnSpc>
        <a:spcBef>
          <a:spcPct val="0"/>
        </a:spcBef>
        <a:buNone/>
        <a:defRPr sz="3734" kern="1200" baseline="0">
          <a:solidFill>
            <a:schemeClr val="tx1"/>
          </a:solidFill>
          <a:latin typeface="+mj-lt"/>
          <a:ea typeface="+mj-ea"/>
          <a:cs typeface="+mj-cs"/>
        </a:defRPr>
      </a:lvl1pPr>
    </p:titleStyle>
    <p:bodyStyle>
      <a:lvl1pPr marL="57152" marR="0" indent="-57152" algn="l" defTabSz="586017" rtl="0" eaLnBrk="1" fontAlgn="auto" latinLnBrk="0" hangingPunct="1">
        <a:lnSpc>
          <a:spcPct val="100000"/>
        </a:lnSpc>
        <a:spcBef>
          <a:spcPts val="1800"/>
        </a:spcBef>
        <a:spcAft>
          <a:spcPts val="0"/>
        </a:spcAft>
        <a:buClrTx/>
        <a:buSzPct val="75000"/>
        <a:buFont typeface="Myriad Pro" panose="020B0503030403020204" pitchFamily="34" charset="0"/>
        <a:buChar char=" "/>
        <a:tabLst/>
        <a:defRPr sz="2000" kern="1200">
          <a:solidFill>
            <a:schemeClr val="tx1"/>
          </a:solidFill>
          <a:latin typeface="+mn-lt"/>
          <a:ea typeface="+mn-ea"/>
          <a:cs typeface="+mn-cs"/>
        </a:defRPr>
      </a:lvl1pPr>
      <a:lvl2pPr marL="586017" marR="0" indent="-288937" algn="l" defTabSz="586017" rtl="0" eaLnBrk="1" fontAlgn="auto" latinLnBrk="0" hangingPunct="1">
        <a:lnSpc>
          <a:spcPct val="100000"/>
        </a:lnSpc>
        <a:spcBef>
          <a:spcPts val="600"/>
        </a:spcBef>
        <a:spcAft>
          <a:spcPts val="0"/>
        </a:spcAft>
        <a:buClrTx/>
        <a:buSzPct val="75000"/>
        <a:buFont typeface="Lucida Grande"/>
        <a:buChar char="-"/>
        <a:tabLst/>
        <a:defRPr sz="2000" b="0" i="0" kern="1200" baseline="0">
          <a:solidFill>
            <a:schemeClr val="tx1"/>
          </a:solidFill>
          <a:latin typeface="PS TT Commons" charset="0"/>
          <a:ea typeface="PS TT Commons" charset="0"/>
          <a:cs typeface="PS TT Commons" charset="0"/>
        </a:defRPr>
      </a:lvl2pPr>
      <a:lvl3pPr marL="883097" marR="0" indent="-286905" algn="l" defTabSz="586017" rtl="0" eaLnBrk="1" fontAlgn="auto" latinLnBrk="0" hangingPunct="1">
        <a:lnSpc>
          <a:spcPct val="100000"/>
        </a:lnSpc>
        <a:spcBef>
          <a:spcPts val="600"/>
        </a:spcBef>
        <a:spcAft>
          <a:spcPts val="0"/>
        </a:spcAft>
        <a:buClrTx/>
        <a:buSzPct val="75000"/>
        <a:buFont typeface="Lucida Grande"/>
        <a:buChar char="•"/>
        <a:tabLst/>
        <a:defRPr sz="2000" b="0" i="0" kern="1200">
          <a:solidFill>
            <a:schemeClr val="tx1"/>
          </a:solidFill>
          <a:latin typeface="PS TT Commons" charset="0"/>
          <a:ea typeface="PS TT Commons" charset="0"/>
          <a:cs typeface="PS TT Commons" charset="0"/>
        </a:defRPr>
      </a:lvl3pPr>
      <a:lvl4pPr marL="1200181" marR="0" indent="-317508" algn="l" defTabSz="586017" rtl="0" eaLnBrk="1" fontAlgn="auto" latinLnBrk="0" hangingPunct="1">
        <a:lnSpc>
          <a:spcPct val="100000"/>
        </a:lnSpc>
        <a:spcBef>
          <a:spcPts val="600"/>
        </a:spcBef>
        <a:spcAft>
          <a:spcPts val="0"/>
        </a:spcAft>
        <a:buClrTx/>
        <a:buSzPct val="75000"/>
        <a:buFont typeface="Wingdings" panose="05000000000000000000" pitchFamily="2" charset="2"/>
        <a:buChar char="§"/>
        <a:tabLst/>
        <a:defRPr sz="2000" b="0" i="0" kern="1200">
          <a:solidFill>
            <a:schemeClr val="tx1"/>
          </a:solidFill>
          <a:latin typeface="PS TT Commons" charset="0"/>
          <a:ea typeface="PS TT Commons" charset="0"/>
          <a:cs typeface="PS TT Commons" charset="0"/>
        </a:defRPr>
      </a:lvl4pPr>
      <a:lvl5pPr marL="1371635" marR="0" indent="-274646" algn="l" defTabSz="586017" rtl="0" eaLnBrk="1" fontAlgn="auto" latinLnBrk="0" hangingPunct="1">
        <a:lnSpc>
          <a:spcPct val="100000"/>
        </a:lnSpc>
        <a:spcBef>
          <a:spcPts val="600"/>
        </a:spcBef>
        <a:spcAft>
          <a:spcPts val="0"/>
        </a:spcAft>
        <a:buClrTx/>
        <a:buSzPct val="75000"/>
        <a:buFont typeface="Myriad Pro Light" panose="020B0403030403020204" pitchFamily="34" charset="0"/>
        <a:buChar char="-"/>
        <a:tabLst/>
        <a:defRPr sz="2000" b="0" i="0" kern="1200">
          <a:solidFill>
            <a:schemeClr val="tx1"/>
          </a:solidFill>
          <a:latin typeface="PS TT Commons" charset="0"/>
          <a:ea typeface="PS TT Commons" charset="0"/>
          <a:cs typeface="PS TT Commons" charset="0"/>
        </a:defRPr>
      </a:lvl5pPr>
      <a:lvl6pPr marL="1719306" marR="0" indent="-292108" algn="l" defTabSz="586017" rtl="0" eaLnBrk="1" fontAlgn="auto" latinLnBrk="0" hangingPunct="1">
        <a:lnSpc>
          <a:spcPct val="100000"/>
        </a:lnSpc>
        <a:spcBef>
          <a:spcPts val="448"/>
        </a:spcBef>
        <a:spcAft>
          <a:spcPts val="0"/>
        </a:spcAft>
        <a:buClr>
          <a:srgbClr val="404040"/>
        </a:buClr>
        <a:buSzPct val="70000"/>
        <a:buFont typeface="Montserrat"/>
        <a:buChar char=" "/>
        <a:tabLst/>
        <a:defRPr sz="1800" kern="1200">
          <a:solidFill>
            <a:schemeClr val="tx1"/>
          </a:solidFill>
          <a:latin typeface="+mn-lt"/>
          <a:ea typeface="+mn-ea"/>
          <a:cs typeface="+mn-cs"/>
        </a:defRPr>
      </a:lvl6pPr>
      <a:lvl7pPr marL="2003475" marR="0" indent="-288933" algn="l" defTabSz="586017" rtl="0" eaLnBrk="1" fontAlgn="auto" latinLnBrk="0" hangingPunct="1">
        <a:lnSpc>
          <a:spcPct val="100000"/>
        </a:lnSpc>
        <a:spcBef>
          <a:spcPct val="20000"/>
        </a:spcBef>
        <a:spcAft>
          <a:spcPts val="0"/>
        </a:spcAft>
        <a:buClrTx/>
        <a:buSzPct val="70000"/>
        <a:buFont typeface="Montserrat"/>
        <a:buChar char=" "/>
        <a:tabLst/>
        <a:defRPr sz="1800" kern="1200">
          <a:solidFill>
            <a:schemeClr val="tx1"/>
          </a:solidFill>
          <a:latin typeface="+mn-lt"/>
          <a:ea typeface="+mn-ea"/>
          <a:cs typeface="+mn-cs"/>
        </a:defRPr>
      </a:lvl7pPr>
      <a:lvl8pPr marL="2286057" marR="0" indent="-282582" algn="l" defTabSz="586017" rtl="0" eaLnBrk="1" fontAlgn="auto" latinLnBrk="0" hangingPunct="1">
        <a:lnSpc>
          <a:spcPct val="100000"/>
        </a:lnSpc>
        <a:spcBef>
          <a:spcPct val="20000"/>
        </a:spcBef>
        <a:spcAft>
          <a:spcPts val="0"/>
        </a:spcAft>
        <a:buClrTx/>
        <a:buSzPct val="70000"/>
        <a:buFont typeface="Montserrat"/>
        <a:buChar char=" "/>
        <a:tabLst/>
        <a:defRPr sz="1800" kern="1200">
          <a:solidFill>
            <a:schemeClr val="tx1"/>
          </a:solidFill>
          <a:latin typeface="+mn-lt"/>
          <a:ea typeface="+mn-ea"/>
          <a:cs typeface="+mn-cs"/>
        </a:defRPr>
      </a:lvl8pPr>
      <a:lvl9pPr marL="2571815" marR="0" indent="-285758" algn="l" defTabSz="586017" rtl="0" eaLnBrk="1" fontAlgn="auto" latinLnBrk="0" hangingPunct="1">
        <a:lnSpc>
          <a:spcPct val="100000"/>
        </a:lnSpc>
        <a:spcBef>
          <a:spcPct val="20000"/>
        </a:spcBef>
        <a:spcAft>
          <a:spcPts val="0"/>
        </a:spcAft>
        <a:buClrTx/>
        <a:buSzPct val="70000"/>
        <a:buFont typeface="Montserrat"/>
        <a:buChar char=" "/>
        <a:tabLst/>
        <a:defRPr sz="1800" kern="1200">
          <a:solidFill>
            <a:schemeClr val="tx1"/>
          </a:solidFill>
          <a:latin typeface="+mn-lt"/>
          <a:ea typeface="+mn-ea"/>
          <a:cs typeface="+mn-cs"/>
        </a:defRPr>
      </a:lvl9pPr>
    </p:bodyStyle>
    <p:otherStyle>
      <a:defPPr>
        <a:defRPr lang="en-US"/>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5"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8"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2" algn="l" defTabSz="914423"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Claude Architect Foundations</a:t>
            </a:r>
          </a:p>
        </p:txBody>
      </p:sp>
      <p:sp>
        <p:nvSpPr>
          <p:cNvPr id="3" name="Subtitle 2"/>
          <p:cNvSpPr>
            <a:spLocks noGrp="1"/>
          </p:cNvSpPr>
          <p:nvPr>
            <p:ph type="subTitle" idx="1"/>
          </p:nvPr>
        </p:nvSpPr>
        <p:spPr/>
        <p:txBody>
          <a:bodyPr wrap="square"/>
          <a:lstStyle/>
          <a:p>
            <a:r>
              <a:t>A 4-hour O'Reilly Live Training</a:t>
            </a:r>
          </a:p>
          <a:p>
            <a:r>
              <a:t>Tim Warner  |  techtrainertim.com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 Warner</a:t>
            </a:r>
          </a:p>
        </p:txBody>
      </p:sp>
      <p:sp>
        <p:nvSpPr>
          <p:cNvPr id="3" name="Content Placeholder 2"/>
          <p:cNvSpPr>
            <a:spLocks noGrp="1"/>
          </p:cNvSpPr>
          <p:nvPr>
            <p:ph idx="1"/>
          </p:nvPr>
        </p:nvSpPr>
        <p:spPr/>
        <p:txBody>
          <a:bodyPr wrap="square"/>
          <a:lstStyle/>
          <a:p>
            <a:r>
              <a:t>Microsoft MVP (Azure AI)</a:t>
            </a:r>
          </a:p>
          <a:p>
            <a:r>
              <a:t>Pluralsight Principal Author - 200+ courses, 1M+ learners</a:t>
            </a:r>
          </a:p>
          <a:p>
            <a:r>
              <a:t>O'Reilly Live Training instructor</a:t>
            </a:r>
          </a:p>
          <a:p>
            <a:r>
              <a:t>Microsoft Press / Pearson senior content developer</a:t>
            </a:r>
          </a:p>
          <a:p>
            <a:r>
              <a:t>28+ years on the Microsoft stack</a:t>
            </a:r>
          </a:p>
          <a:p/>
          <a:p>
            <a:r>
              <a:t>techtrainertim.com  |  github.com/timothywarner-org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flow - 4 segments x 50 min</a:t>
            </a:r>
          </a:p>
        </p:txBody>
      </p:sp>
      <p:sp>
        <p:nvSpPr>
          <p:cNvPr id="3" name="Content Placeholder 2"/>
          <p:cNvSpPr>
            <a:spLocks noGrp="1"/>
          </p:cNvSpPr>
          <p:nvPr>
            <p:ph idx="1"/>
          </p:nvPr>
        </p:nvSpPr>
        <p:spPr/>
        <p:txBody>
          <a:bodyPr wrap="square"/>
          <a:lstStyle/>
          <a:p>
            <a:r>
              <a:t>Segment 1 - Building AI Agents That Use Tools</a:t>
            </a:r>
          </a:p>
          <a:p>
            <a:r>
              <a:t>Segment 2 - Tool Design, Integration, and Claude Code Workflows</a:t>
            </a:r>
          </a:p>
          <a:p>
            <a:r>
              <a:t>Segment 3 - Structured Output, Context, and Production Reliability</a:t>
            </a:r>
          </a:p>
          <a:p>
            <a:r>
              <a:t>Segment 4 - CCA-F Certification Capstone</a:t>
            </a:r>
          </a:p>
          <a:p/>
          <a:p>
            <a:r>
              <a:t>Plus self-study: Segment 2.5 - Control Surfaces and the Console Asset Surface</a:t>
            </a:r>
          </a:p>
          <a:p/>
          <a:p>
            <a:r>
              <a:t>10-minute breaks between segments. Total 4 hours.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model is non-deterministic. Your architecture cannot be."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1: Building AI Agents That Use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you'll build</a:t>
            </a:r>
          </a:p>
        </p:txBody>
      </p:sp>
      <p:sp>
        <p:nvSpPr>
          <p:cNvPr id="3" name="Content Placeholder 2"/>
          <p:cNvSpPr>
            <a:spLocks noGrp="1"/>
          </p:cNvSpPr>
          <p:nvPr>
            <p:ph idx="1"/>
          </p:nvPr>
        </p:nvSpPr>
        <p:spPr/>
        <p:txBody>
          <a:bodyPr wrap="square"/>
          <a:lstStyle/>
          <a:p>
            <a:r>
              <a:t>A customer support agent with 4 tools (lookup + refund + escalate)</a:t>
            </a:r>
          </a:p>
          <a:p>
            <a:r>
              <a:t>Hook-enforced policy - the $500 refund cap can't be talked around</a:t>
            </a:r>
          </a:p>
          <a:p>
            <a:r>
              <a:t>Structured escalation to human review with a typed summary</a:t>
            </a:r>
          </a:p>
          <a:p>
            <a:r>
              <a:t>Coordinator + subagent isolation demo</a:t>
            </a:r>
          </a:p>
          <a:p/>
          <a:p>
            <a:r>
              <a:t>By the end of the segment: you can sketch any agent topology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agentic loop</a:t>
            </a:r>
          </a:p>
        </p:txBody>
      </p:sp>
      <p:sp>
        <p:nvSpPr>
          <p:cNvPr id="3" name="Content Placeholder 2"/>
          <p:cNvSpPr>
            <a:spLocks noGrp="1"/>
          </p:cNvSpPr>
          <p:nvPr>
            <p:ph idx="1"/>
          </p:nvPr>
        </p:nvSpPr>
        <p:spPr/>
        <p:txBody>
          <a:bodyPr wrap="square"/>
          <a:lstStyle/>
          <a:p>
            <a:r>
              <a:t>1. Send request - model returns content + stop_reason</a:t>
            </a:r>
          </a:p>
          <a:p>
            <a:r>
              <a:t>2. Read stop_reason - branch on the value, never on prose</a:t>
            </a:r>
          </a:p>
          <a:p>
            <a:r>
              <a:t>3. tool_use? Execute tool, append tool_result, loop</a:t>
            </a:r>
          </a:p>
          <a:p>
            <a:r>
              <a:t>4. end_turn? Return to user, done</a:t>
            </a:r>
          </a:p>
          <a:p>
            <a:r>
              <a:t>5. pause_turn? Resume in the next request, no state change</a:t>
            </a:r>
          </a:p>
          <a:p/>
          <a:p>
            <a:r>
              <a:t>Six stop_reason values: end_turn, max_tokens, stop_sequence, tool_use, pause_turn, refusal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Coordinator + subagents</a:t>
            </a:r>
          </a:p>
        </p:txBody>
      </p:sp>
      <p:sp>
        <p:nvSpPr>
          <p:cNvPr id="3" name="Content Placeholder 2"/>
          <p:cNvSpPr>
            <a:spLocks noGrp="1"/>
          </p:cNvSpPr>
          <p:nvPr>
            <p:ph idx="1"/>
          </p:nvPr>
        </p:nvSpPr>
        <p:spPr/>
        <p:txBody>
          <a:bodyPr wrap="square"/>
          <a:lstStyle/>
          <a:p>
            <a:r>
              <a:t>ONE coordinator holds the user-facing thread</a:t>
            </a:r>
          </a:p>
          <a:p>
            <a:r>
              <a:t>Subagents get ISOLATED contexts via the Task tool</a:t>
            </a:r>
          </a:p>
          <a:p>
            <a:r>
              <a:t>Subagent returns its FINAL answer to the parent, not its working notes</a:t>
            </a:r>
          </a:p>
          <a:p>
            <a:r>
              <a:t>Split when: own success criteria, own tool subset, own context discipline</a:t>
            </a:r>
          </a:p>
          <a:p/>
          <a:p>
            <a:r>
              <a:t>Don't split for splitting's sake - two coordinators chatting is one slow agent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Hooks - deterministic guarantees</a:t>
            </a:r>
          </a:p>
        </p:txBody>
      </p:sp>
      <p:sp>
        <p:nvSpPr>
          <p:cNvPr id="3" name="Content Placeholder 2"/>
          <p:cNvSpPr>
            <a:spLocks noGrp="1"/>
          </p:cNvSpPr>
          <p:nvPr>
            <p:ph idx="1"/>
          </p:nvPr>
        </p:nvSpPr>
        <p:spPr/>
        <p:txBody>
          <a:bodyPr wrap="square"/>
          <a:lstStyle/>
          <a:p>
            <a:r>
              <a:t>PreToolUse - gate a call BEFORE it runs (the bouncer)</a:t>
            </a:r>
          </a:p>
          <a:p>
            <a:r>
              <a:t>PostToolUse - audit, transform, log AFTER (the auditor)</a:t>
            </a:r>
          </a:p>
          <a:p>
            <a:r>
              <a:t>SessionStart - inject context (the briefing room)</a:t>
            </a:r>
          </a:p>
          <a:p>
            <a:r>
              <a:t>Stop - final verification before returning to user</a:t>
            </a:r>
          </a:p>
          <a:p/>
          <a:p>
            <a:r>
              <a:t>Hooks run as YOUR code, not the model's. Anything that MUST happen, hook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lstStyle/>
          <a:p>
            <a:r>
              <a:t>Demo - customer support agent (15 min)</a:t>
            </a:r>
          </a:p>
          <a:p/>
          <a:p>
            <a:r>
              <a:t>Open notebooks/segment-1-customer-support-agent.ipynb</a:t>
            </a:r>
          </a:p>
          <a:p>
            <a:r>
              <a:t>Wire 4 tools, run Scenario A ($80 refund, in-cap, agent cooperates)</a:t>
            </a:r>
          </a:p>
          <a:p>
            <a:r>
              <a:t>Add the PreToolUse hook from hooks-example.py</a:t>
            </a:r>
          </a:p>
          <a:p>
            <a:r>
              <a:t>Run Scenario B ($750 refund, over-cap, hook blocks, agent escalates)</a:t>
            </a:r>
          </a:p>
          <a:p>
            <a:r>
              <a:t>Coordinator-subagent demo at the bottom of the notebook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(5 min)</a:t>
            </a:r>
          </a:p>
        </p:txBody>
      </p:sp>
      <p:sp>
        <p:nvSpPr>
          <p:cNvPr id="3" name="Content Placeholder 2"/>
          <p:cNvSpPr>
            <a:spLocks noGrp="1"/>
          </p:cNvSpPr>
          <p:nvPr>
            <p:ph idx="1"/>
          </p:nvPr>
        </p:nvSpPr>
        <p:spPr/>
        <p:txBody>
          <a:bodyPr wrap="square"/>
          <a:lstStyle/>
          <a:p>
            <a:r>
              <a:t>Sketch architecture for a Developer Productivity scenario</a:t>
            </a:r>
          </a:p>
          <a:p>
            <a:r>
              <a:t>On paper or in chat: coordinator + 3 subagents + tool scope per agent</a:t>
            </a:r>
          </a:p>
          <a:p>
            <a:r>
              <a:t>What does each subagent specialize in?</a:t>
            </a:r>
          </a:p>
          <a:p>
            <a:r>
              <a:t>What is each subagent's success criterion?</a:t>
            </a:r>
          </a:p>
          <a:p>
            <a:r>
              <a:t>What tools does each one get? Cap each at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r>
              <a:t>Segment 1 takeaways</a:t>
            </a:r>
          </a:p>
          <a:p/>
          <a:p>
            <a:r>
              <a:t>Branch on stop_reason, never on natural-language signals</a:t>
            </a:r>
          </a:p>
          <a:p>
            <a:r>
              <a:t>Coordinator + isolated subagents beats one giant context</a:t>
            </a:r>
          </a:p>
          <a:p>
            <a:r>
              <a:t>Hooks turn 'should' into 'must' - the prompt advises, the hook enforces</a:t>
            </a:r>
          </a:p>
        </p:txBody>
      </p:sp>
      <p:sp>
        <p:nvSpPr>
          <p:cNvPr id="3" name="Text Placeholder 2"/>
          <p:cNvSpPr>
            <a:spLocks noGrp="1"/>
          </p:cNvSpPr>
          <p:nvPr>
            <p:ph type="body" idx="14" sz="quarter"/>
          </p:nvPr>
        </p:nvSpPr>
        <p:spPr/>
        <p:txBody>
          <a:bodyPr/>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2: Tool Design, Integration, Claude Code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domains, one segment</a:t>
            </a:r>
          </a:p>
        </p:txBody>
      </p:sp>
      <p:sp>
        <p:nvSpPr>
          <p:cNvPr id="3" name="Content Placeholder 2"/>
          <p:cNvSpPr>
            <a:spLocks noGrp="1"/>
          </p:cNvSpPr>
          <p:nvPr>
            <p:ph idx="1"/>
          </p:nvPr>
        </p:nvSpPr>
        <p:spPr/>
        <p:txBody>
          <a:bodyPr wrap="square"/>
          <a:lstStyle/>
          <a:p>
            <a:r>
              <a:t>Domain 2 - Tool Design and MCP Integration (18%)</a:t>
            </a:r>
          </a:p>
          <a:p>
            <a:r>
              <a:t>Domain 3 - Claude Code Configuration and Workflows (20%)</a:t>
            </a:r>
          </a:p>
          <a:p>
            <a:r>
              <a:t>Combined = 38% of the cert, the biggest single chunk</a:t>
            </a:r>
          </a:p>
          <a:p/>
          <a:p>
            <a:r>
              <a:t>Why combined? Claude Code IS the primary MCP-consuming surface</a:t>
            </a:r>
          </a:p>
          <a:p>
            <a:r>
              <a:t>You cannot teach one without the other in production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definitions - name + description + input_schema</a:t>
            </a:r>
          </a:p>
        </p:txBody>
      </p:sp>
      <p:sp>
        <p:nvSpPr>
          <p:cNvPr id="3" name="Content Placeholder 2"/>
          <p:cNvSpPr>
            <a:spLocks noGrp="1"/>
          </p:cNvSpPr>
          <p:nvPr>
            <p:ph idx="1"/>
          </p:nvPr>
        </p:nvSpPr>
        <p:spPr/>
        <p:txBody>
          <a:bodyPr wrap="square"/>
          <a:lstStyle/>
          <a:p>
            <a:r>
              <a:t>name        - how the model invokes the tool</a:t>
            </a:r>
          </a:p>
          <a:p>
            <a:r>
              <a:t>description - STRONGLY recommended, drives tool selection</a:t>
            </a:r>
          </a:p>
          <a:p>
            <a:r>
              <a:t>input_schema - JSON Schema draft 2020-12 (type, properties, required)</a:t>
            </a:r>
          </a:p>
          <a:p>
            <a:r>
              <a:t>Optional: cache_control ephemeral (5m / 1h), strict: true</a:t>
            </a:r>
          </a:p>
          <a:p/>
          <a:p>
            <a:r>
              <a:t>Tool DESCRIPTIONS do the work, not tool NAMES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Structured tool errors</a:t>
            </a:r>
          </a:p>
        </p:txBody>
      </p:sp>
      <p:sp>
        <p:nvSpPr>
          <p:cNvPr id="3" name="Content Placeholder 2"/>
          <p:cNvSpPr>
            <a:spLocks noGrp="1"/>
          </p:cNvSpPr>
          <p:nvPr>
            <p:ph idx="1"/>
          </p:nvPr>
        </p:nvSpPr>
        <p:spPr/>
        <p:txBody>
          <a:bodyPr wrap="square"/>
          <a:lstStyle/>
          <a:p>
            <a:r>
              <a:t>Anti-pattern: raise exceptions from tool implementations</a:t>
            </a:r>
          </a:p>
          <a:p>
            <a:r>
              <a:t>Anti-pattern: return empty strings on failure</a:t>
            </a:r>
          </a:p>
          <a:p>
            <a:r>
              <a:t>Pattern: return tool_result with is_error: true</a:t>
            </a:r>
          </a:p>
          <a:p>
            <a:r>
              <a:t>Add structured fields: errorCategory, isRetryable</a:t>
            </a:r>
          </a:p>
          <a:p/>
          <a:p>
            <a:r>
              <a:t>The model can then DECIDE: retry, fall back, or escalate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tool_choice modes</a:t>
            </a:r>
          </a:p>
        </p:txBody>
      </p:sp>
      <p:sp>
        <p:nvSpPr>
          <p:cNvPr id="3" name="Text Placeholder 2"/>
          <p:cNvSpPr>
            <a:spLocks noGrp="1"/>
          </p:cNvSpPr>
          <p:nvPr>
            <p:ph type="body" idx="10" sz="quarter"/>
          </p:nvPr>
        </p:nvSpPr>
        <p:spPr/>
        <p:txBody>
          <a:bodyPr wrap="square"/>
          <a:lstStyle/>
          <a:p>
            <a:r>
              <a:t>auto</a:t>
            </a:r>
          </a:p>
          <a:p>
            <a:r>
              <a:t>Model decides whether to call a tool. Default. May answer in prose. Pick when the model's judgment is the right call.</a:t>
            </a:r>
          </a:p>
          <a:p>
            <a:r>
              <a:t>any</a:t>
            </a:r>
          </a:p>
          <a:p>
            <a:r>
              <a:t>Model MUST call some tool, model picks which. Use when action is required.</a:t>
            </a:r>
          </a:p>
          <a:p>
            <a:r>
              <a:t>tool</a:t>
            </a:r>
          </a:p>
          <a:p>
            <a:r>
              <a:t>Model MUST call THIS specific tool. The structured-output cheat code. {type: tool, name: extract_X}.</a:t>
            </a:r>
          </a:p>
          <a:p>
            <a:r>
              <a:t>none</a:t>
            </a:r>
          </a:p>
          <a:p>
            <a:r>
              <a:t>Tools registered but model CANNOT call them. 'Explain, don't act' turns.</a:t>
            </a:r>
          </a:p>
        </p:txBody>
      </p:sp>
      <p:sp>
        <p:nvSpPr>
          <p:cNvPr id="4" name="Text Placeholder 3"/>
          <p:cNvSpPr>
            <a:spLocks noGrp="1"/>
          </p:cNvSpPr>
          <p:nvPr>
            <p:ph type="body" idx="15" sz="quarter"/>
          </p:nvPr>
        </p:nvSpPr>
        <p:spPr/>
        <p:txBody>
          <a:bodyPr/>
          <a:lstStyle/>
          <a:p/>
        </p:txBody>
      </p:sp>
      <p:sp>
        <p:nvSpPr>
          <p:cNvPr id="5" name="Text Placeholder 4"/>
          <p:cNvSpPr>
            <a:spLocks noGrp="1"/>
          </p:cNvSpPr>
          <p:nvPr>
            <p:ph type="body" idx="16" sz="quarter"/>
          </p:nvPr>
        </p:nvSpPr>
        <p:spPr/>
        <p:txBody>
          <a:bodyPr/>
          <a:lstStyle/>
          <a:p/>
        </p:txBody>
      </p:sp>
      <p:sp>
        <p:nvSpPr>
          <p:cNvPr id="6" name="Text Placeholder 5"/>
          <p:cNvSpPr>
            <a:spLocks noGrp="1"/>
          </p:cNvSpPr>
          <p:nvPr>
            <p:ph type="body" idx="17" sz="quarter"/>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 agents at ~5 tools</a:t>
            </a:r>
          </a:p>
        </p:txBody>
      </p:sp>
      <p:sp>
        <p:nvSpPr>
          <p:cNvPr id="3" name="Content Placeholder 2"/>
          <p:cNvSpPr>
            <a:spLocks noGrp="1"/>
          </p:cNvSpPr>
          <p:nvPr>
            <p:ph idx="1"/>
          </p:nvPr>
        </p:nvSpPr>
        <p:spPr/>
        <p:txBody>
          <a:bodyPr wrap="square"/>
          <a:lstStyle/>
          <a:p>
            <a:r>
              <a:t>More tools = worse selection accuracy (well-documented effect)</a:t>
            </a:r>
          </a:p>
          <a:p>
            <a:r>
              <a:t>Beyond 5: split into subagents with scoped tool sets</a:t>
            </a:r>
          </a:p>
          <a:p>
            <a:r>
              <a:t>Specificity in descriptions beats quantity of tools</a:t>
            </a:r>
          </a:p>
          <a:p/>
          <a:p>
            <a:r>
              <a:t>Anti-pattern: dump 30 tools into one agent because 'flexibility'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MCP server config - .mcp.json</a:t>
            </a:r>
          </a:p>
        </p:txBody>
      </p:sp>
      <p:sp>
        <p:nvSpPr>
          <p:cNvPr id="3" name="Content Placeholder 2"/>
          <p:cNvSpPr>
            <a:spLocks noGrp="1"/>
          </p:cNvSpPr>
          <p:nvPr>
            <p:ph idx="1"/>
          </p:nvPr>
        </p:nvSpPr>
        <p:spPr/>
        <p:txBody>
          <a:bodyPr wrap="square"/>
          <a:lstStyle/>
          <a:p>
            <a:r>
              <a:t>Three transports: stdio, SSE, HTTP</a:t>
            </a:r>
          </a:p>
          <a:p>
            <a:r>
              <a:t>stdio: command + args + env (local subprocess)</a:t>
            </a:r>
          </a:p>
          <a:p>
            <a:r>
              <a:t>SSE / HTTP: type + url + headers (remote)</a:t>
            </a:r>
          </a:p>
          <a:p>
            <a:r>
              <a:t>${ENV_VAR} expansion works in env, args, AND headers</a:t>
            </a:r>
          </a:p>
          <a:p/>
          <a:p>
            <a:r>
              <a:t>Project scope: ./.mcp.json    User scope: ~/.claude.json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lstStyle/>
          <a:p>
            <a:r>
              <a:t>Demo A - MCP config walkthrough (10 min)</a:t>
            </a:r>
          </a:p>
          <a:p/>
          <a:p>
            <a:r>
              <a:t>Open C:/github/claude-architect/.mcp.json in VS Code</a:t>
            </a:r>
          </a:p>
          <a:p>
            <a:r>
              <a:t>Walk server-by-server: filesystem (stdio), github (stdio + ${GITHUB_TOKEN})</a:t>
            </a:r>
          </a:p>
          <a:p>
            <a:r>
              <a:t>Show context7 (HTTP + header), internal-knowledge-base (SSE + bearer)</a:t>
            </a:r>
          </a:p>
          <a:p>
            <a:r>
              <a:t>Show what happens when GITHUB_TOKEN is unset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CLAUDE.md hierarchy</a:t>
            </a:r>
          </a:p>
        </p:txBody>
      </p:sp>
      <p:sp>
        <p:nvSpPr>
          <p:cNvPr id="3" name="Content Placeholder 2"/>
          <p:cNvSpPr>
            <a:spLocks noGrp="1"/>
          </p:cNvSpPr>
          <p:nvPr>
            <p:ph idx="1"/>
          </p:nvPr>
        </p:nvSpPr>
        <p:spPr/>
        <p:txBody>
          <a:bodyPr wrap="square"/>
          <a:lstStyle/>
          <a:p>
            <a:r>
              <a:t>User     ~/.claude/CLAUDE.md     - your machine, every project</a:t>
            </a:r>
          </a:p>
          <a:p>
            <a:r>
              <a:t>Project  ./CLAUDE.md             - team conventions, in git</a:t>
            </a:r>
          </a:p>
          <a:p>
            <a:r>
              <a:t>Subtree  ./&lt;subdir&gt;/CLAUDE.md    - loads on demand when files in subdir are read</a:t>
            </a:r>
          </a:p>
          <a:p>
            <a:r>
              <a:t>Local    ./CLAUDE.local.md       - gitignored personal override</a:t>
            </a:r>
          </a:p>
          <a:p/>
          <a:p>
            <a:r>
              <a:t>Agent SDK: settingSources [user, project] loads both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mode vs. headless mode</a:t>
            </a:r>
          </a:p>
        </p:txBody>
      </p:sp>
      <p:sp>
        <p:nvSpPr>
          <p:cNvPr id="3" name="Content Placeholder 2"/>
          <p:cNvSpPr>
            <a:spLocks noGrp="1"/>
          </p:cNvSpPr>
          <p:nvPr>
            <p:ph idx="1"/>
          </p:nvPr>
        </p:nvSpPr>
        <p:spPr/>
        <p:txBody>
          <a:bodyPr wrap="square"/>
          <a:lstStyle/>
          <a:p>
            <a:r>
              <a:t>Plan mode   - interactive, proposes plan, waits for approval (default)</a:t>
            </a:r>
          </a:p>
          <a:p>
            <a:r>
              <a:t>Headless    - claude -p 'prompt' - non-interactive, pipe-friendly</a:t>
            </a:r>
          </a:p>
          <a:p>
            <a:r>
              <a:t>            - --output-format json|stream-json for parsing</a:t>
            </a:r>
          </a:p>
          <a:p>
            <a:r>
              <a:t>            - --allowed-tools 'Read,Edit,Bash' to scope</a:t>
            </a:r>
          </a:p>
          <a:p/>
          <a:p>
            <a:r>
              <a:t>Headless is THE CI/CD answer - pre-commit hooks, PR review, release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lstStyle/>
          <a:p>
            <a:r>
              <a:t>Demo B - CLAUDE.md hierarchy + claude -p (5 min)</a:t>
            </a:r>
          </a:p>
          <a:p/>
          <a:p>
            <a:r>
              <a:t>Open this repo's own CLAUDE.md - walk the structure</a:t>
            </a:r>
          </a:p>
          <a:p>
            <a:r>
              <a:t>Run: claude -p 'audit this CLAUDE.md against the documented conventions'</a:t>
            </a:r>
          </a:p>
          <a:p>
            <a:r>
              <a:t>Show the headless output</a:t>
            </a:r>
          </a:p>
          <a:p>
            <a:r>
              <a:t>Pipe a git log into it - get a release-notes draft in seconds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(5 min)</a:t>
            </a:r>
          </a:p>
        </p:txBody>
      </p:sp>
      <p:sp>
        <p:nvSpPr>
          <p:cNvPr id="3" name="Content Placeholder 2"/>
          <p:cNvSpPr>
            <a:spLocks noGrp="1"/>
          </p:cNvSpPr>
          <p:nvPr>
            <p:ph idx="1"/>
          </p:nvPr>
        </p:nvSpPr>
        <p:spPr/>
        <p:txBody>
          <a:bodyPr wrap="square"/>
          <a:lstStyle/>
          <a:p>
            <a:r>
              <a:t>Design a CLAUDE.md hierarchy for a 3-team monorepo</a:t>
            </a:r>
          </a:p>
          <a:p>
            <a:r>
              <a:t>Teams: backend (Go), frontend (React/TS), infra (Terraform)</a:t>
            </a:r>
          </a:p>
          <a:p>
            <a:r>
              <a:t>Each team has different conventions</a:t>
            </a:r>
          </a:p>
          <a:p>
            <a:r>
              <a:t>Where does each rule go? User, project, subtree, or .claude/rules?</a:t>
            </a:r>
          </a:p>
          <a:p>
            <a:r>
              <a:t>What goes in .claude/rules/ with paths: globs?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r>
              <a:t>Segment 2 takeaways</a:t>
            </a:r>
          </a:p>
          <a:p/>
          <a:p>
            <a:r>
              <a:t>Descriptions, not names, drive tool selection</a:t>
            </a:r>
          </a:p>
          <a:p>
            <a:r>
              <a:t>.mcp.json - three transports, ${ENV} expansion, secrets in env never in file</a:t>
            </a:r>
          </a:p>
          <a:p>
            <a:r>
              <a:t>CLAUDE.md hierarchy is additive; claude -p is your CI/CD primitive</a:t>
            </a:r>
          </a:p>
        </p:txBody>
      </p:sp>
      <p:sp>
        <p:nvSpPr>
          <p:cNvPr id="3" name="Text Placeholder 2"/>
          <p:cNvSpPr>
            <a:spLocks noGrp="1"/>
          </p:cNvSpPr>
          <p:nvPr>
            <p:ph type="body" idx="14"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tiers tools come from</a:t>
            </a:r>
          </a:p>
        </p:txBody>
      </p:sp>
      <p:sp>
        <p:nvSpPr>
          <p:cNvPr id="3" name="Content Placeholder 2"/>
          <p:cNvSpPr>
            <a:spLocks noGrp="1"/>
          </p:cNvSpPr>
          <p:nvPr>
            <p:ph idx="12" sz="quarter"/>
          </p:nvPr>
        </p:nvSpPr>
        <p:spPr/>
        <p:txBody>
          <a:bodyPr/>
          <a:lstStyle/>
          <a:p>
            <a:r>
              <a:t>Tier 1 - Server tools</a:t>
            </a:r>
          </a:p>
        </p:txBody>
      </p:sp>
      <p:sp>
        <p:nvSpPr>
          <p:cNvPr id="4" name="Text Placeholder 3"/>
          <p:cNvSpPr>
            <a:spLocks noGrp="1"/>
          </p:cNvSpPr>
          <p:nvPr>
            <p:ph type="body" idx="15" sz="quarter"/>
          </p:nvPr>
        </p:nvSpPr>
        <p:spPr/>
        <p:txBody>
          <a:bodyPr/>
          <a:lstStyle/>
          <a:p>
            <a:r>
              <a:t>Anthropic hosts. You register by type (bash_20250124, code_execution_20250522, web_search_20250305). Model invokes, Anthropic executes server-side.</a:t>
            </a:r>
          </a:p>
        </p:txBody>
      </p:sp>
      <p:sp>
        <p:nvSpPr>
          <p:cNvPr id="5" name="Content Placeholder 4"/>
          <p:cNvSpPr>
            <a:spLocks noGrp="1"/>
          </p:cNvSpPr>
          <p:nvPr>
            <p:ph idx="16" sz="quarter"/>
          </p:nvPr>
        </p:nvSpPr>
        <p:spPr/>
        <p:txBody>
          <a:bodyPr/>
          <a:lstStyle/>
          <a:p>
            <a:r>
              <a:t>Tier 2 - MCP tools</a:t>
            </a:r>
          </a:p>
        </p:txBody>
      </p:sp>
      <p:sp>
        <p:nvSpPr>
          <p:cNvPr id="6" name="Text Placeholder 5"/>
          <p:cNvSpPr>
            <a:spLocks noGrp="1"/>
          </p:cNvSpPr>
          <p:nvPr>
            <p:ph type="body" idx="17" sz="quarter"/>
          </p:nvPr>
        </p:nvSpPr>
        <p:spPr/>
        <p:txBody>
          <a:bodyPr/>
          <a:lstStyle/>
          <a:p>
            <a:r>
              <a:t>You (or a vendor) host. Discovered at runtime via list_tools(). The pattern that scales by configuration, not code.</a:t>
            </a:r>
          </a:p>
        </p:txBody>
      </p:sp>
      <p:sp>
        <p:nvSpPr>
          <p:cNvPr id="7" name="Content Placeholder 6"/>
          <p:cNvSpPr>
            <a:spLocks noGrp="1"/>
          </p:cNvSpPr>
          <p:nvPr>
            <p:ph idx="18" sz="quarter"/>
          </p:nvPr>
        </p:nvSpPr>
        <p:spPr/>
        <p:txBody>
          <a:bodyPr/>
          <a:lstStyle/>
          <a:p>
            <a:r>
              <a:t>Tier 3 - Harness tools</a:t>
            </a:r>
          </a:p>
        </p:txBody>
      </p:sp>
      <p:sp>
        <p:nvSpPr>
          <p:cNvPr id="8" name="Text Placeholder 7"/>
          <p:cNvSpPr>
            <a:spLocks noGrp="1"/>
          </p:cNvSpPr>
          <p:nvPr>
            <p:ph type="body" idx="19" sz="quarter"/>
          </p:nvPr>
        </p:nvSpPr>
        <p:spPr/>
        <p:txBody>
          <a:bodyPr/>
          <a:lstStyle/>
          <a:p>
            <a:r>
              <a:t>Claude Code's Read, Edit, Bash, Grep. Harness-private TypeScript. NOT API-reachable. Same noun, different runtime.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wrap="square"/>
          <a:lstStyle/>
          <a:p>
            <a:r>
              <a:t>notebooks/segment-2-5-control-surfaces.ipynb</a:t>
            </a:r>
          </a:p>
          <a:p/>
          <a:p>
            <a:r>
              <a:t>Three tiers tools come from - server tools, MCP, Claude Code harness</a:t>
            </a:r>
          </a:p>
          <a:p>
            <a:r>
              <a:t>All four tool_choice modes + disable_parallel_tool_use</a:t>
            </a:r>
          </a:p>
          <a:p>
            <a:r>
              <a:t>stop_sequences + max_tokens as control levers + pause_turn + refusal</a:t>
            </a:r>
          </a:p>
          <a:p>
            <a:r>
              <a:t>MCP list_tools runtime discovery</a:t>
            </a:r>
          </a:p>
          <a:p>
            <a:r>
              <a:t>The live Claude Console asset surface - memory_stores, vaults, agents, sessions</a:t>
            </a:r>
          </a:p>
          <a:p/>
          <a:p>
            <a:r>
              <a:t>Highest exam-objective density in the repo. Walk it for CCA-F prep.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3: Structured Output and Reliability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domains, one segment (again)</a:t>
            </a:r>
          </a:p>
        </p:txBody>
      </p:sp>
      <p:sp>
        <p:nvSpPr>
          <p:cNvPr id="3" name="Content Placeholder 2"/>
          <p:cNvSpPr>
            <a:spLocks noGrp="1"/>
          </p:cNvSpPr>
          <p:nvPr>
            <p:ph idx="1"/>
          </p:nvPr>
        </p:nvSpPr>
        <p:spPr/>
        <p:txBody>
          <a:bodyPr wrap="square"/>
          <a:lstStyle/>
          <a:p>
            <a:r>
              <a:t>Domain 4 - Prompt Engineering and Structured Output (20%)</a:t>
            </a:r>
          </a:p>
          <a:p>
            <a:r>
              <a:t>Domain 5 - Context Management and Reliability (15%)</a:t>
            </a:r>
          </a:p>
          <a:p>
            <a:r>
              <a:t>Combined = 35% of the cert</a:t>
            </a:r>
          </a:p>
          <a:p/>
          <a:p>
            <a:r>
              <a:t>Why combined? Structured extraction without context discipline is fragile</a:t>
            </a:r>
          </a:p>
          <a:p>
            <a:r>
              <a:t>Long sessions need context pinning; structured output needs validation retry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you'll build</a:t>
            </a:r>
          </a:p>
        </p:txBody>
      </p:sp>
      <p:sp>
        <p:nvSpPr>
          <p:cNvPr id="3" name="Content Placeholder 2"/>
          <p:cNvSpPr>
            <a:spLocks noGrp="1"/>
          </p:cNvSpPr>
          <p:nvPr>
            <p:ph idx="1"/>
          </p:nvPr>
        </p:nvSpPr>
        <p:spPr/>
        <p:txBody>
          <a:bodyPr wrap="square"/>
          <a:lstStyle/>
          <a:p>
            <a:r>
              <a:t>An invoice extractor with a Pydantic schema</a:t>
            </a:r>
          </a:p>
          <a:p>
            <a:r>
              <a:t>tool_choice {type: tool, name: extract_invoice} forces valid JSON</a:t>
            </a:r>
          </a:p>
          <a:p>
            <a:r>
              <a:t>Validation-retry loop handles malformed output (max_retries=1)</a:t>
            </a:r>
          </a:p>
          <a:p>
            <a:r>
              <a:t>Three invoices: clean, missing field, ambiguous line item</a:t>
            </a:r>
          </a:p>
          <a:p/>
          <a:p>
            <a:r>
              <a:t>By the end of the segment: you can extract typed data from anything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Precise prompts beat vague prompts</a:t>
            </a:r>
          </a:p>
        </p:txBody>
      </p:sp>
      <p:sp>
        <p:nvSpPr>
          <p:cNvPr id="3" name="Content Placeholder 2"/>
          <p:cNvSpPr>
            <a:spLocks noGrp="1"/>
          </p:cNvSpPr>
          <p:nvPr>
            <p:ph idx="1"/>
          </p:nvPr>
        </p:nvSpPr>
        <p:spPr/>
        <p:txBody>
          <a:bodyPr wrap="square"/>
          <a:lstStyle/>
          <a:p>
            <a:r>
              <a:t>Be specific: format, edge cases, missing-data handling</a:t>
            </a:r>
          </a:p>
          <a:p>
            <a:r>
              <a:t>Plausible hallucinations: model invents values for nullable fields</a:t>
            </a:r>
          </a:p>
          <a:p>
            <a:r>
              <a:t>Fix: explicit 'return null if not directly stated' instruction</a:t>
            </a:r>
          </a:p>
          <a:p>
            <a:r>
              <a:t>Inconsistent formats: 'cotton blend' vs 'Cotton/Polyester mix'</a:t>
            </a:r>
          </a:p>
          <a:p>
            <a:r>
              <a:t>Fix: 2-3 few-shot examples, NOT lower temperature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JSON schema via tool use - the cheat code</a:t>
            </a:r>
          </a:p>
        </p:txBody>
      </p:sp>
      <p:sp>
        <p:nvSpPr>
          <p:cNvPr id="3" name="Content Placeholder 2"/>
          <p:cNvSpPr>
            <a:spLocks noGrp="1"/>
          </p:cNvSpPr>
          <p:nvPr>
            <p:ph idx="1"/>
          </p:nvPr>
        </p:nvSpPr>
        <p:spPr/>
        <p:txBody>
          <a:bodyPr wrap="square"/>
          <a:lstStyle/>
          <a:p>
            <a:r>
              <a:t>1. Define a Pydantic model with your fields</a:t>
            </a:r>
          </a:p>
          <a:p>
            <a:r>
              <a:t>2. Convert to JSON Schema (model.model_json_schema())</a:t>
            </a:r>
          </a:p>
          <a:p>
            <a:r>
              <a:t>3. Register as a tool's input_schema</a:t>
            </a:r>
          </a:p>
          <a:p>
            <a:r>
              <a:t>4. Set tool_choice {type: tool, name: &lt;your_schema&gt;}</a:t>
            </a:r>
          </a:p>
          <a:p>
            <a:r>
              <a:t>5. block.input is now a typed dict matching the schema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forced-tool_choice pattern in code</a:t>
            </a:r>
          </a:p>
        </p:txBody>
      </p:sp>
      <p:sp>
        <p:nvSpPr>
          <p:cNvPr id="3" name="Text Placeholder 2"/>
          <p:cNvSpPr>
            <a:spLocks noGrp="1"/>
          </p:cNvSpPr>
          <p:nvPr>
            <p:ph type="body" idx="10" sz="quarter"/>
          </p:nvPr>
        </p:nvSpPr>
        <p:spPr/>
        <p:txBody>
          <a:bodyPr wrap="square"/>
          <a:lstStyle/>
          <a:p>
            <a:r>
              <a:t>class Invoice(BaseModel):</a:t>
            </a:r>
          </a:p>
          <a:p>
            <a:r>
              <a:t>    invoice_number: str</a:t>
            </a:r>
          </a:p>
          <a:p>
            <a:r>
              <a:t>    vendor: str</a:t>
            </a:r>
          </a:p>
          <a:p>
            <a:r>
              <a:t>    total: float</a:t>
            </a:r>
          </a:p>
          <a:p>
            <a:r>
              <a:t>    po_number: Optional[str] = None</a:t>
            </a:r>
          </a:p>
          <a:p/>
          <a:p>
            <a:r>
              <a:t>EXTRACT_TOOL = {</a:t>
            </a:r>
          </a:p>
          <a:p>
            <a:r>
              <a:t>    "name": "extract_invoice",</a:t>
            </a:r>
          </a:p>
          <a:p>
            <a:r>
              <a:t>    "description": "Extract invoice fields. Do NOT invent values.",</a:t>
            </a:r>
          </a:p>
          <a:p>
            <a:r>
              <a:t>    "input_schema": Invoice.model_json_schema(),</a:t>
            </a:r>
          </a:p>
          <a:p>
            <a:r>
              <a:t>}</a:t>
            </a:r>
          </a:p>
          <a:p/>
          <a:p>
            <a:r>
              <a:t>resp = client.messages.create(</a:t>
            </a:r>
          </a:p>
          <a:p>
            <a:r>
              <a:t>    model=MODEL,</a:t>
            </a:r>
          </a:p>
          <a:p>
            <a:r>
              <a:t>    tools=[EXTRACT_TOOL],</a:t>
            </a:r>
          </a:p>
          <a:p>
            <a:r>
              <a:t>    tool_choice={"type": "tool", "name": "extract_invoice"},</a:t>
            </a:r>
          </a:p>
          <a:p>
            <a:r>
              <a:t>    messages=[{"role": "user", "content": raw_invoice_text}],</a:t>
            </a:r>
          </a:p>
          <a:p>
            <a:r>
              <a:t>)</a:t>
            </a:r>
          </a:p>
          <a:p/>
          <a:p>
            <a:r>
              <a:t>tool_block = next(b for b in resp.content if b.type == "tool_use")</a:t>
            </a:r>
          </a:p>
          <a:p>
            <a:r>
              <a:t>invoice = Invoice(**tool_block.input)   # validated, typed</a:t>
            </a:r>
          </a:p>
        </p:txBody>
      </p:sp>
      <p:sp>
        <p:nvSpPr>
          <p:cNvPr id="4" name="Text Placeholder 3"/>
          <p:cNvSpPr>
            <a:spLocks noGrp="1"/>
          </p:cNvSpPr>
          <p:nvPr>
            <p:ph type="body" idx="18" sz="quarter"/>
          </p:nvPr>
        </p:nvSpPr>
        <p:spPr/>
        <p:txBody>
          <a:bodyPr/>
          <a:lstStyle/>
          <a:p>
            <a:r>
              <a:t>Three load-bearing lines. tool_choice={"type": "tool", "name": ...} forces the model to call that exact tool. block.input is a typed dict matching the schema. Invoice(**tool_block.input) is the validation gate. The full retry loop lives in segment-3-invoice-extractor.ipynb; this is the skeleton.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 retry loops</a:t>
            </a:r>
          </a:p>
        </p:txBody>
      </p:sp>
      <p:sp>
        <p:nvSpPr>
          <p:cNvPr id="3" name="Content Placeholder 2"/>
          <p:cNvSpPr>
            <a:spLocks noGrp="1"/>
          </p:cNvSpPr>
          <p:nvPr>
            <p:ph idx="1"/>
          </p:nvPr>
        </p:nvSpPr>
        <p:spPr/>
        <p:txBody>
          <a:bodyPr wrap="square"/>
          <a:lstStyle/>
          <a:p>
            <a:r>
              <a:t>Effective: format errors, JSON parse failures, schema mismatches</a:t>
            </a:r>
          </a:p>
          <a:p>
            <a:r>
              <a:t>    -&gt; append the error as a tool_result with is_error: true, retry</a:t>
            </a:r>
          </a:p>
          <a:p>
            <a:r>
              <a:t>    -&gt; succeeds in 2-3 attempts</a:t>
            </a:r>
          </a:p>
          <a:p/>
          <a:p>
            <a:r>
              <a:t>INEFFECTIVE: knowledge gaps, ambiguous source data</a:t>
            </a:r>
          </a:p>
          <a:p>
            <a:r>
              <a:t>    -&gt; retries DO NOT help</a:t>
            </a:r>
          </a:p>
          <a:p>
            <a:r>
              <a:t>    -&gt; cap at 2-3, then escalate to human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Confidence-based routing</a:t>
            </a:r>
          </a:p>
        </p:txBody>
      </p:sp>
      <p:sp>
        <p:nvSpPr>
          <p:cNvPr id="3" name="Content Placeholder 2"/>
          <p:cNvSpPr>
            <a:spLocks noGrp="1"/>
          </p:cNvSpPr>
          <p:nvPr>
            <p:ph idx="1"/>
          </p:nvPr>
        </p:nvSpPr>
        <p:spPr/>
        <p:txBody>
          <a:bodyPr wrap="square"/>
          <a:lstStyle/>
          <a:p>
            <a:r>
              <a:t>Have the model output field-level confidence: high | medium | low</a:t>
            </a:r>
          </a:p>
          <a:p>
            <a:r>
              <a:t>Route: high -&gt; automated, medium -&gt; spot-check, low -&gt; human</a:t>
            </a:r>
          </a:p>
          <a:p/>
          <a:p>
            <a:r>
              <a:t>CRITICAL: validate accuracy by document type AND field</a:t>
            </a:r>
          </a:p>
          <a:p>
            <a:r>
              <a:t>Aggregate 95% accuracy can mask 60% accuracy on specific segments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lstStyle/>
          <a:p>
            <a:r>
              <a:t>Demo - invoice extractor live build (20 min)</a:t>
            </a:r>
          </a:p>
          <a:p/>
          <a:p>
            <a:r>
              <a:t>Open notebooks/segment-3-invoice-extractor.ipynb</a:t>
            </a:r>
          </a:p>
          <a:p>
            <a:r>
              <a:t>Build the Pydantic schema, register as a tool</a:t>
            </a:r>
          </a:p>
          <a:p>
            <a:r>
              <a:t>Force tool_choice = {type: tool, name: extract_invoice}</a:t>
            </a:r>
          </a:p>
          <a:p>
            <a:r>
              <a:t>Run on 3 invoices: clean, missing PO, ambiguous total</a:t>
            </a:r>
          </a:p>
          <a:p>
            <a:r>
              <a:t>Add validation-retry loop, watch it recover from a parse failure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preservation in long sessions</a:t>
            </a:r>
          </a:p>
        </p:txBody>
      </p:sp>
      <p:sp>
        <p:nvSpPr>
          <p:cNvPr id="3" name="Content Placeholder 2"/>
          <p:cNvSpPr>
            <a:spLocks noGrp="1"/>
          </p:cNvSpPr>
          <p:nvPr>
            <p:ph idx="1"/>
          </p:nvPr>
        </p:nvSpPr>
        <p:spPr/>
        <p:txBody>
          <a:bodyPr wrap="square"/>
          <a:lstStyle/>
          <a:p>
            <a:r>
              <a:t>Pin case-facts at the top of every turn</a:t>
            </a:r>
          </a:p>
          <a:p>
            <a:r>
              <a:t>Summarize resolved turns into narrative, drop verbatim history</a:t>
            </a:r>
          </a:p>
          <a:p>
            <a:r>
              <a:t>Prune verbose tool outputs - extract the fields you used, drop the rest</a:t>
            </a:r>
          </a:p>
          <a:p>
            <a:r>
              <a:t>Application-side filtering, before the next turn</a:t>
            </a:r>
          </a:p>
          <a:p/>
          <a:p>
            <a:r>
              <a:t>How lawyers manage case files. Same discipline for long agent sessions.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design</a:t>
            </a:r>
          </a:p>
        </p:txBody>
      </p:sp>
      <p:sp>
        <p:nvSpPr>
          <p:cNvPr id="3" name="Content Placeholder 2"/>
          <p:cNvSpPr>
            <a:spLocks noGrp="1"/>
          </p:cNvSpPr>
          <p:nvPr>
            <p:ph idx="1"/>
          </p:nvPr>
        </p:nvSpPr>
        <p:spPr/>
        <p:txBody>
          <a:bodyPr wrap="square"/>
          <a:lstStyle/>
          <a:p>
            <a:r>
              <a:t>Honor explicit human requests IMMEDIATELY</a:t>
            </a:r>
          </a:p>
          <a:p>
            <a:r>
              <a:t>    'I want a human NOW' = escalate, don't clarify, don't try one more tool</a:t>
            </a:r>
          </a:p>
          <a:p>
            <a:r>
              <a:t>Pass STRUCTURED summary to the human queue, not the transcript</a:t>
            </a:r>
          </a:p>
          <a:p>
            <a:r>
              <a:t>Never escalate on sentiment alone (frustration != complexity)</a:t>
            </a:r>
          </a:p>
          <a:p>
            <a:r>
              <a:t>Confidence-based escalation: low confidence -&gt; human review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(5 min)</a:t>
            </a:r>
          </a:p>
        </p:txBody>
      </p:sp>
      <p:sp>
        <p:nvSpPr>
          <p:cNvPr id="3" name="Content Placeholder 2"/>
          <p:cNvSpPr>
            <a:spLocks noGrp="1"/>
          </p:cNvSpPr>
          <p:nvPr>
            <p:ph idx="1"/>
          </p:nvPr>
        </p:nvSpPr>
        <p:spPr/>
        <p:txBody>
          <a:bodyPr wrap="square"/>
          <a:lstStyle/>
          <a:p>
            <a:r>
              <a:t>Design an extraction schema for a domain you know</a:t>
            </a:r>
          </a:p>
          <a:p>
            <a:r>
              <a:t>Fields: required vs Optional[]</a:t>
            </a:r>
          </a:p>
          <a:p>
            <a:r>
              <a:t>Add a confidence Literal: 'high' | 'medium' | 'low'</a:t>
            </a:r>
          </a:p>
          <a:p>
            <a:r>
              <a:t>Add a notes Optional[str] for ambiguity</a:t>
            </a:r>
          </a:p>
          <a:p>
            <a:r>
              <a:t>Share your schema in chat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r>
              <a:t>Segment 3 takeaways</a:t>
            </a:r>
          </a:p>
          <a:p/>
          <a:p>
            <a:r>
              <a:t>Pydantic + tool_choice tool = guaranteed valid JSON</a:t>
            </a:r>
          </a:p>
          <a:p>
            <a:r>
              <a:t>Few-shot examples beat temperature tuning every time</a:t>
            </a:r>
          </a:p>
          <a:p>
            <a:r>
              <a:t>Retries help format errors; retries do NOT help missing info</a:t>
            </a:r>
          </a:p>
          <a:p>
            <a:r>
              <a:t>Cache the system block with cache_control - amortize policy across calls</a:t>
            </a:r>
          </a:p>
        </p:txBody>
      </p:sp>
      <p:sp>
        <p:nvSpPr>
          <p:cNvPr id="3" name="Text Placeholder 2"/>
          <p:cNvSpPr>
            <a:spLocks noGrp="1"/>
          </p:cNvSpPr>
          <p:nvPr>
            <p:ph type="body" idx="14" sz="quarter"/>
          </p:nvPr>
        </p:nvSpPr>
        <p:spPr/>
        <p:txBody>
          <a:bodyPr/>
          <a:lstStyle/>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4: CCA-F Certification Capstone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CCA-F is</a:t>
            </a:r>
          </a:p>
        </p:txBody>
      </p:sp>
      <p:sp>
        <p:nvSpPr>
          <p:cNvPr id="3" name="Content Placeholder 2"/>
          <p:cNvSpPr>
            <a:spLocks noGrp="1"/>
          </p:cNvSpPr>
          <p:nvPr>
            <p:ph idx="1"/>
          </p:nvPr>
        </p:nvSpPr>
        <p:spPr/>
        <p:txBody>
          <a:bodyPr wrap="square"/>
          <a:lstStyle/>
          <a:p>
            <a:r>
              <a:t>Claude Certified Architect: Foundations - Anthropic's first official certification</a:t>
            </a:r>
          </a:p>
          <a:p>
            <a:r>
              <a:t>Targets architects shipping with Agent SDK, Claude Code, Claude API, MCP</a:t>
            </a:r>
          </a:p>
          <a:p>
            <a:r>
              <a:t>Roughly the 301 skill level - past 'hello world', not yet 'I run distillation pipelines'</a:t>
            </a:r>
          </a:p>
          <a:p/>
          <a:p>
            <a:r>
              <a:t>Beta product as of 2026 - watch the official cert page for changes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Exam mechanics (the load-bearing facts)</a:t>
            </a:r>
          </a:p>
        </p:txBody>
      </p:sp>
      <p:sp>
        <p:nvSpPr>
          <p:cNvPr id="3" name="Content Placeholder 2"/>
          <p:cNvSpPr>
            <a:spLocks noGrp="1"/>
          </p:cNvSpPr>
          <p:nvPr>
            <p:ph idx="1"/>
          </p:nvPr>
        </p:nvSpPr>
        <p:spPr/>
        <p:txBody>
          <a:bodyPr wrap="square"/>
          <a:lstStyle/>
          <a:p>
            <a:r>
              <a:t>Questions: 60 multiple-choice</a:t>
            </a:r>
          </a:p>
          <a:p>
            <a:r>
              <a:t>Time: 120 minutes, single session, no breaks</a:t>
            </a:r>
          </a:p>
          <a:p>
            <a:r>
              <a:t>Scoring: scaled 100-1000, passing = 720, no guess penalty</a:t>
            </a:r>
          </a:p>
          <a:p>
            <a:r>
              <a:t>Delivery: ProctorFree, English</a:t>
            </a:r>
          </a:p>
          <a:p>
            <a:r>
              <a:t>Results: 2 business days</a:t>
            </a:r>
          </a:p>
          <a:p>
            <a:r>
              <a:t>Cost: $99 per attempt</a:t>
            </a:r>
          </a:p>
          <a:p>
            <a:r>
              <a:t>Attempts: ONE - this is the policy that catches people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Domain weights and where each was taught</a:t>
            </a:r>
          </a:p>
        </p:txBody>
      </p:sp>
      <p:sp>
        <p:nvSpPr>
          <p:cNvPr id="3" name="Text Placeholder 2"/>
          <p:cNvSpPr>
            <a:spLocks noGrp="1"/>
          </p:cNvSpPr>
          <p:nvPr>
            <p:ph type="body" idx="10" sz="quarter"/>
          </p:nvPr>
        </p:nvSpPr>
        <p:spPr/>
        <p:txBody>
          <a:bodyPr wrap="square"/>
          <a:lstStyle/>
          <a:p>
            <a:r>
              <a:t>Domain 1 - Agentic Architecture (27%)</a:t>
            </a:r>
          </a:p>
          <a:p>
            <a:r>
              <a:t>Heaviest. Segment 1 - agents, hooks, coordinator-subagent. Re-walk segment-1.</a:t>
            </a:r>
          </a:p>
          <a:p>
            <a:r>
              <a:t>Domain 2 - Tool Design and MCP (18%)</a:t>
            </a:r>
          </a:p>
          <a:p>
            <a:r>
              <a:t>Segment 2 + 2.5. Tool descriptions, structured errors, MCP list_tools.</a:t>
            </a:r>
          </a:p>
          <a:p>
            <a:r>
              <a:t>Domain 3 - Claude Code (20%)</a:t>
            </a:r>
          </a:p>
          <a:p>
            <a:r>
              <a:t>Segment 2. CLAUDE.md hierarchy, skills, slash commands, claude -p headless.</a:t>
            </a:r>
          </a:p>
          <a:p>
            <a:r>
              <a:t>Domain 4 - Prompts and Structured Output (20%)</a:t>
            </a:r>
          </a:p>
          <a:p>
            <a:r>
              <a:t>Segment 3. Forced tool_choice, Pydantic schemas, few-shot, retry loops.</a:t>
            </a:r>
          </a:p>
          <a:p>
            <a:r>
              <a:t>Domain 5 - Context and Reliability (15%)</a:t>
            </a:r>
          </a:p>
          <a:p>
            <a:r>
              <a:t>Segment 3 + parts of Segment 1. Context pinning, escalation, structured errors.</a:t>
            </a:r>
          </a:p>
        </p:txBody>
      </p:sp>
      <p:sp>
        <p:nvSpPr>
          <p:cNvPr id="4" name="Text Placeholder 3"/>
          <p:cNvSpPr>
            <a:spLocks noGrp="1"/>
          </p:cNvSpPr>
          <p:nvPr>
            <p:ph type="body" idx="15" sz="quarter"/>
          </p:nvPr>
        </p:nvSpPr>
        <p:spPr/>
        <p:txBody>
          <a:bodyPr/>
          <a:lstStyle/>
          <a:p/>
        </p:txBody>
      </p:sp>
      <p:sp>
        <p:nvSpPr>
          <p:cNvPr id="5" name="Text Placeholder 4"/>
          <p:cNvSpPr>
            <a:spLocks noGrp="1"/>
          </p:cNvSpPr>
          <p:nvPr>
            <p:ph type="body" idx="16" sz="quarter"/>
          </p:nvPr>
        </p:nvSpPr>
        <p:spPr/>
        <p:txBody>
          <a:bodyPr/>
          <a:lstStyle/>
          <a:p/>
        </p:txBody>
      </p:sp>
      <p:sp>
        <p:nvSpPr>
          <p:cNvPr id="6" name="Text Placeholder 5"/>
          <p:cNvSpPr>
            <a:spLocks noGrp="1"/>
          </p:cNvSpPr>
          <p:nvPr>
            <p:ph type="body" idx="17" sz="quarter"/>
          </p:nvPr>
        </p:nvSpPr>
        <p:spPr/>
        <p:txBody>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the practice sampler is domain-weighted</a:t>
            </a:r>
          </a:p>
        </p:txBody>
      </p:sp>
      <p:sp>
        <p:nvSpPr>
          <p:cNvPr id="3" name="Text Placeholder 2"/>
          <p:cNvSpPr>
            <a:spLocks noGrp="1"/>
          </p:cNvSpPr>
          <p:nvPr>
            <p:ph type="body" idx="10" sz="quarter"/>
          </p:nvPr>
        </p:nvSpPr>
        <p:spPr/>
        <p:txBody>
          <a:bodyPr wrap="square"/>
          <a:lstStyle/>
          <a:p>
            <a:r>
              <a:t>The naive sampler</a:t>
            </a:r>
          </a:p>
          <a:p>
            <a:r>
              <a:t>Pulls questions evenly across scenario families - which over-tests Claude Code (two scenarios are heavily D3) and under-tests context management (only fits in one).</a:t>
            </a:r>
          </a:p>
          <a:p>
            <a:r>
              <a:t>Our sampler</a:t>
            </a:r>
          </a:p>
          <a:p>
            <a:r>
              <a:t>Draws 3 D1 + 2 D2 + 2 D3 + 2 D4 + 1 D5 - matches the exam's 27/18/20/20/15 weighting exactly. Every cohort sees the SAME 10 questions in the same order (seed=2026) for consistency across deliveries.</a:t>
            </a:r>
          </a:p>
        </p:txBody>
      </p:sp>
      <p:sp>
        <p:nvSpPr>
          <p:cNvPr id="4" name="Text Placeholder 3"/>
          <p:cNvSpPr>
            <a:spLocks noGrp="1"/>
          </p:cNvSpPr>
          <p:nvPr>
            <p:ph type="body" idx="12" sz="quarter"/>
          </p:nvPr>
        </p:nvSpPr>
        <p:spPr/>
        <p:txBody>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wrap="square"/>
          <a:lstStyle/>
          <a:p>
            <a:r>
              <a:t>Live practice - 10 weighted questions (~28 min)</a:t>
            </a:r>
          </a:p>
          <a:p/>
          <a:p>
            <a:r>
              <a:t>Open notebooks/segment-4-cca-f-capstone.ipynb</a:t>
            </a:r>
          </a:p>
          <a:p>
            <a:r>
              <a:t>Sampler draws 10 questions by CCA-F domain weight (3/2/2/2/1)</a:t>
            </a:r>
          </a:p>
          <a:p>
            <a:r>
              <a:t>Per question (~2.5 min):</a:t>
            </a:r>
          </a:p>
          <a:p>
            <a:r>
              <a:t>  1. Read the situation</a:t>
            </a:r>
          </a:p>
          <a:p>
            <a:r>
              <a:t>  2. Cohort votes A/B/C/D in chat</a:t>
            </a:r>
          </a:p>
          <a:p>
            <a:r>
              <a:t>  3. Reveal answer + explanation</a:t>
            </a:r>
          </a:p>
          <a:p>
            <a:r>
              <a:t>  4. Color with a production tip from the matching domain-N-*.md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Tim's week-before-the-exam punchlist</a:t>
            </a:r>
          </a:p>
        </p:txBody>
      </p:sp>
      <p:sp>
        <p:nvSpPr>
          <p:cNvPr id="3" name="Content Placeholder 2"/>
          <p:cNvSpPr>
            <a:spLocks noGrp="1"/>
          </p:cNvSpPr>
          <p:nvPr>
            <p:ph idx="1"/>
          </p:nvPr>
        </p:nvSpPr>
        <p:spPr/>
        <p:txBody>
          <a:bodyPr wrap="square"/>
          <a:lstStyle/>
          <a:p>
            <a:r>
              <a:t>1. Score &gt;900 on the Anthropic Practice Exam cold</a:t>
            </a:r>
          </a:p>
          <a:p>
            <a:r>
              <a:t>2. Rebuild Segment 1 from memory in 30 minutes</a:t>
            </a:r>
          </a:p>
          <a:p>
            <a:r>
              <a:t>3. Re-read domain-1-agentic.md - the 27% domain</a:t>
            </a:r>
          </a:p>
          <a:p>
            <a:r>
              <a:t>4. Skim domain-3-claude-code.md and domain-4-prompts.md - the 20% domains</a:t>
            </a:r>
          </a:p>
          <a:p>
            <a:r>
              <a:t>5. Verify proctoring setup the night before (camera, mic, ID)</a:t>
            </a:r>
          </a:p>
          <a:p>
            <a:r>
              <a:t>6. Single attempt. Do not schedule until 1-4 are green.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built today</a:t>
            </a:r>
          </a:p>
        </p:txBody>
      </p:sp>
      <p:sp>
        <p:nvSpPr>
          <p:cNvPr id="3" name="Content Placeholder 2"/>
          <p:cNvSpPr>
            <a:spLocks noGrp="1"/>
          </p:cNvSpPr>
          <p:nvPr>
            <p:ph idx="1"/>
          </p:nvPr>
        </p:nvSpPr>
        <p:spPr/>
        <p:txBody>
          <a:bodyPr wrap="square"/>
          <a:lstStyle/>
          <a:p>
            <a:r>
              <a:t>Customer support agent with PreToolUse hook enforcement</a:t>
            </a:r>
          </a:p>
          <a:p>
            <a:r>
              <a:t>Configured Claude Code env with .mcp.json + CLAUDE.md hierarchy</a:t>
            </a:r>
          </a:p>
          <a:p>
            <a:r>
              <a:t>Invoice extractor with Pydantic schema + validation retry</a:t>
            </a:r>
          </a:p>
          <a:p>
            <a:r>
              <a:t>Production reliability mental model - context, escalation, errors, provenance</a:t>
            </a:r>
          </a:p>
          <a:p/>
          <a:p>
            <a:r>
              <a:t>Plus self-study: control surfaces and the Console asset surface (Segment 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 and next steps</a:t>
            </a:r>
          </a:p>
        </p:txBody>
      </p:sp>
      <p:sp>
        <p:nvSpPr>
          <p:cNvPr id="3" name="Text Placeholder 2"/>
          <p:cNvSpPr>
            <a:spLocks noGrp="1"/>
          </p:cNvSpPr>
          <p:nvPr>
            <p:ph type="body" idx="15" sz="quarter"/>
          </p:nvPr>
        </p:nvSpPr>
        <p:spPr/>
        <p:txBody>
          <a:bodyPr wrap="square"/>
          <a:lstStyle/>
          <a:p>
            <a:r>
              <a:t>Repo</a:t>
            </a:r>
          </a:p>
          <a:p>
            <a:r>
              <a:t>github.com/timothywarner-org/claude-architect</a:t>
            </a:r>
          </a:p>
          <a:p>
            <a:r>
              <a:t>Anthropic cookbook (official, MIT, vendored in this repo)</a:t>
            </a:r>
          </a:p>
          <a:p>
            <a:r>
              <a:t>github.com/anthropics/claude-cookbooks   |   claude-cookbooks-main/</a:t>
            </a:r>
          </a:p>
          <a:p>
            <a:r>
              <a:t>CCA-F study path</a:t>
            </a:r>
          </a:p>
          <a:p>
            <a:r>
              <a:t>EXAM-STUDY-PATH.md - notebook -&gt; CCA-F domain -&gt; scenario mapping</a:t>
            </a:r>
          </a:p>
          <a:p>
            <a:r>
              <a:t>Anthropic Academy</a:t>
            </a:r>
          </a:p>
          <a:p>
            <a:r>
              <a:t>anthropic.skilljar.com - free courses, official Practice Exam</a:t>
            </a:r>
          </a:p>
        </p:txBody>
      </p:sp>
      <p:sp>
        <p:nvSpPr>
          <p:cNvPr id="4" name="Text Placeholder 3"/>
          <p:cNvSpPr>
            <a:spLocks noGrp="1"/>
          </p:cNvSpPr>
          <p:nvPr>
            <p:ph type="body" idx="17" sz="quarter"/>
          </p:nvPr>
        </p:nvSpPr>
        <p:spPr/>
        <p:txBody>
          <a:bodyPr/>
          <a:lstStyle/>
          <a:p/>
        </p:txBody>
      </p:sp>
      <p:sp>
        <p:nvSpPr>
          <p:cNvPr id="5" name="Text Placeholder 4"/>
          <p:cNvSpPr>
            <a:spLocks noGrp="1"/>
          </p:cNvSpPr>
          <p:nvPr>
            <p:ph type="body" idx="19" sz="quarter"/>
          </p:nvPr>
        </p:nvSpPr>
        <p:spPr/>
        <p:txBody>
          <a:bodyPr/>
          <a:lstStyle/>
          <a:p/>
        </p:txBody>
      </p:sp>
      <p:sp>
        <p:nvSpPr>
          <p:cNvPr id="6" name="Text Placeholder 5"/>
          <p:cNvSpPr>
            <a:spLocks noGrp="1"/>
          </p:cNvSpPr>
          <p:nvPr>
            <p:ph type="body" idx="21" sz="quarter"/>
          </p:nvPr>
        </p:nvSpPr>
        <p:spPr/>
        <p:txBody>
          <a:bodyPr/>
          <a:lstStyle/>
          <a:p/>
        </p:txBody>
      </p:sp>
      <p:sp>
        <p:nvSpPr>
          <p:cNvPr id="7" name="Picture Placeholder 6"/>
          <p:cNvSpPr>
            <a:spLocks noGrp="1"/>
          </p:cNvSpPr>
          <p:nvPr>
            <p:ph type="pic" idx="22" sz="quarter"/>
          </p:nvPr>
        </p:nvSpPr>
        <p:spPr/>
        <p:txBody>
          <a:bodyPr/>
          <a:p/>
        </p:txBody>
      </p:sp>
      <p:sp>
        <p:nvSpPr>
          <p:cNvPr id="8" name="Picture Placeholder 7"/>
          <p:cNvSpPr>
            <a:spLocks noGrp="1"/>
          </p:cNvSpPr>
          <p:nvPr>
            <p:ph type="pic" idx="23" sz="quarter"/>
          </p:nvPr>
        </p:nvSpPr>
        <p:spPr/>
        <p:txBody>
          <a:bodyPr/>
          <a:p/>
        </p:txBody>
      </p:sp>
      <p:sp>
        <p:nvSpPr>
          <p:cNvPr id="9" name="Picture Placeholder 8"/>
          <p:cNvSpPr>
            <a:spLocks noGrp="1"/>
          </p:cNvSpPr>
          <p:nvPr>
            <p:ph type="pic" idx="24" sz="quarter"/>
          </p:nvPr>
        </p:nvSpPr>
        <p:spPr/>
        <p:txBody>
          <a:bodyPr/>
          <a:p/>
        </p:txBody>
      </p:sp>
      <p:sp>
        <p:nvSpPr>
          <p:cNvPr id="10" name="Picture Placeholder 9"/>
          <p:cNvSpPr>
            <a:spLocks noGrp="1"/>
          </p:cNvSpPr>
          <p:nvPr>
            <p:ph type="pic" idx="25" sz="quarter"/>
          </p:nvPr>
        </p:nvSpPr>
        <p:spPr/>
        <p:txBody>
          <a:body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Q&amp;A (10 min)</a:t>
            </a:r>
          </a:p>
        </p:txBody>
      </p:sp>
      <p:sp>
        <p:nvSpPr>
          <p:cNvPr id="3" name="Content Placeholder 2"/>
          <p:cNvSpPr>
            <a:spLocks noGrp="1"/>
          </p:cNvSpPr>
          <p:nvPr>
            <p:ph idx="1"/>
          </p:nvPr>
        </p:nvSpPr>
        <p:spPr/>
        <p:txBody>
          <a:bodyPr wrap="square"/>
          <a:lstStyle/>
          <a:p>
            <a:r>
              <a:t>How do I monitor an agent in production?</a:t>
            </a:r>
          </a:p>
          <a:p>
            <a:r>
              <a:t>When do I split a monolithic agent into coordinator + subagents?</a:t>
            </a:r>
          </a:p>
          <a:p>
            <a:r>
              <a:t>What is the cost story for prompt caching?</a:t>
            </a:r>
          </a:p>
          <a:p>
            <a:r>
              <a:t>How do I know when I am ready to sit the exam?</a:t>
            </a:r>
          </a:p>
          <a:p>
            <a:r>
              <a:t>What is the renewal path for CCA-F?</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wrap="square"/>
          <a:lstStyle/>
          <a:p>
            <a:r>
              <a:t>Tim Warner  |  techtrainertim.com</a:t>
            </a:r>
          </a:p>
          <a:p>
            <a:r>
              <a:t>github.com/timothywarner-org/claude-architect</a:t>
            </a:r>
          </a:p>
          <a:p/>
          <a:p>
            <a:r>
              <a:t>Memento mori. Also, ship the PR.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dard_LiveLessons_2016.potm" id="{8C1633E9-E98A-446F-92F4-E3D84D4249FA}" vid="{A44C486B-6B48-42BE-B4AA-FE194AC1400B}"/>
    </a:ext>
  </a:extLst>
</a:theme>
</file>

<file path=ppt/theme/theme3.xml><?xml version="1.0" encoding="utf-8"?>
<a:theme xmlns:a="http://schemas.openxmlformats.org/drawingml/2006/main" name="PSTTCommons">
  <a:themeElements>
    <a:clrScheme name="F15B2A">
      <a:dk1>
        <a:srgbClr val="404040"/>
      </a:dk1>
      <a:lt1>
        <a:srgbClr val="FFFFFF"/>
      </a:lt1>
      <a:dk2>
        <a:srgbClr val="303030"/>
      </a:dk2>
      <a:lt2>
        <a:srgbClr val="E5E5E5"/>
      </a:lt2>
      <a:accent1>
        <a:srgbClr val="F15B2A"/>
      </a:accent1>
      <a:accent2>
        <a:srgbClr val="2A9FBC"/>
      </a:accent2>
      <a:accent3>
        <a:srgbClr val="2D2D2D"/>
      </a:accent3>
      <a:accent4>
        <a:srgbClr val="A62E5C"/>
      </a:accent4>
      <a:accent5>
        <a:srgbClr val="9BC850"/>
      </a:accent5>
      <a:accent6>
        <a:srgbClr val="675BA7"/>
      </a:accent6>
      <a:hlink>
        <a:srgbClr val="2A9FBC"/>
      </a:hlink>
      <a:folHlink>
        <a:srgbClr val="2A9FBC"/>
      </a:folHlink>
    </a:clrScheme>
    <a:fontScheme name="PSTTCommons">
      <a:majorFont>
        <a:latin typeface="PS TT Commons Light"/>
        <a:ea typeface=""/>
        <a:cs typeface=""/>
      </a:majorFont>
      <a:minorFont>
        <a:latin typeface="PS TT Commons DemiBol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0" tIns="32970" rIns="65939" bIns="32970" rtlCol="0" anchor="b" anchorCtr="0">
        <a:noAutofit/>
      </a:bodyPr>
      <a:lstStyle>
        <a:defPPr marL="0" marR="0" indent="0" algn="l" defTabSz="439502" rtl="0" eaLnBrk="1" fontAlgn="auto" latinLnBrk="0" hangingPunct="1">
          <a:lnSpc>
            <a:spcPct val="85000"/>
          </a:lnSpc>
          <a:spcBef>
            <a:spcPct val="0"/>
          </a:spcBef>
          <a:spcAft>
            <a:spcPts val="0"/>
          </a:spcAft>
          <a:buClrTx/>
          <a:buSzTx/>
          <a:buFontTx/>
          <a:buNone/>
          <a:tabLst/>
          <a:defRPr kumimoji="0" sz="3525" b="0" i="0" u="none" strike="noStrike" kern="1200" cap="none" spc="0" normalizeH="0" baseline="0" noProof="0" dirty="0" smtClean="0">
            <a:ln>
              <a:noFill/>
            </a:ln>
            <a:solidFill>
              <a:srgbClr val="E5E5E5">
                <a:lumMod val="10000"/>
              </a:srgbClr>
            </a:solidFill>
            <a:effectLst/>
            <a:uLnTx/>
            <a:uFillTx/>
            <a:latin typeface="PS TT Commons" charset="0"/>
            <a:ea typeface="PS TT Commons" charset="0"/>
            <a:cs typeface="PS TT Commons" charset="0"/>
          </a:defRPr>
        </a:defPPr>
      </a:lstStyle>
    </a:txDef>
  </a:objectDefaults>
  <a:extraClrSchemeLst/>
  <a:extLst>
    <a:ext uri="{05A4C25C-085E-4340-85A3-A5531E510DB2}">
      <thm15:themeFamily xmlns:thm15="http://schemas.microsoft.com/office/thememl/2012/main" name="PSTTCommons" id="{415A3CED-455C-48C1-87D2-6E28B4E15F13}" vid="{B499725F-017E-4D18-8546-0C7168FF9622}"/>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835</TotalTime>
  <Words>5685</Words>
  <Application>Microsoft Office PowerPoint</Application>
  <PresentationFormat>Widescreen</PresentationFormat>
  <Paragraphs>298</Paragraphs>
  <Slides>76</Slides>
  <Notes>7</Notes>
  <HiddenSlides>0</HiddenSlides>
  <MMClips>0</MMClips>
  <ScaleCrop>false</ScaleCrop>
  <HeadingPairs>
    <vt:vector size="6" baseType="variant">
      <vt:variant>
        <vt:lpstr>Fonts Used</vt:lpstr>
      </vt:variant>
      <vt:variant>
        <vt:i4>21</vt:i4>
      </vt:variant>
      <vt:variant>
        <vt:lpstr>Theme</vt:lpstr>
      </vt:variant>
      <vt:variant>
        <vt:i4>3</vt:i4>
      </vt:variant>
      <vt:variant>
        <vt:lpstr>Slide Titles</vt:lpstr>
      </vt:variant>
      <vt:variant>
        <vt:i4>76</vt:i4>
      </vt:variant>
    </vt:vector>
  </HeadingPairs>
  <TitlesOfParts>
    <vt:vector size="100" baseType="lpstr">
      <vt:lpstr>Aptos</vt:lpstr>
      <vt:lpstr>Arial</vt:lpstr>
      <vt:lpstr>Calibri</vt:lpstr>
      <vt:lpstr>Consolas</vt:lpstr>
      <vt:lpstr>Gotham Medium</vt:lpstr>
      <vt:lpstr>JetBrains Mono</vt:lpstr>
      <vt:lpstr>Lucida Grande</vt:lpstr>
      <vt:lpstr>Montserrat</vt:lpstr>
      <vt:lpstr>Myriad Pro</vt:lpstr>
      <vt:lpstr>Myriad Pro Light</vt:lpstr>
      <vt:lpstr>Open Sans</vt:lpstr>
      <vt:lpstr>PS TT Commons</vt:lpstr>
      <vt:lpstr>PS TT Commons Book</vt:lpstr>
      <vt:lpstr>PS TT Commons DemiBold</vt:lpstr>
      <vt:lpstr>PS TT Commons Light</vt:lpstr>
      <vt:lpstr>PS TT Commons Medium</vt:lpstr>
      <vt:lpstr>Roboto Mono</vt:lpstr>
      <vt:lpstr>Segoe Pro</vt:lpstr>
      <vt:lpstr>Segoe UI</vt:lpstr>
      <vt:lpstr>Wingdings</vt:lpstr>
      <vt:lpstr>Wingdings 3</vt:lpstr>
      <vt:lpstr>Office Theme</vt:lpstr>
      <vt:lpstr>Standard_LiveLessons_2017</vt:lpstr>
      <vt:lpstr>PSTTCommons</vt:lpstr>
      <vt:lpstr>PowerPoint Presentation</vt:lpstr>
      <vt:lpstr>Tim Warner</vt:lpstr>
      <vt:lpstr>Course Flow (Central Time Zone)</vt:lpstr>
      <vt:lpstr>Course materials</vt:lpstr>
      <vt:lpstr>Session Recording + Badge</vt:lpstr>
      <vt:lpstr>Session Recording + Badge</vt:lpstr>
      <vt:lpstr>Session Recording + Badge</vt:lpstr>
      <vt:lpstr>Mobile Browser: learning.oreilly.com</vt:lpstr>
      <vt:lpstr>O'Reilly Mobile App</vt:lpstr>
      <vt:lpstr>Session Recording + Badge</vt:lpstr>
      <vt:lpstr>Questions?</vt:lpstr>
      <vt:lpstr>Keeping an LLM on task be like…</vt:lpstr>
      <vt:lpstr>LLM Multi-Modal Processing</vt:lpstr>
      <vt:lpstr>Tokenization Process in LLMs</vt:lpstr>
      <vt:lpstr>Context Window</vt:lpstr>
      <vt:lpstr>Context Length</vt:lpstr>
      <vt:lpstr>PowerPoint Presentation</vt:lpstr>
      <vt:lpstr>PowerPoint Presentation</vt:lpstr>
      <vt:lpstr>PowerPoint Presentation</vt:lpstr>
      <vt:lpstr> </vt:lpstr>
      <vt:lpstr> </vt:lpstr>
      <vt:lpstr> </vt:lpstr>
      <vt:lpstr> </vt:lpstr>
      <vt:lpstr> </vt:lpstr>
      <vt:lpstr> </vt:lpstr>
      <vt:lpstr> </vt:lpstr>
      <vt:lpstr> </vt:lpstr>
      <vt:lpstr> </vt:lpstr>
      <vt:lpstr>Machine Learning (ML) lifecycle</vt:lpstr>
      <vt:lpstr>Neural Network</vt:lpstr>
      <vt:lpstr>Neural Network</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 Warner</cp:lastModifiedBy>
  <cp:revision>8</cp:revision>
  <dcterms:created xsi:type="dcterms:W3CDTF">2013-01-27T09:14:16Z</dcterms:created>
  <dcterms:modified xsi:type="dcterms:W3CDTF">2026-04-27T13:45:37Z</dcterms:modified>
  <cp:category/>
</cp:coreProperties>
</file>
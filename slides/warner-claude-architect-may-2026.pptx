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1" r:id="rId2"/>
    <p:sldMasterId id="2147483675" r:id="rId3"/>
  </p:sldMasterIdLst>
  <p:notesMasterIdLst>
    <p:notesMasterId r:id="rId80"/>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snapToObjects="1">
      <p:cViewPr varScale="1">
        <p:scale>
          <a:sx n="52" d="100"/>
          <a:sy n="52" d="100"/>
        </p:scale>
        <p:origin x="948" y="9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slide" Target="slides/slide55.xml"/><Relationship Id="rId64" Type="http://schemas.openxmlformats.org/officeDocument/2006/relationships/slide" Target="slides/slide56.xml"/><Relationship Id="rId65" Type="http://schemas.openxmlformats.org/officeDocument/2006/relationships/slide" Target="slides/slide57.xml"/><Relationship Id="rId66" Type="http://schemas.openxmlformats.org/officeDocument/2006/relationships/slide" Target="slides/slide58.xml"/><Relationship Id="rId67" Type="http://schemas.openxmlformats.org/officeDocument/2006/relationships/slide" Target="slides/slide59.xml"/><Relationship Id="rId80" Type="http://schemas.openxmlformats.org/officeDocument/2006/relationships/notesMaster" Target="notesMasters/notesMaster1.xml"/><Relationship Id="rId81" Type="http://schemas.openxmlformats.org/officeDocument/2006/relationships/presProps" Target="presProps.xml"/><Relationship Id="rId82" Type="http://schemas.openxmlformats.org/officeDocument/2006/relationships/viewProps" Target="viewProps.xml"/><Relationship Id="rId83" Type="http://schemas.openxmlformats.org/officeDocument/2006/relationships/theme" Target="theme/theme1.xml"/><Relationship Id="rId8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92D6DA-8126-4611-8BFF-C38E5D4B7FBB}" type="datetimeFigureOut">
              <a:rPr lang="en-US" smtClean="0"/>
              <a:t>Sun, 4/26/2026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F69EC4-EFDF-4EB6-B23C-354402B49483}" type="slidenum">
              <a:rPr lang="en-US" smtClean="0"/>
              <a:t>‹#›</a:t>
            </a:fld>
            <a:endParaRPr lang="en-US"/>
          </a:p>
        </p:txBody>
      </p:sp>
    </p:spTree>
    <p:extLst>
      <p:ext uri="{BB962C8B-B14F-4D97-AF65-F5344CB8AC3E}">
        <p14:creationId xmlns:p14="http://schemas.microsoft.com/office/powerpoint/2010/main" val="846345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Cold open. This is a skills-first production-architecture course. Mention CCA-F (Anthropic's certification) but do NOT teach to exam items. Set expectations: heavy on live demos, light on slides. The notebooks ARE the course; slides are the scaffolding.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30-second bio. I teach from first principles. No glazing, no fluff. If they want production patterns and live demos, they're in the right room. Skip the resume part if pacing is tight; the website is the call-to-action.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them where the slides and code live: github.com/timothywarner-org/claude-architect. Call out Segment 2.5 as the self-study deep dive - not on the 4-hour clock, but the highest exam-objective density in the repo. Cert briefing is the capstone (Segment 4), not the lead. We earn the cert talk after the skills.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whole course in one sentence. Hooks are deterministic. Schemas are deterministic. Application-layer intercepts are deterministic. The model isn't, and that's fine - it's the right tool for ambiguous decisions. Production patterns build a deterministic shell around a non-deterministic kernel. Every demo in this course is an instance of that pattern.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1 - Agentic Architecture and Orchestration. 50 minutes. 27% of the CCA-F blueprint, the single heaviest domain. Live build: customer support agent + PreToolUse hook + coordinator-subagent demo.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live build. Set expectations: we WILL hit edge cases - that's the point. The model is going to TRY to refund more than the cap. The hook is going to say no. The aha moment is watching the model re-plan and escalate correctly.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this is the slide they screenshot. Walk it twice.  First pass:  point at the center node ('Your code reads response.stop_reason'), then trace each of the six branches outward. Spend ~5 seconds per branch.  Second pass:  ask the room which branch they have NEVER handled in production. Most people have never handled 'refusal' or 'pause_turn'. Use that to set up the next slide.  Production tip:  refusal carries a 'category' field (cyber, bio) when the model flags a policy stop. Surface that category to the human queue verbatim. Do not paraphrase, do not retry, do not 'work around.' The orange anti-pattern band at the bottom is the punchline:  branch on the enum, never on prose. Cookbook anchor for further study: claude-cookbooks-main/tool_use/customer_service_agent.ipynb.</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 rule: never parse natural language to detect completion. Always branch on the API field. Demo segment-1 prints [iter N] stop_reason= on every iteration so learners see the state transitions live. Refusal is rare; pause_turn shows up with long-running server tools like web_search.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Isolation is the feature. The parent doesn't drown in subagent reasoning, the parent sees a clean return value. Reference cookbook: claude-cookbooks-main/claude_agent_sdk/01_The_chief_of_staff_agent.ipynb. Segment 1 demo notebook contains a stripped-down coordinator-subagent at the end.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this slide answers 'why hooks at all.' The prompt is soft. The schema is structural. The hook is hard. Each layer catches a different class of failure.  Walk it top to bottom. Spend extra time on Layer 3 - this is the one that matters when production money is on the line. The orange stripe and dark navy background telegraph 'this is the answer.'  Production tip:  if the hook itself errors, FAIL CLOSED. Default to deny, log loudly, alert. A silent hook failure is how policy quietly evaporates.  Optional callout for the cohort:  in the SDK, you can register multiple PreToolUse hooks; the most restrictive decision wins. authorization_check + input_validator + audit_logger run in parallel.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prompt advises; the hook enforces. The $500 refund cap is the canonical example: prompt says 'don't exceed cap', tool description says 'cap is 500', and the hook PHYSICALLY blocks anything over. When all three layers agree, the hook never fires - but it's there for when they disagree.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15 minutes. The aha moment is when the hook fires and the model re-plans to call escalate_to_human with ticket ESC-9001. Have a backup screenshot ready in case the API hiccups. Cookbook reference for further study: claude-cookbooks-main/tool_use/customer_service_agent.ipynb.</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chat for 90 seconds, then share 2-3 designs out loud. Reinforce: tool descriptions beat tool names, isolation beats shared context, ~5 tools per agent is the floor before selection accuracy degrades.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'You just built an agent that decides what to do. Next we go one level deeper - into the tools themselves and the Claude Code surface where you author them on a real team.'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Domains 2 + 3. 50 minutes. Combined 38% of exam weight - the biggest pairing on the blueprint. Two demos: MCP config walkthrough, claude -p headless mode.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merge. Tools are the verbs; Claude Code is where you orchestrate them. Different domains in the blueprint, same conversation in real life. Two demos in this segment - MCP config walkthrough first, then claude -p headless second.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tool named get_data with description 'Fetch customer record by ID, returns name, email, status, lifetime value' beats one named getCustomerRecordById with description 'Gets data.' Write descriptions like you're onboarding a junior engineer. The model reads descriptions, not your variable-naming convention.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Thrown exceptions crash the agent. Structured errors let it recover. This is the entire reliability story for tools in one slide. The three categories we use: transient (retry with backoff), permanent (reformulate or surface), policy (escalate or change approach).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traffic-light analogy from Segment 2.5: auto is green, any is green with a tow truck behind you, tool=X is a forced left turn, none is a red light. disable_parallel_tool_use lives INSIDE the tool_choice object, not as a top-level kwarg. Common multiple-choice trap.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Mention the analyze_dependencies vs Grep anti-pattern: model defaults to built-in Grep if the custom tool description isn't specific enough. Description is the contract. Tool count is the soft cap.</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the slide they SHOULD screenshot if they're going to configure MCP this week. Walk the four columns left to right for each of the three transports.  Mention the SSE -&gt; HTTP deprecation explicitly. Anthropic is moving the ecosystem to HTTP; SSE still works but new vendor integrations should pick HTTP.  ${ENV_VAR} expansion is the load-bearing detail. Commit the .mcp.json, source the secrets. Then open the repo's own .mcp.json in Demo A to make the abstract concrete - filesystem (stdio), github (stdio + ${GITHUB_TOKEN}), context7 (HTTP), internal-knowledge-base (SSE + bearer).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repo's own .mcp.json in the demo. Four servers, three transports, env-var expansion for secrets. The pattern that scales: add a new MCP server to .mcp.json, every MCP-aware agent picks it up on the next list_tools call - no source change.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10 minutes. Open .mcp.json side-by-side with the notebook so learners see config-as-data. Mention that the file is the same shape Claude Code reads at startup - it's the SDK contract, not a Claude Code convention.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this is the diagram the team-lead in the room screenshots and shares in Slack on Monday. The load-order arrow on the left is the load-bearing visual. User and project ALWAYS load. Subtree loads on demand - only when the agent reads files in that subdir.  Walk each band:  who writes it, what belongs there, what does NOT belong there.  Production tip:  do NOT put team-specific conventions in user CLAUDE.md - those leak between projects. Do NOT put personal preferences in project CLAUDE.md - those pollute the team's git diff.  The gray callout at the bottom is the Agent SDK note - settingSources lets you scope which tiers load.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Load order matters. User and project are additive. Subtree on-demand keeps the token budget tight (don't load frontend rules when the agent is reading backend code). Local for personal preferences without polluting team conventions.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Three-second demo callout: git log --oneline -20 | claude -p 'summarize these recent commits'. One command, real value. Headless mode unlocks every CI/CD use case learners have but didn't know Claude Code supported.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5 minutes. Short because it's the 'oh that's just a CLI' beat - the value is obvious once they see it. Have a fallback `claude -p` output saved as text in case the CLI hiccups.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answer: project CLAUDE.md for shared (commit style, security), subtree CLAUDE.md for team-specific conventions, .claude/rules with paths: globs for language-specific lint rules. Hierarchy is the load-bearing concept.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'Tools give the agent hands. Prompts and schemas decide what comes out. Before we get to structured output in Segment 3, take a 10-minute break - and if you want a deep dive between segments, Segment 2.5 ships as self-study.'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60-second visual: three tiers, three runtimes, three sets of expectations. Most architects conflate Claude Code's Bash (tier 3, harness-private) with bash_20250124 (tier 1, Anthropic-hosted). Same noun, different sandbox model, different streaming semantics. The trap that catches working architects is registering 'bash' in their custom agent and expecting the harness behavior. Segment 2.5 has a live demo proving the spectrum: bash emits a tool_use you still execute; code_execution returns a code_execution_tool_result inside the same response with no client loop.</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this slide LIVES in Segment 2.5 territory but earns a moment in Segment 2 because the trap catches working architects.  Walk the three columns:  Tier 1 (server tools, Anthropic-hosted), Tier 2 (MCP, you/vendor host), Tier 3 (Claude Code harness, NOT API-reachable).  Same noun, different runtime. 'Bash' in Claude Code is a TypeScript harness tool. 'bash_20250124' in the API is an Anthropic-hosted server tool. They behave differently, stream differently, error differently. The trap on the bottom is the punchline.  Optional deeper dive:  segment-2-5-control-surfaces.ipynb has the live demo.</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learners this is the notebook to re-walk if they're aiming at CCA-F. ~75 minutes if walked end to end against the live API. Not on the 4-hour clock. The Console asset surface section is brand new in 2026-05 and won't be in older study guides - this is where Tim's content has an edge.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Domains 4 + 5. 50 minutes. Combined 35% of exam weight. Live build: invoice extractor with Pydantic + forced tool_choice + validation retry.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merge is honest to production. A well-typed extraction call inside a 50-turn conversation needs both Domain 4 (the call itself) and Domain 5 (context pinning so turn 47 still has the case facts).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this is the LONGEST live build (~20 min). Highest demo risk. If anything goes sideways, switch to the markdown walkthrough next to the notebook. Sonnet 4.6 for this segment - the one place reasoning depth earns its tokens.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Few-shot beats temperature tuning every time. The model needs examples, not knobs. Temperature is the lever you reach for last, not first.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Pydantic model is the source of truth for both runtime validation AND the API contract. No JSON parsing, no fence-stripping, no validation rituals. The SDK validated for you. This is the Domain 4 load-bearing pattern.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this is the architecture in one picture. Trace top-down through the five blue/teal/gold boxes, then the diamond, then YES (typed object, ship it) vs. NO (retry once).  Spotlight on the GOLD box ('Force the call'). The forced-tool_choice is the cheat code. The model has no other path; it MUST return data matching your schema or fail.  Spotlight on max_retries=1. Format errors get one chance to fix themselves; missing information will NEVER be fixed by retrying. Cap the loop or burn tokens.  Cookbook anchors:  claude-cookbooks-main/tool_use/tool_use_with_pydantic.ipynb (Pydantic), extracting_structured_json.ipynb (the broader pattern).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Stay on this slide for 60 seconds. Walk the three load-bearing lines: forced tool_choice, schema-conformant input, Pydantic validation. Mention that block.input is a Python dict not a JSON string - common copy-paste trap is to call json.loads() on it and crash. The full notebook adds a retry loop with max_retries=1 that feeds the validation error back to the model as a tool_result with is_error=True. The model gets one chance to fix its own mistake.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Anti-pattern: infinite retry on missing-info failure. Burns tokens, the model can't invent the data, escalation is the right move. max_retries=1 is the production default - one chance to react to its own error, then fail loud.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Per-segment calibration warning. If you don't break it down by doc type, high-aggregate accuracy lies to you. The confidence field is a routing key, not a vanity metric.</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Longest live build of the course. Highest demo risk. Have the markdown walkthrough open as fallback. Cookbook reference for further study: claude-cookbooks-main/tool_use/extracting_structured_json.ipynb and tool_use_with_pydantic.ipynb.</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48-turn conversation should not have 48 turns of tool_result clutter. The cache demo in segment-3 shows cache_control on the system block - 2019 tokens cached, the vendor policy never re-billed across calls.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Frustrated user with a $5 refund doesn't need a human. Calm user with a multi-account billing dispute does. Sentiment is not complexity. The escalation contract: structured summary, not the transcript - the human picks up faster, the agent's notes are signal.</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this slide is for the engineer in the room whose product manager has been asking 'why do we escalate so much?' Show them the LEFT column (real signals) and the RIGHT column (not signals).  Walk the four ESCALATE conditions:  explicit request, policy, complexity, risk. Then walk the four NOT-A-SIGNAL conditions:  frustration, length, sentiment, repeat contacts.  The gold callout at the bottom is the operational rule:  pass a STRUCTURED summary to the queue, not the transcript. Human agents pick up faster; the agent's notes are signal not noise.  Anti-pattern callout in the room:  'every angry customer gets escalated' is a routing rule that burns the human queue. Sentiment is not complexity.</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Reinforces: nullable fields need explicit prompt instructions, confidence is the routing key, notes catches the 'I'm not sure' cases without crashing validation.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'You have agents, tools, prompts, validation, context discipline. Last segment is the cert capstone - what's on the CCA-F exam, how the domain weights map to today's notebooks, and ten weighted practice questions.'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five CCA-F domains. 50 minutes. 12-minute cert briefing + 28 minutes of 10 weighted practice questions + 10 minutes of Q&amp;A and close.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Skills-first framing. You already have the skills. The exam is how you signal them. This is the moment to mention CCA-F is currently partner-gated; check claude.com/partners for the current access policy.</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one-attempt rule is the policy nobody plans around. Tell them: don't schedule until your Anthropic Practice Exam scores are consistently above 900. Treat the $99 as if it were $990 - because the cost of failing is rescheduling and starting prep over.</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D1 + D3 + D4 = 67% of the exam. Weight your study time the same way. D2 + D3 = 38% - that pairing is why we covered both in one segment. D5 is small but easy to under-teach because it feels like security common sense until scenario questions get specific.</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the donut on the left tells them the weighting. The table on the right tells them which notebook teaches what.  Spotlight on the gold slice (D1, 27%) - biggest single lever, biggest single domain. Then walk the 67% combination of D1+D3+D4. That's two thirds of the exam in three domains.  Production framing:  the same weighting holds in real life. D1 (agentic) and D3 (Claude Code) show up in every production system; D5 (context) shows up when sessions get long.  Take-home punchlist:  rebuild segment-1 from memory in 30 minutes before scheduling the exam. If you can't, you're not ready. The Anthropic Practice Exam is the authoritative calibration.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why Segment 4 runs against a freshly-tagged practice-questions.json. The 60-question bank distribution doesn't match exam weights, but the SAMPLER does. Same idea Anthropic uses for the real exam.</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community-sourced disclaimer goes here: questions are calibration practice, NOT exam predictors. Use Anthropic's official Practice Exam as the authoritative signal before scheduling. Read the disclaimer out loud once at the start.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13-item version lives in CERT-PROGRAM-BRIEFING.md. Six headlines on the slide. Rebuilding Segment 1 from memory in 30 minutes is the load-bearing readiness test - if you can't, you're not ready to sit the exam.</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the four live artifacts plus the self-study fifth. Tie back to the cold-open quote: model is non-deterministic, your architecture cannot be. Every artifact today is an instance of that pattern.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they don't ship something in 7 days, the muscle memory fades. Pick the smallest possible win and ship it. The repo carries EXAM-STUDY-PATH.md which is the post-class anchor for CCA-F prep - notebook to domain to scenario family in one table.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Anticipated questions to invite. Pre-answer the renewal one: Anthropic reserves the right to retire and refresh exams; certifications tied to beta products may expire when the production exam goes live. Watch the cert page.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close. The 'memento mori, ship the PR' line is the personal sign-off. Open for one last round of questions, then wrap. Recording stops after the chat clears.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eg"/><Relationship Id="rId3" Type="http://schemas.openxmlformats.org/officeDocument/2006/relationships/image" Target="../media/image3.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eg"/><Relationship Id="rId3"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e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eg"/><Relationship Id="rId3"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eg"/><Relationship Id="rId3"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eg"/><Relationship Id="rId3"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eg"/><Relationship Id="rId3" Type="http://schemas.openxmlformats.org/officeDocument/2006/relationships/image" Target="../media/image1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eg"/><Relationship Id="rId3" Type="http://schemas.openxmlformats.org/officeDocument/2006/relationships/image" Target="../media/image1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jpe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gif"/><Relationship Id="rId3" Type="http://schemas.openxmlformats.org/officeDocument/2006/relationships/image" Target="../media/image15.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gif"/><Relationship Id="rId3" Type="http://schemas.openxmlformats.org/officeDocument/2006/relationships/image" Target="../media/image17.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9.jp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jpeg"/><Relationship Id="rId3"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Sun, 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Sun, 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Sun, 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Sun, 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Sun, 4/26/2026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Sun, 4/26/2026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Sun, 4/26/2026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Sun, 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Sun, 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Sun, 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Sun, 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Slide-Based Headsho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DEDB86-0706-4847-A037-5877BF17D6DD}"/>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20" name="Picture 19" descr="A person standing in front of a window&#10;&#10;Description automatically generated">
            <a:extLst>
              <a:ext uri="{FF2B5EF4-FFF2-40B4-BE49-F238E27FC236}">
                <a16:creationId xmlns:a16="http://schemas.microsoft.com/office/drawing/2014/main" id="{98D908CD-4E79-E541-918B-5C7BF8B8280B}"/>
              </a:ext>
            </a:extLst>
          </p:cNvPr>
          <p:cNvPicPr>
            <a:picLocks noChangeAspect="1"/>
          </p:cNvPicPr>
          <p:nvPr userDrawn="1"/>
        </p:nvPicPr>
        <p:blipFill rotWithShape="1">
          <a:blip r:embed="rId3"/>
          <a:srcRect l="24192" r="17273"/>
          <a:stretch/>
        </p:blipFill>
        <p:spPr>
          <a:xfrm>
            <a:off x="1" y="-10601"/>
            <a:ext cx="4851745" cy="6138407"/>
          </a:xfrm>
          <a:prstGeom prst="rect">
            <a:avLst/>
          </a:prstGeom>
        </p:spPr>
      </p:pic>
      <p:sp>
        <p:nvSpPr>
          <p:cNvPr id="21" name="Title 1">
            <a:extLst>
              <a:ext uri="{FF2B5EF4-FFF2-40B4-BE49-F238E27FC236}">
                <a16:creationId xmlns:a16="http://schemas.microsoft.com/office/drawing/2014/main" id="{879AE553-DDE7-3246-A275-03B48F404DAA}"/>
              </a:ext>
            </a:extLst>
          </p:cNvPr>
          <p:cNvSpPr txBox="1">
            <a:spLocks/>
          </p:cNvSpPr>
          <p:nvPr userDrawn="1"/>
        </p:nvSpPr>
        <p:spPr>
          <a:xfrm>
            <a:off x="4989567" y="297872"/>
            <a:ext cx="7340255" cy="965779"/>
          </a:xfrm>
          <a:prstGeom prst="rect">
            <a:avLst/>
          </a:prstGeom>
        </p:spPr>
        <p:txBody>
          <a:bodyPr/>
          <a:lstStyle>
            <a:lvl1pPr algn="l" defTabSz="457200" rtl="0" eaLnBrk="1" latinLnBrk="0" hangingPunct="1">
              <a:spcBef>
                <a:spcPct val="0"/>
              </a:spcBef>
              <a:buNone/>
              <a:defRPr sz="4400" kern="1200">
                <a:solidFill>
                  <a:schemeClr val="tx1"/>
                </a:solidFill>
                <a:latin typeface="+mj-lt"/>
                <a:ea typeface="+mj-ea"/>
                <a:cs typeface="+mj-cs"/>
              </a:defRPr>
            </a:lvl1pPr>
          </a:lstStyle>
          <a:p>
            <a:r>
              <a:rPr lang="en-US" sz="3200" b="1">
                <a:solidFill>
                  <a:schemeClr val="bg1"/>
                </a:solidFill>
              </a:rPr>
              <a:t>Lesson 1: Understanding Kubernetes</a:t>
            </a:r>
          </a:p>
        </p:txBody>
      </p:sp>
      <p:pic>
        <p:nvPicPr>
          <p:cNvPr id="23" name="Picture 22" descr="A person standing in front of a window&#10;&#10;Description automatically generated">
            <a:extLst>
              <a:ext uri="{FF2B5EF4-FFF2-40B4-BE49-F238E27FC236}">
                <a16:creationId xmlns:a16="http://schemas.microsoft.com/office/drawing/2014/main" id="{A4A5DB76-1615-C646-AB17-4F7AF3BDC8BE}"/>
              </a:ext>
            </a:extLst>
          </p:cNvPr>
          <p:cNvPicPr>
            <a:picLocks noChangeAspect="1"/>
          </p:cNvPicPr>
          <p:nvPr userDrawn="1"/>
        </p:nvPicPr>
        <p:blipFill rotWithShape="1">
          <a:blip r:embed="rId3"/>
          <a:srcRect l="24192" r="17273"/>
          <a:stretch/>
        </p:blipFill>
        <p:spPr>
          <a:xfrm>
            <a:off x="1" y="6917"/>
            <a:ext cx="4851745" cy="6120888"/>
          </a:xfrm>
          <a:prstGeom prst="rect">
            <a:avLst/>
          </a:prstGeom>
        </p:spPr>
      </p:pic>
      <p:sp>
        <p:nvSpPr>
          <p:cNvPr id="27" name="Subtitle 2">
            <a:extLst>
              <a:ext uri="{FF2B5EF4-FFF2-40B4-BE49-F238E27FC236}">
                <a16:creationId xmlns:a16="http://schemas.microsoft.com/office/drawing/2014/main" id="{1C9B70A1-4246-EF41-A9D4-1747E5B9BA3E}"/>
              </a:ext>
            </a:extLst>
          </p:cNvPr>
          <p:cNvSpPr txBox="1">
            <a:spLocks/>
          </p:cNvSpPr>
          <p:nvPr userDrawn="1"/>
        </p:nvSpPr>
        <p:spPr>
          <a:xfrm>
            <a:off x="5284045" y="1761932"/>
            <a:ext cx="6633860" cy="634064"/>
          </a:xfrm>
          <a:prstGeom prst="rect">
            <a:avLst/>
          </a:prstGeom>
        </p:spPr>
        <p:txBody>
          <a:bodyPr vert="horz" lIns="121920" tIns="60960" rIns="121920" bIns="6096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Segoe Pro" charset="0"/>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Segoe Pro" charset="0"/>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Segoe Pro" charset="0"/>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Segoe Pro" charset="0"/>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Segoe Pro" charset="0"/>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3467"/>
              <a:t>1.1 Understanding Containers</a:t>
            </a:r>
          </a:p>
        </p:txBody>
      </p:sp>
      <p:sp>
        <p:nvSpPr>
          <p:cNvPr id="28" name="Subtitle 2">
            <a:extLst>
              <a:ext uri="{FF2B5EF4-FFF2-40B4-BE49-F238E27FC236}">
                <a16:creationId xmlns:a16="http://schemas.microsoft.com/office/drawing/2014/main" id="{CF813062-DB89-FC4C-9952-E517FA6F03F8}"/>
              </a:ext>
            </a:extLst>
          </p:cNvPr>
          <p:cNvSpPr txBox="1">
            <a:spLocks/>
          </p:cNvSpPr>
          <p:nvPr userDrawn="1"/>
        </p:nvSpPr>
        <p:spPr>
          <a:xfrm>
            <a:off x="5284043" y="2692531"/>
            <a:ext cx="6633860" cy="1208911"/>
          </a:xfrm>
          <a:prstGeom prst="rect">
            <a:avLst/>
          </a:prstGeom>
        </p:spPr>
        <p:txBody>
          <a:bodyPr vert="horz" lIns="121920" tIns="60960" rIns="121920" bIns="6096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3467"/>
              <a:t>1.2 Containers in Corporate </a:t>
            </a:r>
          </a:p>
          <a:p>
            <a:r>
              <a:rPr lang="en-US" sz="3467"/>
              <a:t>       Environments</a:t>
            </a:r>
          </a:p>
        </p:txBody>
      </p:sp>
      <p:sp>
        <p:nvSpPr>
          <p:cNvPr id="29" name="Subtitle 2">
            <a:extLst>
              <a:ext uri="{FF2B5EF4-FFF2-40B4-BE49-F238E27FC236}">
                <a16:creationId xmlns:a16="http://schemas.microsoft.com/office/drawing/2014/main" id="{B3CC864C-E6B4-3D40-BB65-4CFF8F31A588}"/>
              </a:ext>
            </a:extLst>
          </p:cNvPr>
          <p:cNvSpPr txBox="1">
            <a:spLocks/>
          </p:cNvSpPr>
          <p:nvPr userDrawn="1"/>
        </p:nvSpPr>
        <p:spPr>
          <a:xfrm>
            <a:off x="5284042" y="4197977"/>
            <a:ext cx="6633860" cy="576423"/>
          </a:xfrm>
          <a:prstGeom prst="rect">
            <a:avLst/>
          </a:prstGeom>
        </p:spPr>
        <p:txBody>
          <a:bodyPr vert="horz" lIns="121920" tIns="60960" rIns="121920" bIns="6096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3467"/>
              <a:t>1.3 The Rise of Kubernetes</a:t>
            </a:r>
          </a:p>
        </p:txBody>
      </p:sp>
      <p:sp>
        <p:nvSpPr>
          <p:cNvPr id="30" name="Subtitle 2">
            <a:extLst>
              <a:ext uri="{FF2B5EF4-FFF2-40B4-BE49-F238E27FC236}">
                <a16:creationId xmlns:a16="http://schemas.microsoft.com/office/drawing/2014/main" id="{D6E222FC-2D0D-AC48-9ADE-1071DC9A37EF}"/>
              </a:ext>
            </a:extLst>
          </p:cNvPr>
          <p:cNvSpPr txBox="1">
            <a:spLocks/>
          </p:cNvSpPr>
          <p:nvPr userDrawn="1"/>
        </p:nvSpPr>
        <p:spPr>
          <a:xfrm>
            <a:off x="5284042" y="5070934"/>
            <a:ext cx="6633860" cy="576423"/>
          </a:xfrm>
          <a:prstGeom prst="rect">
            <a:avLst/>
          </a:prstGeom>
        </p:spPr>
        <p:txBody>
          <a:bodyPr vert="horz" lIns="121920" tIns="60960" rIns="121920" bIns="6096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3467"/>
              <a:t>1.4 The Kubernetes Ecosystem</a:t>
            </a:r>
          </a:p>
        </p:txBody>
      </p:sp>
    </p:spTree>
    <p:extLst>
      <p:ext uri="{BB962C8B-B14F-4D97-AF65-F5344CB8AC3E}">
        <p14:creationId xmlns:p14="http://schemas.microsoft.com/office/powerpoint/2010/main" val="7649632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Dual-Feed Slide &amp; Video Headsho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DEDB86-0706-4847-A037-5877BF17D6DD}"/>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Oval 5">
            <a:extLst>
              <a:ext uri="{FF2B5EF4-FFF2-40B4-BE49-F238E27FC236}">
                <a16:creationId xmlns:a16="http://schemas.microsoft.com/office/drawing/2014/main" id="{9CC519E6-A1F1-6747-A3F6-20B949715D94}"/>
              </a:ext>
            </a:extLst>
          </p:cNvPr>
          <p:cNvSpPr/>
          <p:nvPr userDrawn="1"/>
        </p:nvSpPr>
        <p:spPr>
          <a:xfrm>
            <a:off x="1761640" y="201229"/>
            <a:ext cx="2867696" cy="2491303"/>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7" name="Rectangle 6">
            <a:extLst>
              <a:ext uri="{FF2B5EF4-FFF2-40B4-BE49-F238E27FC236}">
                <a16:creationId xmlns:a16="http://schemas.microsoft.com/office/drawing/2014/main" id="{B17605FD-9760-4542-AA9A-73939422455B}"/>
              </a:ext>
            </a:extLst>
          </p:cNvPr>
          <p:cNvSpPr/>
          <p:nvPr userDrawn="1"/>
        </p:nvSpPr>
        <p:spPr>
          <a:xfrm>
            <a:off x="1" y="0"/>
            <a:ext cx="3523281" cy="356986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 name="Rectangle 7">
            <a:extLst>
              <a:ext uri="{FF2B5EF4-FFF2-40B4-BE49-F238E27FC236}">
                <a16:creationId xmlns:a16="http://schemas.microsoft.com/office/drawing/2014/main" id="{19C83BD3-B120-F546-94C9-3421EA0D53AB}"/>
              </a:ext>
            </a:extLst>
          </p:cNvPr>
          <p:cNvSpPr/>
          <p:nvPr userDrawn="1"/>
        </p:nvSpPr>
        <p:spPr>
          <a:xfrm>
            <a:off x="14150" y="1488820"/>
            <a:ext cx="4986287" cy="462036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9" name="Title 1">
            <a:extLst>
              <a:ext uri="{FF2B5EF4-FFF2-40B4-BE49-F238E27FC236}">
                <a16:creationId xmlns:a16="http://schemas.microsoft.com/office/drawing/2014/main" id="{FB1211D7-AC77-0040-827B-FD76A25CC725}"/>
              </a:ext>
            </a:extLst>
          </p:cNvPr>
          <p:cNvSpPr txBox="1">
            <a:spLocks/>
          </p:cNvSpPr>
          <p:nvPr userDrawn="1"/>
        </p:nvSpPr>
        <p:spPr>
          <a:xfrm>
            <a:off x="5010769" y="126294"/>
            <a:ext cx="7340255" cy="877980"/>
          </a:xfrm>
          <a:prstGeom prst="rect">
            <a:avLst/>
          </a:prstGeom>
        </p:spPr>
        <p:txBody>
          <a:bodyPr>
            <a:noAutofit/>
          </a:bodyPr>
          <a:lstStyle>
            <a:lvl1pPr algn="l" defTabSz="457200" rtl="0" eaLnBrk="1" latinLnBrk="0" hangingPunct="1">
              <a:spcBef>
                <a:spcPct val="0"/>
              </a:spcBef>
              <a:buNone/>
              <a:defRPr sz="3600" b="0" kern="1200" baseline="0">
                <a:solidFill>
                  <a:schemeClr val="tx1"/>
                </a:solidFill>
                <a:latin typeface="Segoe Pro" charset="0"/>
                <a:ea typeface="+mj-ea"/>
                <a:cs typeface="+mj-cs"/>
              </a:defRPr>
            </a:lvl1pPr>
          </a:lstStyle>
          <a:p>
            <a:r>
              <a:rPr lang="en-US" sz="3467" b="1">
                <a:solidFill>
                  <a:schemeClr val="bg1"/>
                </a:solidFill>
              </a:rPr>
              <a:t>Lesson 1: Understanding Kubernetes</a:t>
            </a:r>
          </a:p>
        </p:txBody>
      </p:sp>
      <p:sp>
        <p:nvSpPr>
          <p:cNvPr id="10" name="Subtitle 2">
            <a:extLst>
              <a:ext uri="{FF2B5EF4-FFF2-40B4-BE49-F238E27FC236}">
                <a16:creationId xmlns:a16="http://schemas.microsoft.com/office/drawing/2014/main" id="{E87FE959-2BAA-6442-9ACB-CB119AAA646D}"/>
              </a:ext>
            </a:extLst>
          </p:cNvPr>
          <p:cNvSpPr txBox="1">
            <a:spLocks/>
          </p:cNvSpPr>
          <p:nvPr userDrawn="1"/>
        </p:nvSpPr>
        <p:spPr>
          <a:xfrm>
            <a:off x="5284045" y="1761932"/>
            <a:ext cx="6633860" cy="634064"/>
          </a:xfrm>
          <a:prstGeom prst="rect">
            <a:avLst/>
          </a:prstGeom>
        </p:spPr>
        <p:txBody>
          <a:bodyPr vert="horz" lIns="121920" tIns="60960" rIns="121920" bIns="6096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Segoe Pro" charset="0"/>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Segoe Pro" charset="0"/>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Segoe Pro" charset="0"/>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Segoe Pro" charset="0"/>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Segoe Pro" charset="0"/>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3467"/>
              <a:t>1.1 Understanding Containers</a:t>
            </a:r>
          </a:p>
        </p:txBody>
      </p:sp>
      <p:sp>
        <p:nvSpPr>
          <p:cNvPr id="11" name="Subtitle 2">
            <a:extLst>
              <a:ext uri="{FF2B5EF4-FFF2-40B4-BE49-F238E27FC236}">
                <a16:creationId xmlns:a16="http://schemas.microsoft.com/office/drawing/2014/main" id="{E6CC7EA0-7EF0-0944-B1AC-0F3988B8C99C}"/>
              </a:ext>
            </a:extLst>
          </p:cNvPr>
          <p:cNvSpPr txBox="1">
            <a:spLocks/>
          </p:cNvSpPr>
          <p:nvPr userDrawn="1"/>
        </p:nvSpPr>
        <p:spPr>
          <a:xfrm>
            <a:off x="5284043" y="2692531"/>
            <a:ext cx="6633860" cy="1208911"/>
          </a:xfrm>
          <a:prstGeom prst="rect">
            <a:avLst/>
          </a:prstGeom>
        </p:spPr>
        <p:txBody>
          <a:bodyPr vert="horz" lIns="121920" tIns="60960" rIns="121920" bIns="6096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3467"/>
              <a:t>1.2 Containers in Corporate </a:t>
            </a:r>
          </a:p>
          <a:p>
            <a:r>
              <a:rPr lang="en-US" sz="3467"/>
              <a:t>       Environments</a:t>
            </a:r>
          </a:p>
        </p:txBody>
      </p:sp>
      <p:sp>
        <p:nvSpPr>
          <p:cNvPr id="12" name="Subtitle 2">
            <a:extLst>
              <a:ext uri="{FF2B5EF4-FFF2-40B4-BE49-F238E27FC236}">
                <a16:creationId xmlns:a16="http://schemas.microsoft.com/office/drawing/2014/main" id="{9CD342B2-D10F-6D48-A74A-EF1E126A51B7}"/>
              </a:ext>
            </a:extLst>
          </p:cNvPr>
          <p:cNvSpPr txBox="1">
            <a:spLocks/>
          </p:cNvSpPr>
          <p:nvPr userDrawn="1"/>
        </p:nvSpPr>
        <p:spPr>
          <a:xfrm>
            <a:off x="5284042" y="4197977"/>
            <a:ext cx="6633860" cy="576423"/>
          </a:xfrm>
          <a:prstGeom prst="rect">
            <a:avLst/>
          </a:prstGeom>
        </p:spPr>
        <p:txBody>
          <a:bodyPr vert="horz" lIns="121920" tIns="60960" rIns="121920" bIns="6096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3467"/>
              <a:t>1.3 The Rise of Kubernetes</a:t>
            </a:r>
          </a:p>
        </p:txBody>
      </p:sp>
      <p:sp>
        <p:nvSpPr>
          <p:cNvPr id="13" name="Subtitle 2">
            <a:extLst>
              <a:ext uri="{FF2B5EF4-FFF2-40B4-BE49-F238E27FC236}">
                <a16:creationId xmlns:a16="http://schemas.microsoft.com/office/drawing/2014/main" id="{53244D6A-E26C-2D4A-A946-D595B1B11FE3}"/>
              </a:ext>
            </a:extLst>
          </p:cNvPr>
          <p:cNvSpPr txBox="1">
            <a:spLocks/>
          </p:cNvSpPr>
          <p:nvPr userDrawn="1"/>
        </p:nvSpPr>
        <p:spPr>
          <a:xfrm>
            <a:off x="5284042" y="5070934"/>
            <a:ext cx="6633860" cy="576423"/>
          </a:xfrm>
          <a:prstGeom prst="rect">
            <a:avLst/>
          </a:prstGeom>
        </p:spPr>
        <p:txBody>
          <a:bodyPr vert="horz" lIns="121920" tIns="60960" rIns="121920" bIns="6096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3467"/>
              <a:t>1.4 The Kubernetes Ecosystem</a:t>
            </a:r>
          </a:p>
        </p:txBody>
      </p:sp>
      <p:pic>
        <p:nvPicPr>
          <p:cNvPr id="14" name="Picture 13" descr="A person standing in front of a window posing for the camera&#10;&#10;Description automatically generated">
            <a:extLst>
              <a:ext uri="{FF2B5EF4-FFF2-40B4-BE49-F238E27FC236}">
                <a16:creationId xmlns:a16="http://schemas.microsoft.com/office/drawing/2014/main" id="{E752B01A-0237-D746-881B-4BE22A5F831A}"/>
              </a:ext>
            </a:extLst>
          </p:cNvPr>
          <p:cNvPicPr>
            <a:picLocks noChangeAspect="1"/>
          </p:cNvPicPr>
          <p:nvPr userDrawn="1"/>
        </p:nvPicPr>
        <p:blipFill>
          <a:blip r:embed="rId3"/>
          <a:stretch>
            <a:fillRect/>
          </a:stretch>
        </p:blipFill>
        <p:spPr>
          <a:xfrm>
            <a:off x="404449" y="2031444"/>
            <a:ext cx="4595988" cy="2795112"/>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9393718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DEDB86-0706-4847-A037-5877BF17D6DD}"/>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5115776" y="2130426"/>
            <a:ext cx="6633859" cy="1470025"/>
          </a:xfrm>
          <a:prstGeom prst="rect">
            <a:avLst/>
          </a:prstGeom>
        </p:spPr>
        <p:txBody>
          <a:bodyPr>
            <a:noAutofit/>
          </a:bodyPr>
          <a:lstStyle>
            <a:lvl1pPr algn="l">
              <a:defRPr sz="4800" b="0" baseline="0">
                <a:solidFill>
                  <a:schemeClr val="tx1"/>
                </a:solidFill>
                <a:latin typeface="Segoe Pro" charset="0"/>
              </a:defRPr>
            </a:lvl1pPr>
          </a:lstStyle>
          <a:p>
            <a:r>
              <a:rPr lang="en-US"/>
              <a:t>Lesson #: Lesson Name</a:t>
            </a:r>
          </a:p>
        </p:txBody>
      </p:sp>
      <p:sp>
        <p:nvSpPr>
          <p:cNvPr id="3" name="Subtitle 2"/>
          <p:cNvSpPr>
            <a:spLocks noGrp="1"/>
          </p:cNvSpPr>
          <p:nvPr>
            <p:ph type="subTitle" idx="1" hasCustomPrompt="1"/>
          </p:nvPr>
        </p:nvSpPr>
        <p:spPr>
          <a:xfrm>
            <a:off x="5115775" y="3718051"/>
            <a:ext cx="6633860" cy="1752600"/>
          </a:xfrm>
        </p:spPr>
        <p:txBody>
          <a:bodyPr>
            <a:normAutofit/>
          </a:bodyPr>
          <a:lstStyle>
            <a:lvl1pPr marL="914377" indent="-841227" algn="l">
              <a:buNone/>
              <a:tabLst>
                <a:tab pos="766214" algn="l"/>
              </a:tabLst>
              <a:defRPr sz="3733" b="0" baseline="0">
                <a:solidFill>
                  <a:srgbClr val="000000"/>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 	Learning objective or      Sub-lesson Title</a:t>
            </a:r>
          </a:p>
        </p:txBody>
      </p:sp>
      <p:pic>
        <p:nvPicPr>
          <p:cNvPr id="4" name="Picture 3">
            <a:extLst>
              <a:ext uri="{FF2B5EF4-FFF2-40B4-BE49-F238E27FC236}">
                <a16:creationId xmlns:a16="http://schemas.microsoft.com/office/drawing/2014/main" id="{9163F234-EB9D-6E5E-B61A-F1696C98AF13}"/>
              </a:ext>
            </a:extLst>
          </p:cNvPr>
          <p:cNvPicPr>
            <a:picLocks noChangeAspect="1"/>
          </p:cNvPicPr>
          <p:nvPr userDrawn="1"/>
        </p:nvPicPr>
        <p:blipFill>
          <a:blip r:embed="rId3"/>
          <a:stretch>
            <a:fillRect/>
          </a:stretch>
        </p:blipFill>
        <p:spPr>
          <a:xfrm>
            <a:off x="209006" y="6322424"/>
            <a:ext cx="1201783" cy="375403"/>
          </a:xfrm>
          <a:prstGeom prst="rect">
            <a:avLst/>
          </a:prstGeom>
        </p:spPr>
      </p:pic>
      <p:pic>
        <p:nvPicPr>
          <p:cNvPr id="7" name="Picture 6">
            <a:extLst>
              <a:ext uri="{FF2B5EF4-FFF2-40B4-BE49-F238E27FC236}">
                <a16:creationId xmlns:a16="http://schemas.microsoft.com/office/drawing/2014/main" id="{29DC5631-3450-D07D-AE49-6F758CC4E012}"/>
              </a:ext>
            </a:extLst>
          </p:cNvPr>
          <p:cNvPicPr>
            <a:picLocks noChangeAspect="1"/>
          </p:cNvPicPr>
          <p:nvPr userDrawn="1"/>
        </p:nvPicPr>
        <p:blipFill>
          <a:blip r:embed="rId4"/>
          <a:stretch>
            <a:fillRect/>
          </a:stretch>
        </p:blipFill>
        <p:spPr>
          <a:xfrm>
            <a:off x="1304354" y="1271313"/>
            <a:ext cx="1028572" cy="2329137"/>
          </a:xfrm>
          <a:prstGeom prst="rect">
            <a:avLst/>
          </a:prstGeom>
        </p:spPr>
      </p:pic>
      <p:pic>
        <p:nvPicPr>
          <p:cNvPr id="9" name="Picture 8">
            <a:extLst>
              <a:ext uri="{FF2B5EF4-FFF2-40B4-BE49-F238E27FC236}">
                <a16:creationId xmlns:a16="http://schemas.microsoft.com/office/drawing/2014/main" id="{ED18FFDD-FEE0-99C6-E431-B3F22AD370F2}"/>
              </a:ext>
            </a:extLst>
          </p:cNvPr>
          <p:cNvPicPr>
            <a:picLocks noChangeAspect="1"/>
          </p:cNvPicPr>
          <p:nvPr userDrawn="1"/>
        </p:nvPicPr>
        <p:blipFill>
          <a:blip r:embed="rId4"/>
          <a:stretch>
            <a:fillRect/>
          </a:stretch>
        </p:blipFill>
        <p:spPr>
          <a:xfrm>
            <a:off x="2039823" y="1635867"/>
            <a:ext cx="1597456" cy="1564533"/>
          </a:xfrm>
          <a:prstGeom prst="rect">
            <a:avLst/>
          </a:prstGeom>
        </p:spPr>
      </p:pic>
      <p:pic>
        <p:nvPicPr>
          <p:cNvPr id="12" name="Picture 11">
            <a:extLst>
              <a:ext uri="{FF2B5EF4-FFF2-40B4-BE49-F238E27FC236}">
                <a16:creationId xmlns:a16="http://schemas.microsoft.com/office/drawing/2014/main" id="{3A603345-DB86-E0A1-9A38-3987ECAE07C0}"/>
              </a:ext>
            </a:extLst>
          </p:cNvPr>
          <p:cNvPicPr>
            <a:picLocks noChangeAspect="1"/>
          </p:cNvPicPr>
          <p:nvPr userDrawn="1"/>
        </p:nvPicPr>
        <p:blipFill>
          <a:blip r:embed="rId5"/>
          <a:stretch>
            <a:fillRect/>
          </a:stretch>
        </p:blipFill>
        <p:spPr>
          <a:xfrm>
            <a:off x="1079737" y="1404141"/>
            <a:ext cx="2535176" cy="2050260"/>
          </a:xfrm>
          <a:prstGeom prst="rect">
            <a:avLst/>
          </a:prstGeom>
        </p:spPr>
      </p:pic>
    </p:spTree>
    <p:extLst>
      <p:ext uri="{BB962C8B-B14F-4D97-AF65-F5344CB8AC3E}">
        <p14:creationId xmlns:p14="http://schemas.microsoft.com/office/powerpoint/2010/main" val="9407305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82B15B7-206B-CE49-A9F2-AB6BBB6FC9E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title"/>
          </p:nvPr>
        </p:nvSpPr>
        <p:spPr>
          <a:xfrm>
            <a:off x="1518161" y="-76199"/>
            <a:ext cx="10064239" cy="747403"/>
          </a:xfrm>
          <a:prstGeom prst="rect">
            <a:avLst/>
          </a:prstGeom>
        </p:spPr>
        <p:txBody>
          <a:bodyPr>
            <a:noAutofit/>
          </a:bodyPr>
          <a:lstStyle>
            <a:lvl1pPr algn="l">
              <a:defRPr sz="4800">
                <a:solidFill>
                  <a:srgbClr val="FFFFFF"/>
                </a:solidFill>
                <a:latin typeface="Segoe Pro" charset="0"/>
              </a:defRPr>
            </a:lvl1pPr>
          </a:lstStyle>
          <a:p>
            <a:r>
              <a:rPr lang="en-US"/>
              <a:t>Click to edit Master title style</a:t>
            </a:r>
          </a:p>
        </p:txBody>
      </p:sp>
      <p:sp>
        <p:nvSpPr>
          <p:cNvPr id="3" name="Content Placeholder 2"/>
          <p:cNvSpPr>
            <a:spLocks noGrp="1"/>
          </p:cNvSpPr>
          <p:nvPr>
            <p:ph idx="1"/>
          </p:nvPr>
        </p:nvSpPr>
        <p:spPr>
          <a:xfrm>
            <a:off x="1529839" y="1086362"/>
            <a:ext cx="9119616" cy="4729361"/>
          </a:xfrm>
        </p:spPr>
        <p:txBody>
          <a:bodyPr>
            <a:noAutofit/>
          </a:bodyPr>
          <a:lstStyle>
            <a:lvl1pPr>
              <a:defRPr sz="2933"/>
            </a:lvl1pPr>
            <a:lvl2pPr>
              <a:defRPr sz="2667"/>
            </a:lvl2pPr>
            <a:lvl3pPr>
              <a:defRPr sz="24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791CD57F-32CF-0029-590E-9AD84A615580}"/>
              </a:ext>
            </a:extLst>
          </p:cNvPr>
          <p:cNvPicPr>
            <a:picLocks noChangeAspect="1"/>
          </p:cNvPicPr>
          <p:nvPr userDrawn="1"/>
        </p:nvPicPr>
        <p:blipFill>
          <a:blip r:embed="rId3"/>
          <a:stretch>
            <a:fillRect/>
          </a:stretch>
        </p:blipFill>
        <p:spPr>
          <a:xfrm>
            <a:off x="209006" y="6322424"/>
            <a:ext cx="1201783" cy="375403"/>
          </a:xfrm>
          <a:prstGeom prst="rect">
            <a:avLst/>
          </a:prstGeom>
        </p:spPr>
      </p:pic>
    </p:spTree>
    <p:extLst>
      <p:ext uri="{BB962C8B-B14F-4D97-AF65-F5344CB8AC3E}">
        <p14:creationId xmlns:p14="http://schemas.microsoft.com/office/powerpoint/2010/main" val="7703260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_Two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99F60F-EF2B-8F45-B026-E22011617D54}"/>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title"/>
          </p:nvPr>
        </p:nvSpPr>
        <p:spPr>
          <a:xfrm>
            <a:off x="1524000" y="0"/>
            <a:ext cx="10070592" cy="743712"/>
          </a:xfrm>
          <a:prstGeom prst="rect">
            <a:avLst/>
          </a:prstGeom>
        </p:spPr>
        <p:txBody>
          <a:bodyPr>
            <a:noAutofit/>
          </a:bodyPr>
          <a:lstStyle>
            <a:lvl1pPr algn="l">
              <a:defRPr sz="4800">
                <a:solidFill>
                  <a:srgbClr val="FFFFFF"/>
                </a:solidFill>
                <a:latin typeface="Segoe Pro" charset="0"/>
              </a:defRPr>
            </a:lvl1pPr>
          </a:lstStyle>
          <a:p>
            <a:r>
              <a:rPr lang="en-US"/>
              <a:t>Click to edit Master title style</a:t>
            </a:r>
          </a:p>
        </p:txBody>
      </p:sp>
      <p:sp>
        <p:nvSpPr>
          <p:cNvPr id="3" name="Content Placeholder 2"/>
          <p:cNvSpPr>
            <a:spLocks noGrp="1"/>
          </p:cNvSpPr>
          <p:nvPr>
            <p:ph sz="half" idx="1"/>
          </p:nvPr>
        </p:nvSpPr>
        <p:spPr>
          <a:xfrm>
            <a:off x="609600" y="1261520"/>
            <a:ext cx="5384800" cy="4525963"/>
          </a:xfrm>
        </p:spPr>
        <p:txBody>
          <a:bodyPr/>
          <a:lstStyle>
            <a:lvl1pPr>
              <a:defRPr sz="2933"/>
            </a:lvl1pPr>
            <a:lvl2pPr>
              <a:defRPr sz="2667"/>
            </a:lvl2pPr>
            <a:lvl3pPr>
              <a:defRPr sz="24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09792" y="1261808"/>
            <a:ext cx="5384800" cy="4525963"/>
          </a:xfrm>
        </p:spPr>
        <p:txBody>
          <a:bodyPr/>
          <a:lstStyle>
            <a:lvl1pPr>
              <a:defRPr sz="2933"/>
            </a:lvl1pPr>
            <a:lvl2pPr>
              <a:defRPr sz="2667"/>
            </a:lvl2pPr>
            <a:lvl3pPr>
              <a:defRPr sz="24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493B0BC9-51E5-FD56-3CC4-18BD3946775B}"/>
              </a:ext>
            </a:extLst>
          </p:cNvPr>
          <p:cNvPicPr>
            <a:picLocks noChangeAspect="1"/>
          </p:cNvPicPr>
          <p:nvPr userDrawn="1"/>
        </p:nvPicPr>
        <p:blipFill>
          <a:blip r:embed="rId3"/>
          <a:stretch>
            <a:fillRect/>
          </a:stretch>
        </p:blipFill>
        <p:spPr>
          <a:xfrm>
            <a:off x="209006" y="6322424"/>
            <a:ext cx="1201783" cy="375403"/>
          </a:xfrm>
          <a:prstGeom prst="rect">
            <a:avLst/>
          </a:prstGeom>
        </p:spPr>
      </p:pic>
    </p:spTree>
    <p:extLst>
      <p:ext uri="{BB962C8B-B14F-4D97-AF65-F5344CB8AC3E}">
        <p14:creationId xmlns:p14="http://schemas.microsoft.com/office/powerpoint/2010/main" val="34393639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_Images or Chart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BE815FF-ED97-854C-9CA1-F2EAACC17B95}"/>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title"/>
          </p:nvPr>
        </p:nvSpPr>
        <p:spPr>
          <a:xfrm>
            <a:off x="1524000" y="-76199"/>
            <a:ext cx="10075917" cy="743712"/>
          </a:xfrm>
          <a:prstGeom prst="rect">
            <a:avLst/>
          </a:prstGeom>
        </p:spPr>
        <p:txBody>
          <a:bodyPr>
            <a:noAutofit/>
          </a:bodyPr>
          <a:lstStyle>
            <a:lvl1pPr algn="l">
              <a:defRPr sz="4800">
                <a:solidFill>
                  <a:srgbClr val="FFFFFF"/>
                </a:solidFill>
                <a:latin typeface="Segoe Pro" charset="0"/>
              </a:defRPr>
            </a:lvl1pPr>
          </a:lstStyle>
          <a:p>
            <a:r>
              <a:rPr lang="en-US"/>
              <a:t>Click to edit Master title style</a:t>
            </a:r>
          </a:p>
        </p:txBody>
      </p:sp>
      <p:sp>
        <p:nvSpPr>
          <p:cNvPr id="7" name="Content Placeholder 2"/>
          <p:cNvSpPr>
            <a:spLocks noGrp="1"/>
          </p:cNvSpPr>
          <p:nvPr>
            <p:ph idx="1"/>
          </p:nvPr>
        </p:nvSpPr>
        <p:spPr>
          <a:xfrm>
            <a:off x="1529839" y="1086362"/>
            <a:ext cx="10052560" cy="4729361"/>
          </a:xfrm>
        </p:spPr>
        <p:txBody>
          <a:bodyPr>
            <a:noAutofit/>
          </a:bodyPr>
          <a:lstStyle>
            <a:lvl1pPr>
              <a:defRPr sz="2933"/>
            </a:lvl1pPr>
            <a:lvl2pPr>
              <a:defRPr sz="2667"/>
            </a:lvl2pPr>
            <a:lvl3pPr>
              <a:defRPr sz="24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11A2F564-A9E0-D4A6-DA22-A87AA4D1320E}"/>
              </a:ext>
            </a:extLst>
          </p:cNvPr>
          <p:cNvPicPr>
            <a:picLocks noChangeAspect="1"/>
          </p:cNvPicPr>
          <p:nvPr userDrawn="1"/>
        </p:nvPicPr>
        <p:blipFill>
          <a:blip r:embed="rId3"/>
          <a:stretch>
            <a:fillRect/>
          </a:stretch>
        </p:blipFill>
        <p:spPr>
          <a:xfrm>
            <a:off x="209006" y="6322424"/>
            <a:ext cx="1201783" cy="375403"/>
          </a:xfrm>
          <a:prstGeom prst="rect">
            <a:avLst/>
          </a:prstGeom>
        </p:spPr>
      </p:pic>
    </p:spTree>
    <p:extLst>
      <p:ext uri="{BB962C8B-B14F-4D97-AF65-F5344CB8AC3E}">
        <p14:creationId xmlns:p14="http://schemas.microsoft.com/office/powerpoint/2010/main" val="40650108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_Content_No Gray Backgrou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C646D90-D9DC-774A-9902-DD7E84D40216}"/>
              </a:ext>
            </a:extLst>
          </p:cNvPr>
          <p:cNvPicPr>
            <a:picLocks noChangeAspect="1"/>
          </p:cNvPicPr>
          <p:nvPr userDrawn="1"/>
        </p:nvPicPr>
        <p:blipFill>
          <a:blip r:embed="rId2"/>
          <a:stretch>
            <a:fillRect/>
          </a:stretch>
        </p:blipFill>
        <p:spPr>
          <a:xfrm>
            <a:off x="0" y="-1"/>
            <a:ext cx="12192000" cy="6858000"/>
          </a:xfrm>
          <a:prstGeom prst="rect">
            <a:avLst/>
          </a:prstGeom>
        </p:spPr>
      </p:pic>
      <p:sp>
        <p:nvSpPr>
          <p:cNvPr id="7" name="Title 1"/>
          <p:cNvSpPr>
            <a:spLocks noGrp="1"/>
          </p:cNvSpPr>
          <p:nvPr>
            <p:ph type="title"/>
          </p:nvPr>
        </p:nvSpPr>
        <p:spPr>
          <a:xfrm>
            <a:off x="1518161" y="-76199"/>
            <a:ext cx="10064239" cy="747403"/>
          </a:xfrm>
          <a:prstGeom prst="rect">
            <a:avLst/>
          </a:prstGeom>
        </p:spPr>
        <p:txBody>
          <a:bodyPr>
            <a:noAutofit/>
          </a:bodyPr>
          <a:lstStyle>
            <a:lvl1pPr algn="l">
              <a:defRPr sz="4800">
                <a:solidFill>
                  <a:srgbClr val="FFFFFF"/>
                </a:solidFill>
                <a:latin typeface="Segoe Pro" charset="0"/>
              </a:defRPr>
            </a:lvl1pPr>
          </a:lstStyle>
          <a:p>
            <a:r>
              <a:rPr lang="en-US"/>
              <a:t>Click to edit Master title style</a:t>
            </a:r>
          </a:p>
        </p:txBody>
      </p:sp>
      <p:sp>
        <p:nvSpPr>
          <p:cNvPr id="9" name="Content Placeholder 2"/>
          <p:cNvSpPr>
            <a:spLocks noGrp="1"/>
          </p:cNvSpPr>
          <p:nvPr>
            <p:ph idx="1"/>
          </p:nvPr>
        </p:nvSpPr>
        <p:spPr>
          <a:xfrm>
            <a:off x="1529839" y="1086362"/>
            <a:ext cx="10052560" cy="4729361"/>
          </a:xfrm>
        </p:spPr>
        <p:txBody>
          <a:bodyPr>
            <a:noAutofit/>
          </a:bodyPr>
          <a:lstStyle>
            <a:lvl1pPr>
              <a:defRPr sz="2933"/>
            </a:lvl1pPr>
            <a:lvl2pPr>
              <a:defRPr sz="2667"/>
            </a:lvl2pPr>
            <a:lvl3pPr>
              <a:defRPr sz="24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DE0DD9FC-78CB-CC48-03AD-07414DDC5108}"/>
              </a:ext>
            </a:extLst>
          </p:cNvPr>
          <p:cNvPicPr>
            <a:picLocks noChangeAspect="1"/>
          </p:cNvPicPr>
          <p:nvPr userDrawn="1"/>
        </p:nvPicPr>
        <p:blipFill>
          <a:blip r:embed="rId3"/>
          <a:stretch>
            <a:fillRect/>
          </a:stretch>
        </p:blipFill>
        <p:spPr>
          <a:xfrm>
            <a:off x="182880" y="6268720"/>
            <a:ext cx="1188721" cy="430045"/>
          </a:xfrm>
          <a:prstGeom prst="rect">
            <a:avLst/>
          </a:prstGeom>
        </p:spPr>
      </p:pic>
    </p:spTree>
    <p:extLst>
      <p:ext uri="{BB962C8B-B14F-4D97-AF65-F5344CB8AC3E}">
        <p14:creationId xmlns:p14="http://schemas.microsoft.com/office/powerpoint/2010/main" val="7667403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_Content_No Bottom Bar">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D6CEA3E-C82D-A746-AACF-52839FCFD37B}"/>
              </a:ext>
            </a:extLst>
          </p:cNvPr>
          <p:cNvPicPr>
            <a:picLocks noChangeAspect="1"/>
          </p:cNvPicPr>
          <p:nvPr userDrawn="1"/>
        </p:nvPicPr>
        <p:blipFill>
          <a:blip r:embed="rId2"/>
          <a:stretch>
            <a:fillRect/>
          </a:stretch>
        </p:blipFill>
        <p:spPr>
          <a:xfrm>
            <a:off x="0" y="-1"/>
            <a:ext cx="12192000" cy="6858000"/>
          </a:xfrm>
          <a:prstGeom prst="rect">
            <a:avLst/>
          </a:prstGeom>
        </p:spPr>
      </p:pic>
      <p:sp>
        <p:nvSpPr>
          <p:cNvPr id="6" name="Title 1"/>
          <p:cNvSpPr>
            <a:spLocks noGrp="1"/>
          </p:cNvSpPr>
          <p:nvPr>
            <p:ph type="title"/>
          </p:nvPr>
        </p:nvSpPr>
        <p:spPr>
          <a:xfrm>
            <a:off x="1518161" y="-84666"/>
            <a:ext cx="10064239" cy="747403"/>
          </a:xfrm>
          <a:prstGeom prst="rect">
            <a:avLst/>
          </a:prstGeom>
        </p:spPr>
        <p:txBody>
          <a:bodyPr>
            <a:noAutofit/>
          </a:bodyPr>
          <a:lstStyle>
            <a:lvl1pPr algn="l">
              <a:defRPr sz="4800">
                <a:solidFill>
                  <a:srgbClr val="FFFFFF"/>
                </a:solidFill>
                <a:latin typeface="Segoe Pro" charset="0"/>
              </a:defRPr>
            </a:lvl1pPr>
          </a:lstStyle>
          <a:p>
            <a:r>
              <a:rPr lang="en-US"/>
              <a:t>Click to edit Master title style</a:t>
            </a:r>
          </a:p>
        </p:txBody>
      </p:sp>
      <p:sp>
        <p:nvSpPr>
          <p:cNvPr id="3" name="Content Placeholder 2"/>
          <p:cNvSpPr>
            <a:spLocks noGrp="1"/>
          </p:cNvSpPr>
          <p:nvPr>
            <p:ph idx="1"/>
          </p:nvPr>
        </p:nvSpPr>
        <p:spPr>
          <a:xfrm>
            <a:off x="1529839" y="1086362"/>
            <a:ext cx="10052560" cy="4729361"/>
          </a:xfrm>
        </p:spPr>
        <p:txBody>
          <a:bodyPr>
            <a:noAutofit/>
          </a:bodyPr>
          <a:lstStyle>
            <a:lvl1pPr>
              <a:defRPr sz="2933"/>
            </a:lvl1pPr>
            <a:lvl2pPr>
              <a:defRPr sz="2667"/>
            </a:lvl2pPr>
            <a:lvl3pPr>
              <a:defRPr sz="24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E81BFFD2-2A5F-1053-0E42-A89EDB7FA528}"/>
              </a:ext>
            </a:extLst>
          </p:cNvPr>
          <p:cNvPicPr>
            <a:picLocks noChangeAspect="1"/>
          </p:cNvPicPr>
          <p:nvPr userDrawn="1"/>
        </p:nvPicPr>
        <p:blipFill>
          <a:blip r:embed="rId3"/>
          <a:stretch>
            <a:fillRect/>
          </a:stretch>
        </p:blipFill>
        <p:spPr>
          <a:xfrm>
            <a:off x="182880" y="6268720"/>
            <a:ext cx="1188721" cy="430045"/>
          </a:xfrm>
          <a:prstGeom prst="rect">
            <a:avLst/>
          </a:prstGeom>
        </p:spPr>
      </p:pic>
    </p:spTree>
    <p:extLst>
      <p:ext uri="{BB962C8B-B14F-4D97-AF65-F5344CB8AC3E}">
        <p14:creationId xmlns:p14="http://schemas.microsoft.com/office/powerpoint/2010/main" val="25458019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_Conten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2A2358E-A3D5-0E4B-A122-5E5714444FFE}"/>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2657864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Content Left | Title/Image Right">
    <p:spTree>
      <p:nvGrpSpPr>
        <p:cNvPr id="1" name=""/>
        <p:cNvGrpSpPr/>
        <p:nvPr/>
      </p:nvGrpSpPr>
      <p:grpSpPr>
        <a:xfrm>
          <a:off x="0" y="0"/>
          <a:ext cx="0" cy="0"/>
          <a:chOff x="0" y="0"/>
          <a:chExt cx="0" cy="0"/>
        </a:xfrm>
      </p:grpSpPr>
      <p:sp>
        <p:nvSpPr>
          <p:cNvPr id="7" name="Text Placeholder 16"/>
          <p:cNvSpPr>
            <a:spLocks noGrp="1"/>
          </p:cNvSpPr>
          <p:nvPr>
            <p:ph type="body" sz="quarter" idx="12" hasCustomPrompt="1"/>
          </p:nvPr>
        </p:nvSpPr>
        <p:spPr>
          <a:xfrm>
            <a:off x="631374" y="469054"/>
            <a:ext cx="3745556" cy="5919895"/>
          </a:xfrm>
          <a:prstGeom prst="rect">
            <a:avLst/>
          </a:prstGeom>
        </p:spPr>
        <p:txBody>
          <a:bodyPr anchor="ctr">
            <a:noAutofit/>
          </a:bodyPr>
          <a:lstStyle>
            <a:lvl1pPr algn="r">
              <a:defRPr sz="2267" b="0" i="0">
                <a:solidFill>
                  <a:schemeClr val="accent1"/>
                </a:solidFill>
                <a:latin typeface="+mn-lt"/>
                <a:ea typeface="PS TT Commons DemiBold" charset="0"/>
                <a:cs typeface="PS TT Commons DemiBold" charset="0"/>
              </a:defRPr>
            </a:lvl1pPr>
            <a:lvl2pPr marL="781318" indent="-385230" algn="r">
              <a:buFont typeface="Myriad Pro" panose="020B0503030403020204" pitchFamily="34" charset="0"/>
              <a:buChar char=" "/>
              <a:defRPr sz="2267" b="0" i="0">
                <a:solidFill>
                  <a:schemeClr val="accent1"/>
                </a:solidFill>
                <a:latin typeface="PS TT Commons" charset="0"/>
                <a:ea typeface="PS TT Commons" charset="0"/>
                <a:cs typeface="PS TT Commons" charset="0"/>
              </a:defRPr>
            </a:lvl2pPr>
            <a:lvl3pPr marL="1177403" indent="-382521" algn="r">
              <a:buFont typeface="Myriad Pro" panose="020B0503030403020204" pitchFamily="34" charset="0"/>
              <a:buChar char=" "/>
              <a:defRPr sz="2267" b="0" i="0">
                <a:solidFill>
                  <a:schemeClr val="accent1"/>
                </a:solidFill>
                <a:latin typeface="PS TT Commons" charset="0"/>
                <a:ea typeface="PS TT Commons" charset="0"/>
                <a:cs typeface="PS TT Commons" charset="0"/>
              </a:defRPr>
            </a:lvl3pPr>
            <a:lvl4pPr marL="1462262" indent="-284857" algn="r">
              <a:buFont typeface="Myriad Pro" panose="020B0503030403020204" pitchFamily="34" charset="0"/>
              <a:buChar char=" "/>
              <a:defRPr sz="2267" b="0" i="0">
                <a:solidFill>
                  <a:schemeClr val="accent1"/>
                </a:solidFill>
                <a:latin typeface="PS TT Commons" charset="0"/>
                <a:ea typeface="PS TT Commons" charset="0"/>
                <a:cs typeface="PS TT Commons" charset="0"/>
              </a:defRPr>
            </a:lvl4pPr>
            <a:lvl5pPr marL="1462259" indent="0" algn="r">
              <a:buFont typeface="Myriad Pro" panose="020B0503030403020204" pitchFamily="34" charset="0"/>
              <a:buNone/>
              <a:defRPr sz="2267" b="0" i="0">
                <a:solidFill>
                  <a:schemeClr val="accent1"/>
                </a:solidFill>
                <a:latin typeface="PS TT Commons" charset="0"/>
                <a:ea typeface="PS TT Commons" charset="0"/>
                <a:cs typeface="PS TT Commons" charset="0"/>
              </a:defRPr>
            </a:lvl5pPr>
          </a:lstStyle>
          <a:p>
            <a:pPr lvl="0"/>
            <a:r>
              <a:rPr lang="en-US" dirty="0"/>
              <a:t>Click to add short text </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p:cNvCxnSpPr/>
          <p:nvPr/>
        </p:nvCxnSpPr>
        <p:spPr>
          <a:xfrm>
            <a:off x="4714917" y="469054"/>
            <a:ext cx="0" cy="5919895"/>
          </a:xfrm>
          <a:prstGeom prst="line">
            <a:avLst/>
          </a:prstGeom>
          <a:ln w="50800">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Content Placeholder 2"/>
          <p:cNvSpPr>
            <a:spLocks noGrp="1"/>
          </p:cNvSpPr>
          <p:nvPr>
            <p:ph sz="quarter" idx="14" hasCustomPrompt="1"/>
          </p:nvPr>
        </p:nvSpPr>
        <p:spPr>
          <a:xfrm>
            <a:off x="5052910" y="998318"/>
            <a:ext cx="6570132" cy="4861367"/>
          </a:xfrm>
          <a:prstGeom prst="rect">
            <a:avLst/>
          </a:prstGeom>
        </p:spPr>
        <p:txBody>
          <a:bodyPr anchor="ctr">
            <a:noAutofit/>
          </a:bodyPr>
          <a:lstStyle>
            <a:lvl1pPr>
              <a:lnSpc>
                <a:spcPct val="100000"/>
              </a:lnSpc>
              <a:defRPr sz="3600" b="0" i="0">
                <a:latin typeface="+mj-lt"/>
                <a:ea typeface="PS TT Commons Light" charset="0"/>
                <a:cs typeface="PS TT Commons Light" charset="0"/>
              </a:defRPr>
            </a:lvl1pPr>
          </a:lstStyle>
          <a:p>
            <a:pPr lvl="0"/>
            <a:r>
              <a:rPr lang="en-US" dirty="0"/>
              <a:t>Click to Add Title or </a:t>
            </a:r>
            <a:r>
              <a:rPr lang="en-US"/>
              <a:t>Click </a:t>
            </a:r>
            <a:br>
              <a:rPr lang="en-US"/>
            </a:br>
            <a:r>
              <a:rPr lang="en-US"/>
              <a:t>Icon </a:t>
            </a:r>
            <a:r>
              <a:rPr lang="en-US" dirty="0"/>
              <a:t>to Add Graphic</a:t>
            </a:r>
          </a:p>
        </p:txBody>
      </p:sp>
      <p:sp>
        <p:nvSpPr>
          <p:cNvPr id="11" name="Rectangle 10"/>
          <p:cNvSpPr/>
          <p:nvPr/>
        </p:nvSpPr>
        <p:spPr>
          <a:xfrm>
            <a:off x="2" y="-474034"/>
            <a:ext cx="4776604" cy="338554"/>
          </a:xfrm>
          <a:prstGeom prst="rect">
            <a:avLst/>
          </a:prstGeom>
        </p:spPr>
        <p:txBody>
          <a:bodyPr wrap="square">
            <a:spAutoFit/>
          </a:bodyPr>
          <a:lstStyle/>
          <a:p>
            <a:pPr algn="l" defTabSz="1219140"/>
            <a:r>
              <a:rPr lang="en-US" sz="1600" b="1" i="0">
                <a:solidFill>
                  <a:srgbClr val="404040"/>
                </a:solidFill>
                <a:latin typeface="PS TT Commons DemiBold" charset="0"/>
                <a:ea typeface="PS TT Commons DemiBold" charset="0"/>
                <a:cs typeface="PS TT Commons DemiBold" charset="0"/>
              </a:rPr>
              <a:t>This slidelist is </a:t>
            </a:r>
            <a:r>
              <a:rPr lang="en-US" sz="1600" b="1" i="0">
                <a:solidFill>
                  <a:srgbClr val="F05A28"/>
                </a:solidFill>
                <a:latin typeface="PS TT Commons DemiBold" charset="0"/>
                <a:ea typeface="PS TT Commons DemiBold" charset="0"/>
                <a:cs typeface="PS TT Commons DemiBold" charset="0"/>
              </a:rPr>
              <a:t>preset </a:t>
            </a:r>
            <a:r>
              <a:rPr lang="en-US" sz="1600" b="1" i="0">
                <a:solidFill>
                  <a:srgbClr val="404040"/>
                </a:solidFill>
                <a:latin typeface="PS TT Commons DemiBold" charset="0"/>
                <a:ea typeface="PS TT Commons DemiBold" charset="0"/>
                <a:cs typeface="PS TT Commons DemiBold" charset="0"/>
              </a:rPr>
              <a:t>with</a:t>
            </a:r>
            <a:r>
              <a:rPr lang="en-US" sz="1600" b="1" i="0" baseline="0">
                <a:solidFill>
                  <a:srgbClr val="404040"/>
                </a:solidFill>
                <a:latin typeface="PS TT Commons DemiBold" charset="0"/>
                <a:ea typeface="PS TT Commons DemiBold" charset="0"/>
                <a:cs typeface="PS TT Commons DemiBold" charset="0"/>
              </a:rPr>
              <a:t> </a:t>
            </a:r>
            <a:r>
              <a:rPr lang="en-US" sz="1600" b="1" i="0">
                <a:solidFill>
                  <a:srgbClr val="F05A28"/>
                </a:solidFill>
                <a:latin typeface="PS TT Commons DemiBold" charset="0"/>
                <a:ea typeface="PS TT Commons DemiBold" charset="0"/>
                <a:cs typeface="PS TT Commons DemiBold" charset="0"/>
              </a:rPr>
              <a:t>animations</a:t>
            </a:r>
            <a:endParaRPr lang="en-US" sz="1600" b="1" i="0" dirty="0">
              <a:solidFill>
                <a:srgbClr val="F05A28"/>
              </a:solidFill>
              <a:latin typeface="PS TT Commons DemiBold" charset="0"/>
              <a:ea typeface="PS TT Commons DemiBold" charset="0"/>
              <a:cs typeface="PS TT Commons DemiBold" charset="0"/>
            </a:endParaRPr>
          </a:p>
        </p:txBody>
      </p:sp>
    </p:spTree>
    <p:extLst>
      <p:ext uri="{BB962C8B-B14F-4D97-AF65-F5344CB8AC3E}">
        <p14:creationId xmlns:p14="http://schemas.microsoft.com/office/powerpoint/2010/main" val="3131695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0" end="0"/>
                                            </p:txEl>
                                          </p:spTgt>
                                        </p:tgtEl>
                                        <p:attrNameLst>
                                          <p:attrName>ppt_c</p:attrName>
                                        </p:attrNameLst>
                                      </p:cBhvr>
                                      <p:to>
                                        <a:schemeClr val="tx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1" end="1"/>
                                            </p:txEl>
                                          </p:spTgt>
                                        </p:tgtEl>
                                        <p:attrNameLst>
                                          <p:attrName>ppt_c</p:attrName>
                                        </p:attrNameLst>
                                      </p:cBhvr>
                                      <p:to>
                                        <a:schemeClr val="tx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2" end="2"/>
                                            </p:txEl>
                                          </p:spTgt>
                                        </p:tgtEl>
                                        <p:attrNameLst>
                                          <p:attrName>ppt_c</p:attrName>
                                        </p:attrNameLst>
                                      </p:cBhvr>
                                      <p:to>
                                        <a:schemeClr val="tx2"/>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3" end="3"/>
                                            </p:txEl>
                                          </p:spTgt>
                                        </p:tgtEl>
                                        <p:attrNameLst>
                                          <p:attrName>ppt_c</p:attrName>
                                        </p:attrNameLst>
                                      </p:cBhvr>
                                      <p:to>
                                        <a:schemeClr val="tx2"/>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4" end="4"/>
                                            </p:txEl>
                                          </p:spTgt>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tnLst>
          </p:tmpl>
          <p:tmpl lvl="2">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tnLst>
          </p:tmpl>
          <p:tmpl lvl="3">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tnLst>
          </p:tmpl>
          <p:tmpl lvl="4">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tnLst>
          </p:tmpl>
          <p:tmpl lvl="5">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tnLst>
          </p:tmpl>
        </p:tmplLst>
      </p:bldP>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BC152-5D1F-47B5-8951-616F8DA0C126}"/>
              </a:ext>
            </a:extLst>
          </p:cNvPr>
          <p:cNvSpPr>
            <a:spLocks noGrp="1"/>
          </p:cNvSpPr>
          <p:nvPr>
            <p:ph type="title" hasCustomPrompt="1"/>
          </p:nvPr>
        </p:nvSpPr>
        <p:spPr/>
        <p:txBody>
          <a:bodyPr/>
          <a:lstStyle>
            <a:lvl1pPr>
              <a:defRPr baseline="0">
                <a:latin typeface="+mj-lt"/>
              </a:defRPr>
            </a:lvl1pPr>
          </a:lstStyle>
          <a:p>
            <a:r>
              <a:rPr lang="en-US"/>
              <a:t>Add Slide Title in Title Case</a:t>
            </a:r>
          </a:p>
        </p:txBody>
      </p:sp>
    </p:spTree>
    <p:extLst>
      <p:ext uri="{BB962C8B-B14F-4D97-AF65-F5344CB8AC3E}">
        <p14:creationId xmlns:p14="http://schemas.microsoft.com/office/powerpoint/2010/main" val="18471084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Text Chunking: Six Item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Add Title in Title Case</a:t>
            </a:r>
          </a:p>
        </p:txBody>
      </p:sp>
      <p:sp>
        <p:nvSpPr>
          <p:cNvPr id="3" name="Content Placeholder 10"/>
          <p:cNvSpPr>
            <a:spLocks noGrp="1"/>
          </p:cNvSpPr>
          <p:nvPr>
            <p:ph sz="quarter" idx="11" hasCustomPrompt="1"/>
          </p:nvPr>
        </p:nvSpPr>
        <p:spPr>
          <a:xfrm>
            <a:off x="4432846" y="2021018"/>
            <a:ext cx="3326313" cy="1790357"/>
          </a:xfrm>
          <a:prstGeom prst="rect">
            <a:avLst/>
          </a:prstGeom>
          <a:solidFill>
            <a:schemeClr val="bg2"/>
          </a:solidFill>
        </p:spPr>
        <p:txBody>
          <a:bodyPr lIns="274320" tIns="274320" rIns="274320" bIns="274320" anchor="ctr">
            <a:noAutofit/>
          </a:bodyPr>
          <a:lstStyle>
            <a:lvl1pPr marL="0" indent="0" algn="ctr">
              <a:buNone/>
              <a:defRPr sz="2400" b="0" i="0">
                <a:latin typeface="+mn-lt"/>
                <a:ea typeface="PS TT Commons Medium" charset="0"/>
                <a:cs typeface="PS TT Commons Medium" charset="0"/>
              </a:defRPr>
            </a:lvl1pPr>
          </a:lstStyle>
          <a:p>
            <a:pPr lvl="0"/>
            <a:r>
              <a:rPr lang="en-US" dirty="0"/>
              <a:t>Click to add text</a:t>
            </a:r>
          </a:p>
        </p:txBody>
      </p:sp>
      <p:sp>
        <p:nvSpPr>
          <p:cNvPr id="4" name="Content Placeholder 10"/>
          <p:cNvSpPr>
            <a:spLocks noGrp="1"/>
          </p:cNvSpPr>
          <p:nvPr>
            <p:ph sz="quarter" idx="10" hasCustomPrompt="1"/>
          </p:nvPr>
        </p:nvSpPr>
        <p:spPr>
          <a:xfrm>
            <a:off x="838202" y="2021018"/>
            <a:ext cx="3326313" cy="1790357"/>
          </a:xfrm>
          <a:prstGeom prst="rect">
            <a:avLst/>
          </a:prstGeom>
          <a:solidFill>
            <a:schemeClr val="bg2"/>
          </a:solidFill>
        </p:spPr>
        <p:txBody>
          <a:bodyPr lIns="274320" tIns="274320" rIns="274320" bIns="274320" anchor="ctr">
            <a:noAutofit/>
          </a:bodyPr>
          <a:lstStyle>
            <a:lvl1pPr marL="0" indent="0" algn="ctr">
              <a:buNone/>
              <a:defRPr sz="2400" b="0" i="0">
                <a:latin typeface="+mn-lt"/>
                <a:ea typeface="PS TT Commons Medium" charset="0"/>
                <a:cs typeface="PS TT Commons Medium" charset="0"/>
              </a:defRPr>
            </a:lvl1pPr>
          </a:lstStyle>
          <a:p>
            <a:pPr lvl="0"/>
            <a:r>
              <a:rPr lang="en-US" dirty="0"/>
              <a:t>Click to add text</a:t>
            </a:r>
          </a:p>
        </p:txBody>
      </p:sp>
      <p:sp>
        <p:nvSpPr>
          <p:cNvPr id="5" name="Content Placeholder 10"/>
          <p:cNvSpPr>
            <a:spLocks noGrp="1"/>
          </p:cNvSpPr>
          <p:nvPr>
            <p:ph sz="quarter" idx="12" hasCustomPrompt="1"/>
          </p:nvPr>
        </p:nvSpPr>
        <p:spPr>
          <a:xfrm>
            <a:off x="8027489" y="2021018"/>
            <a:ext cx="3326313" cy="1790357"/>
          </a:xfrm>
          <a:prstGeom prst="rect">
            <a:avLst/>
          </a:prstGeom>
          <a:solidFill>
            <a:schemeClr val="bg2"/>
          </a:solidFill>
        </p:spPr>
        <p:txBody>
          <a:bodyPr lIns="274320" tIns="274320" rIns="274320" bIns="274320" anchor="ctr">
            <a:noAutofit/>
          </a:bodyPr>
          <a:lstStyle>
            <a:lvl1pPr marL="0" indent="0" algn="ctr">
              <a:buNone/>
              <a:defRPr sz="2400" b="0" i="0">
                <a:latin typeface="+mn-lt"/>
                <a:ea typeface="PS TT Commons Medium" charset="0"/>
                <a:cs typeface="PS TT Commons Medium" charset="0"/>
              </a:defRPr>
            </a:lvl1pPr>
          </a:lstStyle>
          <a:p>
            <a:pPr lvl="0"/>
            <a:r>
              <a:rPr lang="en-US" dirty="0"/>
              <a:t>Click to add text</a:t>
            </a:r>
          </a:p>
        </p:txBody>
      </p:sp>
      <p:sp>
        <p:nvSpPr>
          <p:cNvPr id="6" name="Content Placeholder 10"/>
          <p:cNvSpPr>
            <a:spLocks noGrp="1"/>
          </p:cNvSpPr>
          <p:nvPr>
            <p:ph sz="quarter" idx="13" hasCustomPrompt="1"/>
          </p:nvPr>
        </p:nvSpPr>
        <p:spPr>
          <a:xfrm>
            <a:off x="4432846" y="4113430"/>
            <a:ext cx="3326313" cy="1790357"/>
          </a:xfrm>
          <a:prstGeom prst="rect">
            <a:avLst/>
          </a:prstGeom>
          <a:solidFill>
            <a:schemeClr val="bg2"/>
          </a:solidFill>
        </p:spPr>
        <p:txBody>
          <a:bodyPr lIns="274320" tIns="274320" rIns="274320" bIns="274320" anchor="ctr">
            <a:noAutofit/>
          </a:bodyPr>
          <a:lstStyle>
            <a:lvl1pPr marL="0" indent="0" algn="ctr">
              <a:buNone/>
              <a:defRPr sz="2400" b="0" i="0">
                <a:latin typeface="+mn-lt"/>
                <a:ea typeface="PS TT Commons Medium" charset="0"/>
                <a:cs typeface="PS TT Commons Medium" charset="0"/>
              </a:defRPr>
            </a:lvl1pPr>
          </a:lstStyle>
          <a:p>
            <a:pPr lvl="0"/>
            <a:r>
              <a:rPr lang="en-US" dirty="0"/>
              <a:t>Click to add text</a:t>
            </a:r>
          </a:p>
        </p:txBody>
      </p:sp>
      <p:sp>
        <p:nvSpPr>
          <p:cNvPr id="7" name="Content Placeholder 10"/>
          <p:cNvSpPr>
            <a:spLocks noGrp="1"/>
          </p:cNvSpPr>
          <p:nvPr>
            <p:ph sz="quarter" idx="14" hasCustomPrompt="1"/>
          </p:nvPr>
        </p:nvSpPr>
        <p:spPr>
          <a:xfrm>
            <a:off x="838202" y="4113430"/>
            <a:ext cx="3326313" cy="1790357"/>
          </a:xfrm>
          <a:prstGeom prst="rect">
            <a:avLst/>
          </a:prstGeom>
          <a:solidFill>
            <a:schemeClr val="bg2"/>
          </a:solidFill>
        </p:spPr>
        <p:txBody>
          <a:bodyPr lIns="274320" tIns="274320" rIns="274320" bIns="274320" anchor="ctr">
            <a:noAutofit/>
          </a:bodyPr>
          <a:lstStyle>
            <a:lvl1pPr marL="0" indent="0" algn="ctr">
              <a:buNone/>
              <a:defRPr sz="2400" b="0" i="0">
                <a:latin typeface="+mn-lt"/>
                <a:ea typeface="PS TT Commons Medium" charset="0"/>
                <a:cs typeface="PS TT Commons Medium" charset="0"/>
              </a:defRPr>
            </a:lvl1pPr>
          </a:lstStyle>
          <a:p>
            <a:pPr lvl="0"/>
            <a:r>
              <a:rPr lang="en-US" dirty="0"/>
              <a:t>Click to add text</a:t>
            </a:r>
          </a:p>
        </p:txBody>
      </p:sp>
      <p:sp>
        <p:nvSpPr>
          <p:cNvPr id="8" name="Content Placeholder 10"/>
          <p:cNvSpPr>
            <a:spLocks noGrp="1"/>
          </p:cNvSpPr>
          <p:nvPr>
            <p:ph sz="quarter" idx="15" hasCustomPrompt="1"/>
          </p:nvPr>
        </p:nvSpPr>
        <p:spPr>
          <a:xfrm>
            <a:off x="8027489" y="4113430"/>
            <a:ext cx="3326313" cy="1790357"/>
          </a:xfrm>
          <a:prstGeom prst="rect">
            <a:avLst/>
          </a:prstGeom>
          <a:solidFill>
            <a:schemeClr val="bg2"/>
          </a:solidFill>
        </p:spPr>
        <p:txBody>
          <a:bodyPr lIns="274320" tIns="274320" rIns="274320" bIns="274320" anchor="ctr">
            <a:noAutofit/>
          </a:bodyPr>
          <a:lstStyle>
            <a:lvl1pPr marL="0" indent="0" algn="ctr">
              <a:buNone/>
              <a:defRPr sz="2400" b="0" i="0">
                <a:latin typeface="+mn-lt"/>
                <a:ea typeface="PS TT Commons Medium" charset="0"/>
                <a:cs typeface="PS TT Commons Medium" charset="0"/>
              </a:defRPr>
            </a:lvl1pPr>
          </a:lstStyle>
          <a:p>
            <a:pPr lvl="0"/>
            <a:r>
              <a:rPr lang="en-US" dirty="0"/>
              <a:t>Click to add text</a:t>
            </a:r>
          </a:p>
        </p:txBody>
      </p:sp>
    </p:spTree>
    <p:extLst>
      <p:ext uri="{BB962C8B-B14F-4D97-AF65-F5344CB8AC3E}">
        <p14:creationId xmlns:p14="http://schemas.microsoft.com/office/powerpoint/2010/main" val="146762793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636808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urse Title">
    <p:spTree>
      <p:nvGrpSpPr>
        <p:cNvPr id="1" name=""/>
        <p:cNvGrpSpPr/>
        <p:nvPr/>
      </p:nvGrpSpPr>
      <p:grpSpPr>
        <a:xfrm>
          <a:off x="0" y="0"/>
          <a:ext cx="0" cy="0"/>
          <a:chOff x="0" y="0"/>
          <a:chExt cx="0" cy="0"/>
        </a:xfrm>
      </p:grpSpPr>
      <p:cxnSp>
        <p:nvCxnSpPr>
          <p:cNvPr id="11" name="Straight Connector 10"/>
          <p:cNvCxnSpPr/>
          <p:nvPr userDrawn="1"/>
        </p:nvCxnSpPr>
        <p:spPr>
          <a:xfrm>
            <a:off x="728547" y="3026367"/>
            <a:ext cx="10710672" cy="0"/>
          </a:xfrm>
          <a:prstGeom prst="line">
            <a:avLst/>
          </a:prstGeom>
          <a:noFill/>
          <a:ln w="57150" cap="flat" cmpd="sng" algn="ctr">
            <a:gradFill>
              <a:gsLst>
                <a:gs pos="0">
                  <a:srgbClr val="F05A28"/>
                </a:gs>
                <a:gs pos="100000">
                  <a:srgbClr val="EC0D7D"/>
                </a:gs>
              </a:gsLst>
              <a:lin ang="4800000" scaled="0"/>
            </a:gradFill>
            <a:prstDash val="solid"/>
            <a:headEnd type="none"/>
            <a:tailEnd type="none"/>
          </a:ln>
          <a:effectLst/>
        </p:spPr>
      </p:cxnSp>
      <p:sp>
        <p:nvSpPr>
          <p:cNvPr id="12" name="Text Placeholder 4"/>
          <p:cNvSpPr>
            <a:spLocks noGrp="1"/>
          </p:cNvSpPr>
          <p:nvPr>
            <p:ph type="body" sz="quarter" idx="10" hasCustomPrompt="1"/>
          </p:nvPr>
        </p:nvSpPr>
        <p:spPr>
          <a:xfrm>
            <a:off x="930758" y="532285"/>
            <a:ext cx="10265067" cy="2344695"/>
          </a:xfrm>
          <a:prstGeom prst="rect">
            <a:avLst/>
          </a:prstGeom>
        </p:spPr>
        <p:txBody>
          <a:bodyPr lIns="91440" rIns="91440" anchor="b">
            <a:noAutofit/>
          </a:bodyPr>
          <a:lstStyle>
            <a:lvl1pPr marL="0" indent="0">
              <a:buNone/>
              <a:defRPr sz="4534" spc="0" baseline="0">
                <a:latin typeface="+mj-lt"/>
              </a:defRPr>
            </a:lvl1pPr>
          </a:lstStyle>
          <a:p>
            <a:pPr lvl="0"/>
            <a:r>
              <a:rPr lang="en-US"/>
              <a:t>Title of Course in Title Case</a:t>
            </a:r>
          </a:p>
        </p:txBody>
      </p:sp>
      <p:sp>
        <p:nvSpPr>
          <p:cNvPr id="13" name="Text Placeholder 6"/>
          <p:cNvSpPr>
            <a:spLocks noGrp="1"/>
          </p:cNvSpPr>
          <p:nvPr>
            <p:ph type="body" sz="quarter" idx="11" hasCustomPrompt="1"/>
          </p:nvPr>
        </p:nvSpPr>
        <p:spPr>
          <a:xfrm>
            <a:off x="975362" y="3185951"/>
            <a:ext cx="10220463" cy="549791"/>
          </a:xfrm>
          <a:prstGeom prst="rect">
            <a:avLst/>
          </a:prstGeom>
        </p:spPr>
        <p:txBody>
          <a:bodyPr lIns="91440" anchor="t">
            <a:noAutofit/>
          </a:bodyPr>
          <a:lstStyle>
            <a:lvl1pPr marL="0" indent="0">
              <a:buNone/>
              <a:defRPr sz="3000" spc="0" baseline="0">
                <a:latin typeface="+mj-lt"/>
              </a:defRPr>
            </a:lvl1pPr>
          </a:lstStyle>
          <a:p>
            <a:pPr lvl="0"/>
            <a:r>
              <a:rPr lang="en-US"/>
              <a:t>Module Two Title in Title Case</a:t>
            </a:r>
          </a:p>
        </p:txBody>
      </p:sp>
      <p:sp>
        <p:nvSpPr>
          <p:cNvPr id="14" name="Text Placeholder 16"/>
          <p:cNvSpPr>
            <a:spLocks noGrp="1"/>
          </p:cNvSpPr>
          <p:nvPr>
            <p:ph type="body" sz="quarter" idx="12" hasCustomPrompt="1"/>
          </p:nvPr>
        </p:nvSpPr>
        <p:spPr>
          <a:xfrm>
            <a:off x="3129281" y="4609736"/>
            <a:ext cx="6386426" cy="405987"/>
          </a:xfrm>
          <a:prstGeom prst="rect">
            <a:avLst/>
          </a:prstGeom>
        </p:spPr>
        <p:txBody>
          <a:bodyPr lIns="91440" tIns="45720" rIns="91440" anchor="t">
            <a:noAutofit/>
          </a:bodyPr>
          <a:lstStyle>
            <a:lvl1pPr marL="0" indent="0">
              <a:buNone/>
              <a:defRPr sz="2400" b="0" i="0" spc="0">
                <a:solidFill>
                  <a:schemeClr val="accent1"/>
                </a:solidFill>
                <a:latin typeface="+mn-lt"/>
                <a:ea typeface="PS TT Commons Light" charset="0"/>
                <a:cs typeface="PS TT Commons Light" charset="0"/>
              </a:defRPr>
            </a:lvl1pPr>
          </a:lstStyle>
          <a:p>
            <a:pPr lvl="0"/>
            <a:r>
              <a:rPr lang="en-US"/>
              <a:t>Author Name</a:t>
            </a:r>
          </a:p>
        </p:txBody>
      </p:sp>
      <p:sp>
        <p:nvSpPr>
          <p:cNvPr id="15" name="Text Placeholder 18"/>
          <p:cNvSpPr>
            <a:spLocks noGrp="1"/>
          </p:cNvSpPr>
          <p:nvPr>
            <p:ph type="body" sz="quarter" idx="13" hasCustomPrompt="1"/>
          </p:nvPr>
        </p:nvSpPr>
        <p:spPr>
          <a:xfrm>
            <a:off x="3129281" y="5015723"/>
            <a:ext cx="6386425" cy="455809"/>
          </a:xfrm>
          <a:prstGeom prst="rect">
            <a:avLst/>
          </a:prstGeom>
        </p:spPr>
        <p:txBody>
          <a:bodyPr lIns="91440" tIns="45720" anchor="t">
            <a:noAutofit/>
          </a:bodyPr>
          <a:lstStyle>
            <a:lvl1pPr marL="0" indent="0">
              <a:buNone/>
              <a:defRPr sz="2133" b="0" i="0" spc="0" baseline="0">
                <a:latin typeface="PS TT Commons" charset="0"/>
                <a:ea typeface="PS TT Commons" charset="0"/>
                <a:cs typeface="PS TT Commons" charset="0"/>
              </a:defRPr>
            </a:lvl1pPr>
          </a:lstStyle>
          <a:p>
            <a:pPr lvl="0"/>
            <a:r>
              <a:rPr lang="en-US"/>
              <a:t>Author Title in Title Case</a:t>
            </a:r>
          </a:p>
        </p:txBody>
      </p:sp>
      <p:sp>
        <p:nvSpPr>
          <p:cNvPr id="16" name="Text Placeholder 20"/>
          <p:cNvSpPr>
            <a:spLocks noGrp="1"/>
          </p:cNvSpPr>
          <p:nvPr>
            <p:ph type="body" sz="quarter" idx="14" hasCustomPrompt="1"/>
          </p:nvPr>
        </p:nvSpPr>
        <p:spPr>
          <a:xfrm>
            <a:off x="3128433" y="5665953"/>
            <a:ext cx="6387273" cy="550191"/>
          </a:xfrm>
          <a:prstGeom prst="rect">
            <a:avLst/>
          </a:prstGeom>
        </p:spPr>
        <p:txBody>
          <a:bodyPr lIns="91440" anchor="ctr">
            <a:noAutofit/>
          </a:bodyPr>
          <a:lstStyle>
            <a:lvl1pPr marL="0" indent="0">
              <a:buNone/>
              <a:defRPr sz="2133" b="0" i="0" spc="0" baseline="0">
                <a:latin typeface="PS TT Commons" charset="0"/>
                <a:ea typeface="PS TT Commons" charset="0"/>
                <a:cs typeface="PS TT Commons" charset="0"/>
              </a:defRPr>
            </a:lvl1pPr>
          </a:lstStyle>
          <a:p>
            <a:pPr lvl="0"/>
            <a:r>
              <a:rPr lang="en-US"/>
              <a:t>@authortwitter    www.authorsite.com</a:t>
            </a:r>
          </a:p>
        </p:txBody>
      </p:sp>
      <p:sp>
        <p:nvSpPr>
          <p:cNvPr id="18" name="Picture Placeholder 22"/>
          <p:cNvSpPr>
            <a:spLocks noGrp="1"/>
          </p:cNvSpPr>
          <p:nvPr>
            <p:ph type="pic" sz="quarter" idx="15" hasCustomPrompt="1"/>
          </p:nvPr>
        </p:nvSpPr>
        <p:spPr>
          <a:xfrm>
            <a:off x="975362" y="4326385"/>
            <a:ext cx="1889760" cy="1889760"/>
          </a:xfrm>
          <a:prstGeom prst="ellipse">
            <a:avLst/>
          </a:prstGeom>
          <a:solidFill>
            <a:schemeClr val="bg1">
              <a:lumMod val="95000"/>
            </a:schemeClr>
          </a:solidFill>
          <a:ln w="3175">
            <a:noFill/>
          </a:ln>
        </p:spPr>
        <p:txBody>
          <a:bodyPr anchor="ctr">
            <a:normAutofit/>
          </a:bodyPr>
          <a:lstStyle>
            <a:lvl1pPr algn="ctr">
              <a:defRPr sz="1467" b="0" i="0">
                <a:latin typeface="PS TT Commons" charset="0"/>
                <a:ea typeface="PS TT Commons" charset="0"/>
                <a:cs typeface="PS TT Commons" charset="0"/>
              </a:defRPr>
            </a:lvl1pPr>
          </a:lstStyle>
          <a:p>
            <a:r>
              <a:rPr lang="en-US"/>
              <a:t>Click to insert photo</a:t>
            </a:r>
          </a:p>
        </p:txBody>
      </p:sp>
      <p:sp>
        <p:nvSpPr>
          <p:cNvPr id="3" name="TextBox 2"/>
          <p:cNvSpPr txBox="1"/>
          <p:nvPr userDrawn="1"/>
        </p:nvSpPr>
        <p:spPr>
          <a:xfrm>
            <a:off x="7997952" y="-804672"/>
            <a:ext cx="609600" cy="609600"/>
          </a:xfrm>
          <a:prstGeom prst="rect">
            <a:avLst/>
          </a:prstGeom>
        </p:spPr>
        <p:txBody>
          <a:bodyPr vert="horz" wrap="none" lIns="0" tIns="21980" rIns="43959" bIns="21980" rtlCol="0" anchor="b" anchorCtr="0">
            <a:noAutofit/>
          </a:bodyPr>
          <a:lstStyle/>
          <a:p>
            <a:pPr marL="0" marR="0" indent="0" algn="l" defTabSz="293016" rtl="0" eaLnBrk="1" fontAlgn="auto" latinLnBrk="0" hangingPunct="1">
              <a:lnSpc>
                <a:spcPct val="85000"/>
              </a:lnSpc>
              <a:spcBef>
                <a:spcPct val="0"/>
              </a:spcBef>
              <a:spcAft>
                <a:spcPts val="0"/>
              </a:spcAft>
              <a:buClrTx/>
              <a:buSzTx/>
              <a:buFontTx/>
              <a:buNone/>
              <a:tabLst/>
            </a:pPr>
            <a:endParaRPr kumimoji="0" lang="en-US" sz="2350" b="0" i="0" u="none" strike="noStrike" kern="1200" cap="none" spc="0" normalizeH="0" baseline="0" noProof="0" dirty="0">
              <a:ln>
                <a:noFill/>
              </a:ln>
              <a:solidFill>
                <a:srgbClr val="E5E5E5">
                  <a:lumMod val="10000"/>
                </a:srgbClr>
              </a:solidFill>
              <a:effectLst/>
              <a:uLnTx/>
              <a:uFillTx/>
              <a:latin typeface="PS TT Commons" charset="0"/>
              <a:ea typeface="PS TT Commons" charset="0"/>
              <a:cs typeface="PS TT Commons" charset="0"/>
            </a:endParaRPr>
          </a:p>
        </p:txBody>
      </p:sp>
      <p:grpSp>
        <p:nvGrpSpPr>
          <p:cNvPr id="6" name="Group 5"/>
          <p:cNvGrpSpPr/>
          <p:nvPr userDrawn="1"/>
        </p:nvGrpSpPr>
        <p:grpSpPr>
          <a:xfrm>
            <a:off x="0" y="-1048513"/>
            <a:ext cx="7412736" cy="871728"/>
            <a:chOff x="0" y="-1572769"/>
            <a:chExt cx="11119104" cy="1307592"/>
          </a:xfrm>
        </p:grpSpPr>
        <p:sp>
          <p:nvSpPr>
            <p:cNvPr id="2" name="Rectangle 1"/>
            <p:cNvSpPr/>
            <p:nvPr userDrawn="1"/>
          </p:nvSpPr>
          <p:spPr>
            <a:xfrm>
              <a:off x="3803904" y="-1572769"/>
              <a:ext cx="7315200" cy="13037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bg1"/>
                </a:solidFill>
              </a:endParaRPr>
            </a:p>
          </p:txBody>
        </p:sp>
        <p:pic>
          <p:nvPicPr>
            <p:cNvPr id="9" name="Picture 8"/>
            <p:cNvPicPr>
              <a:picLocks noChangeAspect="1"/>
            </p:cNvPicPr>
            <p:nvPr userDrawn="1"/>
          </p:nvPicPr>
          <p:blipFill>
            <a:blip r:embed="rId2"/>
            <a:stretch>
              <a:fillRect/>
            </a:stretch>
          </p:blipFill>
          <p:spPr>
            <a:xfrm>
              <a:off x="3984003" y="-1299965"/>
              <a:ext cx="6870700" cy="787400"/>
            </a:xfrm>
            <a:prstGeom prst="rect">
              <a:avLst/>
            </a:prstGeom>
          </p:spPr>
        </p:pic>
        <p:sp>
          <p:nvSpPr>
            <p:cNvPr id="4" name="Rectangle 3"/>
            <p:cNvSpPr/>
            <p:nvPr userDrawn="1"/>
          </p:nvSpPr>
          <p:spPr>
            <a:xfrm>
              <a:off x="0" y="-1572769"/>
              <a:ext cx="3792754" cy="130759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 name="TextBox 4"/>
            <p:cNvSpPr txBox="1"/>
            <p:nvPr userDrawn="1"/>
          </p:nvSpPr>
          <p:spPr>
            <a:xfrm>
              <a:off x="210315" y="-1226305"/>
              <a:ext cx="3207442" cy="640080"/>
            </a:xfrm>
            <a:prstGeom prst="rect">
              <a:avLst/>
            </a:prstGeom>
          </p:spPr>
          <p:txBody>
            <a:bodyPr vert="horz" wrap="none" lIns="0" tIns="32970" rIns="65939" bIns="32970" rtlCol="0" anchor="ctr" anchorCtr="0">
              <a:noAutofit/>
            </a:bodyPr>
            <a:lstStyle/>
            <a:p>
              <a:pPr marL="0" marR="0" indent="0" algn="r" defTabSz="293016" rtl="0" eaLnBrk="1" fontAlgn="auto" latinLnBrk="0" hangingPunct="1">
                <a:lnSpc>
                  <a:spcPct val="100000"/>
                </a:lnSpc>
                <a:spcBef>
                  <a:spcPct val="0"/>
                </a:spcBef>
                <a:spcAft>
                  <a:spcPts val="0"/>
                </a:spcAft>
                <a:buClrTx/>
                <a:buSzTx/>
                <a:buFontTx/>
                <a:buNone/>
                <a:tabLst/>
              </a:pPr>
              <a:r>
                <a:rPr kumimoji="0" lang="en-US" sz="1600" b="0" i="0" u="none" strike="noStrike" kern="1200" cap="none" spc="0" normalizeH="0" baseline="0" noProof="0" dirty="0">
                  <a:ln>
                    <a:noFill/>
                  </a:ln>
                  <a:solidFill>
                    <a:schemeClr val="bg1"/>
                  </a:solidFill>
                  <a:effectLst/>
                  <a:uLnTx/>
                  <a:uFillTx/>
                  <a:latin typeface="+mn-lt"/>
                  <a:ea typeface="PS TT Commons" charset="0"/>
                  <a:cs typeface="PS TT Commons" charset="0"/>
                </a:rPr>
                <a:t>Font check</a:t>
              </a:r>
            </a:p>
            <a:p>
              <a:pPr marL="0" marR="0" indent="0" algn="r" defTabSz="293016" rtl="0" eaLnBrk="1" fontAlgn="auto" latinLnBrk="0" hangingPunct="1">
                <a:lnSpc>
                  <a:spcPct val="100000"/>
                </a:lnSpc>
                <a:spcBef>
                  <a:spcPct val="0"/>
                </a:spcBef>
                <a:spcAft>
                  <a:spcPts val="0"/>
                </a:spcAft>
                <a:buClrTx/>
                <a:buSzTx/>
                <a:buFontTx/>
                <a:buNone/>
                <a:tabLst/>
              </a:pPr>
              <a:r>
                <a:rPr kumimoji="0" lang="en-US" sz="1600" b="0" i="0" u="none" strike="noStrike" kern="1200" cap="none" spc="0" normalizeH="0" baseline="0" noProof="0" dirty="0">
                  <a:ln>
                    <a:noFill/>
                  </a:ln>
                  <a:solidFill>
                    <a:schemeClr val="bg1"/>
                  </a:solidFill>
                  <a:effectLst/>
                  <a:uLnTx/>
                  <a:uFillTx/>
                  <a:latin typeface="PS TT Commons" charset="0"/>
                  <a:ea typeface="PS TT Commons" charset="0"/>
                  <a:cs typeface="PS TT Commons" charset="0"/>
                </a:rPr>
                <a:t>Do they match?</a:t>
              </a:r>
            </a:p>
          </p:txBody>
        </p:sp>
      </p:grpSp>
    </p:spTree>
    <p:extLst>
      <p:ext uri="{BB962C8B-B14F-4D97-AF65-F5344CB8AC3E}">
        <p14:creationId xmlns:p14="http://schemas.microsoft.com/office/powerpoint/2010/main" val="40244364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07706" y="570867"/>
            <a:ext cx="10472605" cy="2808060"/>
          </a:xfrm>
        </p:spPr>
        <p:txBody>
          <a:bodyPr anchor="b"/>
          <a:lstStyle>
            <a:lvl1pPr algn="r">
              <a:defRPr sz="4000">
                <a:latin typeface="+mj-lt"/>
              </a:defRPr>
            </a:lvl1pPr>
          </a:lstStyle>
          <a:p>
            <a:r>
              <a:rPr lang="en-US"/>
              <a:t> Add Section Header in Title Case</a:t>
            </a:r>
          </a:p>
        </p:txBody>
      </p:sp>
      <p:cxnSp>
        <p:nvCxnSpPr>
          <p:cNvPr id="4" name="Straight Connector 3"/>
          <p:cNvCxnSpPr/>
          <p:nvPr/>
        </p:nvCxnSpPr>
        <p:spPr>
          <a:xfrm>
            <a:off x="609600" y="3606231"/>
            <a:ext cx="10972800" cy="0"/>
          </a:xfrm>
          <a:prstGeom prst="line">
            <a:avLst/>
          </a:prstGeom>
          <a:noFill/>
          <a:ln w="57150" cap="flat" cmpd="sng" algn="ctr">
            <a:gradFill>
              <a:gsLst>
                <a:gs pos="0">
                  <a:srgbClr val="F05A28"/>
                </a:gs>
                <a:gs pos="100000">
                  <a:srgbClr val="EC0D7D"/>
                </a:gs>
              </a:gsLst>
              <a:lin ang="4800000" scaled="0"/>
            </a:gradFill>
            <a:prstDash val="solid"/>
            <a:headEnd type="none"/>
            <a:tailEnd type="none"/>
          </a:ln>
          <a:effectLst/>
        </p:spPr>
      </p:cxnSp>
      <p:grpSp>
        <p:nvGrpSpPr>
          <p:cNvPr id="5" name="Group 4"/>
          <p:cNvGrpSpPr/>
          <p:nvPr userDrawn="1"/>
        </p:nvGrpSpPr>
        <p:grpSpPr>
          <a:xfrm>
            <a:off x="0" y="-1048513"/>
            <a:ext cx="7412736" cy="871728"/>
            <a:chOff x="0" y="-1572769"/>
            <a:chExt cx="11119104" cy="1307592"/>
          </a:xfrm>
        </p:grpSpPr>
        <p:sp>
          <p:nvSpPr>
            <p:cNvPr id="6" name="Rectangle 5"/>
            <p:cNvSpPr/>
            <p:nvPr userDrawn="1"/>
          </p:nvSpPr>
          <p:spPr>
            <a:xfrm>
              <a:off x="3803904" y="-1572769"/>
              <a:ext cx="7315200" cy="13037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bg1"/>
                </a:solidFill>
              </a:endParaRPr>
            </a:p>
          </p:txBody>
        </p:sp>
        <p:pic>
          <p:nvPicPr>
            <p:cNvPr id="7" name="Picture 6"/>
            <p:cNvPicPr>
              <a:picLocks noChangeAspect="1"/>
            </p:cNvPicPr>
            <p:nvPr userDrawn="1"/>
          </p:nvPicPr>
          <p:blipFill>
            <a:blip r:embed="rId2"/>
            <a:stretch>
              <a:fillRect/>
            </a:stretch>
          </p:blipFill>
          <p:spPr>
            <a:xfrm>
              <a:off x="3984003" y="-1299965"/>
              <a:ext cx="6870700" cy="787400"/>
            </a:xfrm>
            <a:prstGeom prst="rect">
              <a:avLst/>
            </a:prstGeom>
          </p:spPr>
        </p:pic>
        <p:sp>
          <p:nvSpPr>
            <p:cNvPr id="8" name="Rectangle 7"/>
            <p:cNvSpPr/>
            <p:nvPr userDrawn="1"/>
          </p:nvSpPr>
          <p:spPr>
            <a:xfrm>
              <a:off x="0" y="-1572769"/>
              <a:ext cx="3792754" cy="130759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9" name="TextBox 8"/>
            <p:cNvSpPr txBox="1"/>
            <p:nvPr userDrawn="1"/>
          </p:nvSpPr>
          <p:spPr>
            <a:xfrm>
              <a:off x="210315" y="-1226305"/>
              <a:ext cx="3207442" cy="640080"/>
            </a:xfrm>
            <a:prstGeom prst="rect">
              <a:avLst/>
            </a:prstGeom>
          </p:spPr>
          <p:txBody>
            <a:bodyPr vert="horz" wrap="none" lIns="0" tIns="32970" rIns="65939" bIns="32970" rtlCol="0" anchor="ctr" anchorCtr="0">
              <a:noAutofit/>
            </a:bodyPr>
            <a:lstStyle/>
            <a:p>
              <a:pPr marL="0" marR="0" indent="0" algn="r" defTabSz="293016" rtl="0" eaLnBrk="1" fontAlgn="auto" latinLnBrk="0" hangingPunct="1">
                <a:lnSpc>
                  <a:spcPct val="100000"/>
                </a:lnSpc>
                <a:spcBef>
                  <a:spcPct val="0"/>
                </a:spcBef>
                <a:spcAft>
                  <a:spcPts val="0"/>
                </a:spcAft>
                <a:buClrTx/>
                <a:buSzTx/>
                <a:buFontTx/>
                <a:buNone/>
                <a:tabLst/>
              </a:pPr>
              <a:r>
                <a:rPr kumimoji="0" lang="en-US" sz="1600" b="0" i="0" u="none" strike="noStrike" kern="1200" cap="none" spc="0" normalizeH="0" baseline="0" noProof="0" dirty="0">
                  <a:ln>
                    <a:noFill/>
                  </a:ln>
                  <a:solidFill>
                    <a:schemeClr val="bg1"/>
                  </a:solidFill>
                  <a:effectLst/>
                  <a:uLnTx/>
                  <a:uFillTx/>
                  <a:latin typeface="+mn-lt"/>
                  <a:ea typeface="PS TT Commons" charset="0"/>
                  <a:cs typeface="PS TT Commons" charset="0"/>
                </a:rPr>
                <a:t>Font check</a:t>
              </a:r>
            </a:p>
            <a:p>
              <a:pPr marL="0" marR="0" indent="0" algn="r" defTabSz="293016" rtl="0" eaLnBrk="1" fontAlgn="auto" latinLnBrk="0" hangingPunct="1">
                <a:lnSpc>
                  <a:spcPct val="100000"/>
                </a:lnSpc>
                <a:spcBef>
                  <a:spcPct val="0"/>
                </a:spcBef>
                <a:spcAft>
                  <a:spcPts val="0"/>
                </a:spcAft>
                <a:buClrTx/>
                <a:buSzTx/>
                <a:buFontTx/>
                <a:buNone/>
                <a:tabLst/>
              </a:pPr>
              <a:r>
                <a:rPr kumimoji="0" lang="en-US" sz="1600" b="0" i="0" u="none" strike="noStrike" kern="1200" cap="none" spc="0" normalizeH="0" baseline="0" noProof="0" dirty="0">
                  <a:ln>
                    <a:noFill/>
                  </a:ln>
                  <a:solidFill>
                    <a:schemeClr val="bg1"/>
                  </a:solidFill>
                  <a:effectLst/>
                  <a:uLnTx/>
                  <a:uFillTx/>
                  <a:latin typeface="PS TT Commons" charset="0"/>
                  <a:ea typeface="PS TT Commons" charset="0"/>
                  <a:cs typeface="PS TT Commons" charset="0"/>
                </a:rPr>
                <a:t>Do they match?</a:t>
              </a:r>
            </a:p>
          </p:txBody>
        </p:sp>
      </p:grpSp>
    </p:spTree>
    <p:extLst>
      <p:ext uri="{BB962C8B-B14F-4D97-AF65-F5344CB8AC3E}">
        <p14:creationId xmlns:p14="http://schemas.microsoft.com/office/powerpoint/2010/main" val="38030802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Up Next">
    <p:spTree>
      <p:nvGrpSpPr>
        <p:cNvPr id="1" name=""/>
        <p:cNvGrpSpPr/>
        <p:nvPr/>
      </p:nvGrpSpPr>
      <p:grpSpPr>
        <a:xfrm>
          <a:off x="0" y="0"/>
          <a:ext cx="0" cy="0"/>
          <a:chOff x="0" y="0"/>
          <a:chExt cx="0" cy="0"/>
        </a:xfrm>
      </p:grpSpPr>
      <p:sp>
        <p:nvSpPr>
          <p:cNvPr id="4" name="Text Placeholder 4"/>
          <p:cNvSpPr>
            <a:spLocks noGrp="1"/>
          </p:cNvSpPr>
          <p:nvPr>
            <p:ph type="body" sz="quarter" idx="10" hasCustomPrompt="1"/>
          </p:nvPr>
        </p:nvSpPr>
        <p:spPr>
          <a:xfrm>
            <a:off x="711698" y="474134"/>
            <a:ext cx="10036527" cy="3115733"/>
          </a:xfrm>
          <a:prstGeom prst="rect">
            <a:avLst/>
          </a:prstGeom>
        </p:spPr>
        <p:txBody>
          <a:bodyPr lIns="91440" anchor="b">
            <a:noAutofit/>
          </a:bodyPr>
          <a:lstStyle>
            <a:lvl1pPr marL="0" indent="0">
              <a:lnSpc>
                <a:spcPct val="90000"/>
              </a:lnSpc>
              <a:spcBef>
                <a:spcPts val="1000"/>
              </a:spcBef>
              <a:buNone/>
              <a:defRPr sz="4000" spc="0" baseline="0">
                <a:latin typeface="+mj-lt"/>
              </a:defRPr>
            </a:lvl1pPr>
          </a:lstStyle>
          <a:p>
            <a:pPr lvl="0"/>
            <a:r>
              <a:rPr lang="en-US"/>
              <a:t>Up Next:</a:t>
            </a:r>
          </a:p>
          <a:p>
            <a:pPr lvl="0"/>
            <a:r>
              <a:rPr lang="en-US"/>
              <a:t>Title of Upcoming Module</a:t>
            </a:r>
          </a:p>
        </p:txBody>
      </p:sp>
      <p:cxnSp>
        <p:nvCxnSpPr>
          <p:cNvPr id="5" name="Straight Connector 4"/>
          <p:cNvCxnSpPr/>
          <p:nvPr/>
        </p:nvCxnSpPr>
        <p:spPr>
          <a:xfrm>
            <a:off x="609600" y="3767961"/>
            <a:ext cx="10972800" cy="0"/>
          </a:xfrm>
          <a:prstGeom prst="line">
            <a:avLst/>
          </a:prstGeom>
          <a:noFill/>
          <a:ln w="57150" cap="flat" cmpd="sng" algn="ctr">
            <a:gradFill>
              <a:gsLst>
                <a:gs pos="0">
                  <a:srgbClr val="F05A28"/>
                </a:gs>
                <a:gs pos="100000">
                  <a:srgbClr val="EC0D7D"/>
                </a:gs>
              </a:gsLst>
              <a:lin ang="4800000" scaled="0"/>
            </a:gradFill>
            <a:prstDash val="solid"/>
            <a:headEnd type="none"/>
            <a:tailEnd type="none"/>
          </a:ln>
          <a:effectLst/>
        </p:spPr>
      </p:cxnSp>
      <p:grpSp>
        <p:nvGrpSpPr>
          <p:cNvPr id="6" name="Group 5"/>
          <p:cNvGrpSpPr/>
          <p:nvPr userDrawn="1"/>
        </p:nvGrpSpPr>
        <p:grpSpPr>
          <a:xfrm>
            <a:off x="0" y="-1048513"/>
            <a:ext cx="7412736" cy="871728"/>
            <a:chOff x="0" y="-1572769"/>
            <a:chExt cx="11119104" cy="1307592"/>
          </a:xfrm>
        </p:grpSpPr>
        <p:sp>
          <p:nvSpPr>
            <p:cNvPr id="7" name="Rectangle 6"/>
            <p:cNvSpPr/>
            <p:nvPr userDrawn="1"/>
          </p:nvSpPr>
          <p:spPr>
            <a:xfrm>
              <a:off x="3803904" y="-1572769"/>
              <a:ext cx="7315200" cy="13037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bg1"/>
                </a:solidFill>
              </a:endParaRPr>
            </a:p>
          </p:txBody>
        </p:sp>
        <p:pic>
          <p:nvPicPr>
            <p:cNvPr id="8" name="Picture 7"/>
            <p:cNvPicPr>
              <a:picLocks noChangeAspect="1"/>
            </p:cNvPicPr>
            <p:nvPr userDrawn="1"/>
          </p:nvPicPr>
          <p:blipFill>
            <a:blip r:embed="rId2"/>
            <a:stretch>
              <a:fillRect/>
            </a:stretch>
          </p:blipFill>
          <p:spPr>
            <a:xfrm>
              <a:off x="3984003" y="-1299965"/>
              <a:ext cx="6870700" cy="787400"/>
            </a:xfrm>
            <a:prstGeom prst="rect">
              <a:avLst/>
            </a:prstGeom>
          </p:spPr>
        </p:pic>
        <p:sp>
          <p:nvSpPr>
            <p:cNvPr id="9" name="Rectangle 8"/>
            <p:cNvSpPr/>
            <p:nvPr userDrawn="1"/>
          </p:nvSpPr>
          <p:spPr>
            <a:xfrm>
              <a:off x="0" y="-1572769"/>
              <a:ext cx="3792754" cy="130759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0" name="TextBox 9"/>
            <p:cNvSpPr txBox="1"/>
            <p:nvPr userDrawn="1"/>
          </p:nvSpPr>
          <p:spPr>
            <a:xfrm>
              <a:off x="210315" y="-1226305"/>
              <a:ext cx="3207442" cy="640080"/>
            </a:xfrm>
            <a:prstGeom prst="rect">
              <a:avLst/>
            </a:prstGeom>
          </p:spPr>
          <p:txBody>
            <a:bodyPr vert="horz" wrap="none" lIns="0" tIns="32970" rIns="65939" bIns="32970" rtlCol="0" anchor="ctr" anchorCtr="0">
              <a:noAutofit/>
            </a:bodyPr>
            <a:lstStyle/>
            <a:p>
              <a:pPr marL="0" marR="0" indent="0" algn="r" defTabSz="293016" rtl="0" eaLnBrk="1" fontAlgn="auto" latinLnBrk="0" hangingPunct="1">
                <a:lnSpc>
                  <a:spcPct val="100000"/>
                </a:lnSpc>
                <a:spcBef>
                  <a:spcPct val="0"/>
                </a:spcBef>
                <a:spcAft>
                  <a:spcPts val="0"/>
                </a:spcAft>
                <a:buClrTx/>
                <a:buSzTx/>
                <a:buFontTx/>
                <a:buNone/>
                <a:tabLst/>
              </a:pPr>
              <a:r>
                <a:rPr kumimoji="0" lang="en-US" sz="1600" b="0" i="0" u="none" strike="noStrike" kern="1200" cap="none" spc="0" normalizeH="0" baseline="0" noProof="0" dirty="0">
                  <a:ln>
                    <a:noFill/>
                  </a:ln>
                  <a:solidFill>
                    <a:schemeClr val="bg1"/>
                  </a:solidFill>
                  <a:effectLst/>
                  <a:uLnTx/>
                  <a:uFillTx/>
                  <a:latin typeface="+mn-lt"/>
                  <a:ea typeface="PS TT Commons" charset="0"/>
                  <a:cs typeface="PS TT Commons" charset="0"/>
                </a:rPr>
                <a:t>Font check</a:t>
              </a:r>
            </a:p>
            <a:p>
              <a:pPr marL="0" marR="0" indent="0" algn="r" defTabSz="293016" rtl="0" eaLnBrk="1" fontAlgn="auto" latinLnBrk="0" hangingPunct="1">
                <a:lnSpc>
                  <a:spcPct val="100000"/>
                </a:lnSpc>
                <a:spcBef>
                  <a:spcPct val="0"/>
                </a:spcBef>
                <a:spcAft>
                  <a:spcPts val="0"/>
                </a:spcAft>
                <a:buClrTx/>
                <a:buSzTx/>
                <a:buFontTx/>
                <a:buNone/>
                <a:tabLst/>
              </a:pPr>
              <a:r>
                <a:rPr kumimoji="0" lang="en-US" sz="1600" b="0" i="0" u="none" strike="noStrike" kern="1200" cap="none" spc="0" normalizeH="0" baseline="0" noProof="0" dirty="0">
                  <a:ln>
                    <a:noFill/>
                  </a:ln>
                  <a:solidFill>
                    <a:schemeClr val="bg1"/>
                  </a:solidFill>
                  <a:effectLst/>
                  <a:uLnTx/>
                  <a:uFillTx/>
                  <a:latin typeface="PS TT Commons" charset="0"/>
                  <a:ea typeface="PS TT Commons" charset="0"/>
                  <a:cs typeface="PS TT Commons" charset="0"/>
                </a:rPr>
                <a:t>Do they match?</a:t>
              </a:r>
            </a:p>
          </p:txBody>
        </p:sp>
      </p:grpSp>
    </p:spTree>
    <p:extLst>
      <p:ext uri="{BB962C8B-B14F-4D97-AF65-F5344CB8AC3E}">
        <p14:creationId xmlns:p14="http://schemas.microsoft.com/office/powerpoint/2010/main" val="373385156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Module Overview/Summary">
    <p:spTree>
      <p:nvGrpSpPr>
        <p:cNvPr id="1" name=""/>
        <p:cNvGrpSpPr/>
        <p:nvPr/>
      </p:nvGrpSpPr>
      <p:grpSpPr>
        <a:xfrm>
          <a:off x="0" y="0"/>
          <a:ext cx="0" cy="0"/>
          <a:chOff x="0" y="0"/>
          <a:chExt cx="0" cy="0"/>
        </a:xfrm>
      </p:grpSpPr>
      <p:sp>
        <p:nvSpPr>
          <p:cNvPr id="7" name="Rectangle 6"/>
          <p:cNvSpPr/>
          <p:nvPr userDrawn="1"/>
        </p:nvSpPr>
        <p:spPr>
          <a:xfrm>
            <a:off x="1" y="1"/>
            <a:ext cx="4635499" cy="6858000"/>
          </a:xfrm>
          <a:prstGeom prst="rect">
            <a:avLst/>
          </a:prstGeom>
          <a:solidFill>
            <a:schemeClr val="accent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700" dirty="0" err="1">
              <a:solidFill>
                <a:schemeClr val="bg1"/>
              </a:solidFill>
              <a:latin typeface="Gotham Medium" panose="02000604030000020004" pitchFamily="50" charset="0"/>
            </a:endParaRPr>
          </a:p>
        </p:txBody>
      </p: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4635500" cy="6858000"/>
          </a:xfrm>
          <a:prstGeom prst="rect">
            <a:avLst/>
          </a:prstGeom>
        </p:spPr>
      </p:pic>
      <p:pic>
        <p:nvPicPr>
          <p:cNvPr id="12" name="Picture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1"/>
            <a:ext cx="4635500" cy="6858000"/>
          </a:xfrm>
          <a:prstGeom prst="rect">
            <a:avLst/>
          </a:prstGeom>
        </p:spPr>
      </p:pic>
      <p:sp>
        <p:nvSpPr>
          <p:cNvPr id="10" name="Text Placeholder 9"/>
          <p:cNvSpPr>
            <a:spLocks noGrp="1"/>
          </p:cNvSpPr>
          <p:nvPr>
            <p:ph type="body" sz="quarter" idx="13" hasCustomPrompt="1"/>
          </p:nvPr>
        </p:nvSpPr>
        <p:spPr>
          <a:xfrm>
            <a:off x="743783" y="1825870"/>
            <a:ext cx="3147933" cy="670243"/>
          </a:xfrm>
          <a:prstGeom prst="rect">
            <a:avLst/>
          </a:prstGeom>
        </p:spPr>
        <p:txBody>
          <a:bodyPr anchor="b" anchorCtr="0">
            <a:noAutofit/>
          </a:bodyPr>
          <a:lstStyle>
            <a:lvl1pPr marL="0" indent="0" algn="ctr">
              <a:buNone/>
              <a:defRPr sz="3200" baseline="0">
                <a:solidFill>
                  <a:schemeClr val="bg1"/>
                </a:solidFill>
                <a:latin typeface="+mj-lt"/>
              </a:defRPr>
            </a:lvl1pPr>
            <a:lvl2pPr marL="297088" indent="0" algn="ctr">
              <a:buNone/>
              <a:defRPr sz="3600">
                <a:latin typeface="+mj-lt"/>
              </a:defRPr>
            </a:lvl2pPr>
            <a:lvl3pPr marL="596206" indent="0" algn="ctr">
              <a:buNone/>
              <a:defRPr sz="3600">
                <a:latin typeface="+mj-lt"/>
              </a:defRPr>
            </a:lvl3pPr>
            <a:lvl4pPr marL="882694" indent="0" algn="ctr">
              <a:buNone/>
              <a:defRPr sz="3600">
                <a:latin typeface="+mj-lt"/>
              </a:defRPr>
            </a:lvl4pPr>
            <a:lvl5pPr marL="1097017" indent="0" algn="ctr">
              <a:buNone/>
              <a:defRPr sz="3600">
                <a:latin typeface="+mj-lt"/>
              </a:defRPr>
            </a:lvl5pPr>
          </a:lstStyle>
          <a:p>
            <a:pPr lvl="0"/>
            <a:r>
              <a:rPr lang="en-US" dirty="0"/>
              <a:t>Slide Title</a:t>
            </a:r>
          </a:p>
        </p:txBody>
      </p:sp>
      <p:sp>
        <p:nvSpPr>
          <p:cNvPr id="8" name="Rectangle 7"/>
          <p:cNvSpPr/>
          <p:nvPr userDrawn="1"/>
        </p:nvSpPr>
        <p:spPr>
          <a:xfrm>
            <a:off x="4640266" y="-462745"/>
            <a:ext cx="4776604" cy="338554"/>
          </a:xfrm>
          <a:prstGeom prst="rect">
            <a:avLst/>
          </a:prstGeom>
        </p:spPr>
        <p:txBody>
          <a:bodyPr wrap="square">
            <a:spAutoFit/>
          </a:bodyPr>
          <a:lstStyle/>
          <a:p>
            <a:pPr algn="l" defTabSz="1219232"/>
            <a:r>
              <a:rPr lang="en-US" sz="1600" b="1" i="0" dirty="0">
                <a:solidFill>
                  <a:srgbClr val="404040"/>
                </a:solidFill>
                <a:latin typeface="PS TT Commons DemiBold" charset="0"/>
                <a:ea typeface="PS TT Commons DemiBold" charset="0"/>
                <a:cs typeface="PS TT Commons DemiBold" charset="0"/>
              </a:rPr>
              <a:t>This bullet list </a:t>
            </a:r>
            <a:r>
              <a:rPr lang="en-US" sz="1600" b="1" i="0">
                <a:solidFill>
                  <a:srgbClr val="404040"/>
                </a:solidFill>
                <a:latin typeface="PS TT Commons DemiBold" charset="0"/>
                <a:ea typeface="PS TT Commons DemiBold" charset="0"/>
                <a:cs typeface="PS TT Commons DemiBold" charset="0"/>
              </a:rPr>
              <a:t>is </a:t>
            </a:r>
            <a:r>
              <a:rPr lang="en-US" sz="1600" b="1" i="0">
                <a:solidFill>
                  <a:srgbClr val="F05A28"/>
                </a:solidFill>
                <a:latin typeface="PS TT Commons DemiBold" charset="0"/>
                <a:ea typeface="PS TT Commons DemiBold" charset="0"/>
                <a:cs typeface="PS TT Commons DemiBold" charset="0"/>
              </a:rPr>
              <a:t>preset </a:t>
            </a:r>
            <a:r>
              <a:rPr lang="en-US" sz="1600" b="1" i="0">
                <a:solidFill>
                  <a:srgbClr val="404040"/>
                </a:solidFill>
                <a:latin typeface="PS TT Commons DemiBold" charset="0"/>
                <a:ea typeface="PS TT Commons DemiBold" charset="0"/>
                <a:cs typeface="PS TT Commons DemiBold" charset="0"/>
              </a:rPr>
              <a:t>with</a:t>
            </a:r>
            <a:r>
              <a:rPr lang="en-US" sz="1600" b="1" i="0" baseline="0">
                <a:solidFill>
                  <a:srgbClr val="404040"/>
                </a:solidFill>
                <a:latin typeface="PS TT Commons DemiBold" charset="0"/>
                <a:ea typeface="PS TT Commons DemiBold" charset="0"/>
                <a:cs typeface="PS TT Commons DemiBold" charset="0"/>
              </a:rPr>
              <a:t> </a:t>
            </a:r>
            <a:r>
              <a:rPr lang="en-US" sz="1600" b="1" i="0">
                <a:solidFill>
                  <a:srgbClr val="F05A28"/>
                </a:solidFill>
                <a:latin typeface="PS TT Commons DemiBold" charset="0"/>
                <a:ea typeface="PS TT Commons DemiBold" charset="0"/>
                <a:cs typeface="PS TT Commons DemiBold" charset="0"/>
              </a:rPr>
              <a:t>animations</a:t>
            </a:r>
            <a:endParaRPr lang="en-US" sz="1600" b="1" i="0" dirty="0">
              <a:solidFill>
                <a:srgbClr val="F05A28"/>
              </a:solidFill>
              <a:latin typeface="PS TT Commons DemiBold" charset="0"/>
              <a:ea typeface="PS TT Commons DemiBold" charset="0"/>
              <a:cs typeface="PS TT Commons DemiBold" charset="0"/>
            </a:endParaRPr>
          </a:p>
        </p:txBody>
      </p:sp>
      <p:sp>
        <p:nvSpPr>
          <p:cNvPr id="3" name="Text Placeholder 2"/>
          <p:cNvSpPr>
            <a:spLocks noGrp="1"/>
          </p:cNvSpPr>
          <p:nvPr>
            <p:ph type="body" sz="quarter" idx="14" hasCustomPrompt="1"/>
          </p:nvPr>
        </p:nvSpPr>
        <p:spPr>
          <a:xfrm>
            <a:off x="5181600" y="542544"/>
            <a:ext cx="6461760" cy="5779008"/>
          </a:xfrm>
        </p:spPr>
        <p:txBody>
          <a:bodyPr anchor="ctr"/>
          <a:lstStyle>
            <a:lvl1pPr>
              <a:spcBef>
                <a:spcPts val="1800"/>
              </a:spcBef>
              <a:defRPr sz="2400">
                <a:solidFill>
                  <a:schemeClr val="accent1"/>
                </a:solidFill>
                <a:latin typeface="+mn-lt"/>
              </a:defRPr>
            </a:lvl1pPr>
            <a:lvl2pPr>
              <a:defRPr sz="2400" b="0" i="0">
                <a:solidFill>
                  <a:schemeClr val="accent1"/>
                </a:solidFill>
                <a:latin typeface="PS TT Commons" charset="0"/>
                <a:ea typeface="PS TT Commons" charset="0"/>
                <a:cs typeface="PS TT Commons" charset="0"/>
              </a:defRPr>
            </a:lvl2pPr>
            <a:lvl3pPr>
              <a:defRPr sz="2400" b="0" i="0">
                <a:solidFill>
                  <a:schemeClr val="accent1"/>
                </a:solidFill>
                <a:latin typeface="PS TT Commons" charset="0"/>
                <a:ea typeface="PS TT Commons" charset="0"/>
                <a:cs typeface="PS TT Commons" charset="0"/>
              </a:defRPr>
            </a:lvl3pPr>
            <a:lvl4pPr>
              <a:defRPr sz="2400" b="0" i="0">
                <a:solidFill>
                  <a:schemeClr val="accent1"/>
                </a:solidFill>
                <a:latin typeface="PS TT Commons" charset="0"/>
                <a:ea typeface="PS TT Commons" charset="0"/>
                <a:cs typeface="PS TT Commons" charset="0"/>
              </a:defRPr>
            </a:lvl4pPr>
          </a:lstStyle>
          <a:p>
            <a:pPr lvl="0"/>
            <a:r>
              <a:rPr lang="en-US"/>
              <a:t>Click to add text</a:t>
            </a:r>
          </a:p>
          <a:p>
            <a:pPr lvl="0"/>
            <a:r>
              <a:rPr lang="en-US"/>
              <a:t>Click to add text</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4181145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nodeType="withEffect">
                                  <p:stCondLst>
                                    <p:cond delay="0"/>
                                  </p:stCondLst>
                                  <p:childTnLst>
                                    <p:set>
                                      <p:cBhvr>
                                        <p:cTn id="6" dur="1" fill="hold">
                                          <p:stCondLst>
                                            <p:cond delay="0"/>
                                          </p:stCondLst>
                                        </p:cTn>
                                        <p:tgtEl>
                                          <p:spTgt spid="12"/>
                                        </p:tgtEl>
                                        <p:attrNameLst>
                                          <p:attrName>style.visibility</p:attrName>
                                        </p:attrNameLst>
                                      </p:cBhvr>
                                      <p:to>
                                        <p:strVal val="hidden"/>
                                      </p:to>
                                    </p:set>
                                  </p:childTnLst>
                                </p:cTn>
                              </p:par>
                              <p:par>
                                <p:cTn id="7" presetID="1" presetClass="entr" presetSubtype="0" fill="hold" nodeType="withEffect">
                                  <p:stCondLst>
                                    <p:cond delay="50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xit" presetSubtype="0" fill="hold" nodeType="withEffect">
                                  <p:stCondLst>
                                    <p:cond delay="5000"/>
                                  </p:stCondLst>
                                  <p:childTnLst>
                                    <p:set>
                                      <p:cBhvr>
                                        <p:cTn id="10" dur="1" fill="hold">
                                          <p:stCondLst>
                                            <p:cond delay="0"/>
                                          </p:stCondLst>
                                        </p:cTn>
                                        <p:tgtEl>
                                          <p:spTgt spid="11"/>
                                        </p:tgtEl>
                                        <p:attrNameLst>
                                          <p:attrName>style.visibility</p:attrName>
                                        </p:attrNameLst>
                                      </p:cBhvr>
                                      <p:to>
                                        <p:strVal val="hidden"/>
                                      </p:to>
                                    </p:set>
                                  </p:childTnLst>
                                </p:cTn>
                              </p:par>
                            </p:childTnLst>
                          </p:cTn>
                        </p:par>
                        <p:par>
                          <p:cTn id="11" fill="hold">
                            <p:stCondLst>
                              <p:cond delay="5000"/>
                            </p:stCondLst>
                            <p:childTnLst>
                              <p:par>
                                <p:cTn id="12" presetID="1" presetClass="entr" presetSubtype="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3">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0" end="0"/>
                                            </p:txEl>
                                          </p:spTgt>
                                        </p:tgtEl>
                                        <p:attrNameLst>
                                          <p:attrName>ppt_c</p:attrName>
                                        </p:attrNameLst>
                                      </p:cBhvr>
                                      <p:to>
                                        <a:schemeClr val="tx1"/>
                                      </p:to>
                                    </p:animClr>
                                  </p:sub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1" end="1"/>
                                            </p:txEl>
                                          </p:spTgt>
                                        </p:tgtEl>
                                        <p:attrNameLst>
                                          <p:attrName>ppt_c</p:attrName>
                                        </p:attrNameLst>
                                      </p:cBhvr>
                                      <p:to>
                                        <a:schemeClr val="tx1"/>
                                      </p:to>
                                    </p:animClr>
                                  </p:sub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2" end="2"/>
                                            </p:txEl>
                                          </p:spTgt>
                                        </p:tgtEl>
                                        <p:attrNameLst>
                                          <p:attrName>ppt_c</p:attrName>
                                        </p:attrNameLst>
                                      </p:cBhvr>
                                      <p:to>
                                        <a:schemeClr val="tx1"/>
                                      </p:to>
                                    </p:animClr>
                                  </p:sub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3" end="3"/>
                                            </p:txEl>
                                          </p:spTgt>
                                        </p:tgtEl>
                                        <p:attrNameLst>
                                          <p:attrName>ppt_c</p:attrName>
                                        </p:attrNameLst>
                                      </p:cBhvr>
                                      <p:to>
                                        <a:schemeClr val="tx1"/>
                                      </p:to>
                                    </p:animClr>
                                  </p:sub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4" end="4"/>
                                            </p:txEl>
                                          </p:spTgt>
                                        </p:tgtEl>
                                        <p:attrNameLst>
                                          <p:attrName>ppt_c</p:attrName>
                                        </p:attrNameLst>
                                      </p:cBhvr>
                                      <p:to>
                                        <a:schemeClr val="tx1"/>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5">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subTnLst>
                    <p:animClr clrSpc="rgb" dir="cw">
                      <p:cBhvr override="childStyle">
                        <p:cTn dur="1" fill="hold" display="0" masterRel="nextClick" afterEffect="1"/>
                        <p:tgtEl>
                          <p:spTgt spid="3"/>
                        </p:tgtEl>
                        <p:attrNameLst>
                          <p:attrName>ppt_c</p:attrName>
                        </p:attrNameLst>
                      </p:cBhvr>
                      <p:to>
                        <a:schemeClr val="tx1"/>
                      </p:to>
                    </p:animClr>
                  </p:sub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subTnLst>
                    <p:animClr clrSpc="rgb" dir="cw">
                      <p:cBhvr override="childStyle">
                        <p:cTn dur="1" fill="hold" display="0" masterRel="nextClick" afterEffect="1"/>
                        <p:tgtEl>
                          <p:spTgt spid="3"/>
                        </p:tgtEl>
                        <p:attrNameLst>
                          <p:attrName>ppt_c</p:attrName>
                        </p:attrNameLst>
                      </p:cBhvr>
                      <p:to>
                        <a:schemeClr val="tx1"/>
                      </p:to>
                    </p:animClr>
                  </p:subTnLst>
                </p:cTn>
              </p:par>
            </p:tnLst>
          </p:tmpl>
          <p:tmpl lvl="3">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subTnLst>
                    <p:animClr clrSpc="rgb" dir="cw">
                      <p:cBhvr override="childStyle">
                        <p:cTn dur="1" fill="hold" display="0" masterRel="nextClick" afterEffect="1"/>
                        <p:tgtEl>
                          <p:spTgt spid="3"/>
                        </p:tgtEl>
                        <p:attrNameLst>
                          <p:attrName>ppt_c</p:attrName>
                        </p:attrNameLst>
                      </p:cBhvr>
                      <p:to>
                        <a:schemeClr val="tx1"/>
                      </p:to>
                    </p:animClr>
                  </p:subTnLst>
                </p:cTn>
              </p:par>
            </p:tnLst>
          </p:tmpl>
          <p:tmpl lvl="4">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subTnLst>
                    <p:animClr clrSpc="rgb" dir="cw">
                      <p:cBhvr override="childStyle">
                        <p:cTn dur="1" fill="hold" display="0" masterRel="nextClick" afterEffect="1"/>
                        <p:tgtEl>
                          <p:spTgt spid="3"/>
                        </p:tgtEl>
                        <p:attrNameLst>
                          <p:attrName>ppt_c</p:attrName>
                        </p:attrNameLst>
                      </p:cBhvr>
                      <p:to>
                        <a:schemeClr val="tx1"/>
                      </p:to>
                    </p:animClr>
                  </p:subTnLst>
                </p:cTn>
              </p:par>
            </p:tnLst>
          </p:tmpl>
          <p:tmpl lvl="5">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subTnLst>
                    <p:animClr clrSpc="rgb" dir="cw">
                      <p:cBhvr override="childStyle">
                        <p:cTn dur="1" fill="hold" display="0" masterRel="nextClick" afterEffect="1"/>
                        <p:tgtEl>
                          <p:spTgt spid="3"/>
                        </p:tgtEl>
                        <p:attrNameLst>
                          <p:attrName>ppt_c</p:attrName>
                        </p:attrNameLst>
                      </p:cBhvr>
                      <p:to>
                        <a:schemeClr val="tx1"/>
                      </p:to>
                    </p:animClr>
                  </p:subTnLst>
                </p:cTn>
              </p:par>
            </p:tnLst>
          </p:tmpl>
        </p:tmplLst>
      </p:bldP>
    </p:bldLst>
  </p:timing>
  <p:extLst>
    <p:ext uri="{DCECCB84-F9BA-43D5-87BE-67443E8EF086}">
      <p15:sldGuideLst xmlns:p15="http://schemas.microsoft.com/office/powerpoint/2012/main">
        <p15:guide id="1" orient="horz" pos="2160">
          <p15:clr>
            <a:srgbClr val="FBAE40"/>
          </p15:clr>
        </p15:guide>
        <p15:guide id="2" pos="3264">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emo">
    <p:spTree>
      <p:nvGrpSpPr>
        <p:cNvPr id="1" name=""/>
        <p:cNvGrpSpPr/>
        <p:nvPr/>
      </p:nvGrpSpPr>
      <p:grpSpPr>
        <a:xfrm>
          <a:off x="0" y="0"/>
          <a:ext cx="0" cy="0"/>
          <a:chOff x="0" y="0"/>
          <a:chExt cx="0" cy="0"/>
        </a:xfrm>
      </p:grpSpPr>
      <p:sp>
        <p:nvSpPr>
          <p:cNvPr id="7" name="Rectangle 6"/>
          <p:cNvSpPr/>
          <p:nvPr userDrawn="1"/>
        </p:nvSpPr>
        <p:spPr>
          <a:xfrm>
            <a:off x="0" y="0"/>
            <a:ext cx="4635500" cy="6858000"/>
          </a:xfrm>
          <a:prstGeom prst="rect">
            <a:avLst/>
          </a:prstGeom>
          <a:solidFill>
            <a:schemeClr val="accent2"/>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700" dirty="0" err="1">
              <a:solidFill>
                <a:schemeClr val="bg1"/>
              </a:solidFill>
              <a:latin typeface="Gotham Medium" panose="02000604030000020004" pitchFamily="50" charset="0"/>
            </a:endParaRP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4635500" cy="6858000"/>
          </a:xfrm>
          <a:prstGeom prst="rect">
            <a:avLst/>
          </a:prstGeom>
        </p:spPr>
      </p:pic>
      <p:pic>
        <p:nvPicPr>
          <p:cNvPr id="11" name="Picture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4635500" cy="6858000"/>
          </a:xfrm>
          <a:prstGeom prst="rect">
            <a:avLst/>
          </a:prstGeom>
        </p:spPr>
      </p:pic>
      <p:sp>
        <p:nvSpPr>
          <p:cNvPr id="10" name="TextBox 9"/>
          <p:cNvSpPr txBox="1"/>
          <p:nvPr userDrawn="1"/>
        </p:nvSpPr>
        <p:spPr>
          <a:xfrm>
            <a:off x="1" y="2054618"/>
            <a:ext cx="4629149" cy="446276"/>
          </a:xfrm>
          <a:prstGeom prst="rect">
            <a:avLst/>
          </a:prstGeom>
          <a:noFill/>
        </p:spPr>
        <p:txBody>
          <a:bodyPr wrap="square" rtlCol="0">
            <a:noAutofit/>
          </a:bodyPr>
          <a:lstStyle/>
          <a:p>
            <a:pPr algn="ctr">
              <a:lnSpc>
                <a:spcPts val="3000"/>
              </a:lnSpc>
            </a:pPr>
            <a:r>
              <a:rPr lang="en-US" sz="3600" b="0" i="0" dirty="0">
                <a:solidFill>
                  <a:schemeClr val="bg1"/>
                </a:solidFill>
                <a:latin typeface="+mj-lt"/>
                <a:ea typeface="Gotham Light" charset="0"/>
                <a:cs typeface="Gotham Light" charset="0"/>
              </a:rPr>
              <a:t>Demo</a:t>
            </a:r>
          </a:p>
        </p:txBody>
      </p:sp>
      <p:sp>
        <p:nvSpPr>
          <p:cNvPr id="9" name="Rectangle 8"/>
          <p:cNvSpPr/>
          <p:nvPr userDrawn="1"/>
        </p:nvSpPr>
        <p:spPr>
          <a:xfrm>
            <a:off x="4640266" y="-462745"/>
            <a:ext cx="4776604" cy="338554"/>
          </a:xfrm>
          <a:prstGeom prst="rect">
            <a:avLst/>
          </a:prstGeom>
        </p:spPr>
        <p:txBody>
          <a:bodyPr wrap="square">
            <a:spAutoFit/>
          </a:bodyPr>
          <a:lstStyle/>
          <a:p>
            <a:pPr algn="l" defTabSz="1219232"/>
            <a:r>
              <a:rPr lang="en-US" sz="1600" b="1" i="0" dirty="0">
                <a:solidFill>
                  <a:srgbClr val="404040"/>
                </a:solidFill>
                <a:latin typeface="PS TT Commons DemiBold" charset="0"/>
                <a:ea typeface="PS TT Commons DemiBold" charset="0"/>
                <a:cs typeface="PS TT Commons DemiBold" charset="0"/>
              </a:rPr>
              <a:t>This bullet list </a:t>
            </a:r>
            <a:r>
              <a:rPr lang="en-US" sz="1600" b="1" i="0">
                <a:solidFill>
                  <a:srgbClr val="404040"/>
                </a:solidFill>
                <a:latin typeface="PS TT Commons DemiBold" charset="0"/>
                <a:ea typeface="PS TT Commons DemiBold" charset="0"/>
                <a:cs typeface="PS TT Commons DemiBold" charset="0"/>
              </a:rPr>
              <a:t>is </a:t>
            </a:r>
            <a:r>
              <a:rPr lang="en-US" sz="1600" b="1" i="0">
                <a:solidFill>
                  <a:schemeClr val="accent2"/>
                </a:solidFill>
                <a:latin typeface="PS TT Commons DemiBold" charset="0"/>
                <a:ea typeface="PS TT Commons DemiBold" charset="0"/>
                <a:cs typeface="PS TT Commons DemiBold" charset="0"/>
              </a:rPr>
              <a:t>preset</a:t>
            </a:r>
            <a:r>
              <a:rPr lang="en-US" sz="1600" b="1" i="0">
                <a:solidFill>
                  <a:schemeClr val="accent1"/>
                </a:solidFill>
                <a:latin typeface="PS TT Commons DemiBold" charset="0"/>
                <a:ea typeface="PS TT Commons DemiBold" charset="0"/>
                <a:cs typeface="PS TT Commons DemiBold" charset="0"/>
              </a:rPr>
              <a:t> </a:t>
            </a:r>
            <a:r>
              <a:rPr lang="en-US" sz="1600" b="1" i="0">
                <a:solidFill>
                  <a:srgbClr val="404040"/>
                </a:solidFill>
                <a:latin typeface="PS TT Commons DemiBold" charset="0"/>
                <a:ea typeface="PS TT Commons DemiBold" charset="0"/>
                <a:cs typeface="PS TT Commons DemiBold" charset="0"/>
              </a:rPr>
              <a:t>with</a:t>
            </a:r>
            <a:r>
              <a:rPr lang="en-US" sz="1600" b="1" i="0" baseline="0">
                <a:solidFill>
                  <a:srgbClr val="404040"/>
                </a:solidFill>
                <a:latin typeface="PS TT Commons DemiBold" charset="0"/>
                <a:ea typeface="PS TT Commons DemiBold" charset="0"/>
                <a:cs typeface="PS TT Commons DemiBold" charset="0"/>
              </a:rPr>
              <a:t> </a:t>
            </a:r>
            <a:r>
              <a:rPr lang="en-US" sz="1600" b="1" i="0">
                <a:solidFill>
                  <a:schemeClr val="accent2"/>
                </a:solidFill>
                <a:latin typeface="PS TT Commons DemiBold" charset="0"/>
                <a:ea typeface="PS TT Commons DemiBold" charset="0"/>
                <a:cs typeface="PS TT Commons DemiBold" charset="0"/>
              </a:rPr>
              <a:t>animations</a:t>
            </a:r>
            <a:endParaRPr lang="en-US" sz="1600" b="1" i="0" dirty="0">
              <a:solidFill>
                <a:schemeClr val="accent2"/>
              </a:solidFill>
              <a:latin typeface="PS TT Commons DemiBold" charset="0"/>
              <a:ea typeface="PS TT Commons DemiBold" charset="0"/>
              <a:cs typeface="PS TT Commons DemiBold" charset="0"/>
            </a:endParaRPr>
          </a:p>
        </p:txBody>
      </p:sp>
      <p:sp>
        <p:nvSpPr>
          <p:cNvPr id="15" name="Text Placeholder 2"/>
          <p:cNvSpPr>
            <a:spLocks noGrp="1"/>
          </p:cNvSpPr>
          <p:nvPr>
            <p:ph type="body" sz="quarter" idx="14" hasCustomPrompt="1"/>
          </p:nvPr>
        </p:nvSpPr>
        <p:spPr>
          <a:xfrm>
            <a:off x="5181600" y="542544"/>
            <a:ext cx="6461760" cy="5779008"/>
          </a:xfrm>
        </p:spPr>
        <p:txBody>
          <a:bodyPr anchor="ctr"/>
          <a:lstStyle>
            <a:lvl1pPr>
              <a:defRPr sz="2400">
                <a:solidFill>
                  <a:schemeClr val="accent2"/>
                </a:solidFill>
              </a:defRPr>
            </a:lvl1pPr>
            <a:lvl2pPr>
              <a:defRPr sz="2400" b="0" i="0">
                <a:solidFill>
                  <a:schemeClr val="accent2"/>
                </a:solidFill>
                <a:latin typeface="PS TT Commons" charset="0"/>
                <a:ea typeface="PS TT Commons" charset="0"/>
                <a:cs typeface="PS TT Commons" charset="0"/>
              </a:defRPr>
            </a:lvl2pPr>
            <a:lvl3pPr>
              <a:defRPr sz="2400" b="0" i="0">
                <a:solidFill>
                  <a:schemeClr val="accent2"/>
                </a:solidFill>
                <a:latin typeface="PS TT Commons" charset="0"/>
                <a:ea typeface="PS TT Commons" charset="0"/>
                <a:cs typeface="PS TT Commons" charset="0"/>
              </a:defRPr>
            </a:lvl3pPr>
            <a:lvl4pPr>
              <a:defRPr sz="2400" b="0" i="0">
                <a:solidFill>
                  <a:schemeClr val="accent2"/>
                </a:solidFill>
                <a:latin typeface="PS TT Commons" charset="0"/>
                <a:ea typeface="PS TT Commons" charset="0"/>
                <a:cs typeface="PS TT Commons" charset="0"/>
              </a:defRPr>
            </a:lvl4pPr>
          </a:lstStyle>
          <a:p>
            <a:pPr lvl="0"/>
            <a:r>
              <a:rPr lang="en-US"/>
              <a:t>Click to add text</a:t>
            </a:r>
          </a:p>
          <a:p>
            <a:pPr lvl="0"/>
            <a:r>
              <a:rPr lang="en-US"/>
              <a:t>Click to add text</a:t>
            </a:r>
          </a:p>
          <a:p>
            <a:pPr lvl="1"/>
            <a:r>
              <a:rPr lang="en-US"/>
              <a:t>Second level</a:t>
            </a:r>
          </a:p>
          <a:p>
            <a:pPr lvl="2"/>
            <a:r>
              <a:rPr lang="en-US"/>
              <a:t>Third level</a:t>
            </a:r>
          </a:p>
          <a:p>
            <a:pPr lvl="3"/>
            <a:r>
              <a:rPr lang="en-US"/>
              <a:t>Fourth level</a:t>
            </a:r>
          </a:p>
        </p:txBody>
      </p:sp>
      <p:sp>
        <p:nvSpPr>
          <p:cNvPr id="2" name="TextBox 1"/>
          <p:cNvSpPr txBox="1"/>
          <p:nvPr userDrawn="1"/>
        </p:nvSpPr>
        <p:spPr>
          <a:xfrm>
            <a:off x="8205216" y="4389120"/>
            <a:ext cx="609600" cy="609600"/>
          </a:xfrm>
          <a:prstGeom prst="rect">
            <a:avLst/>
          </a:prstGeom>
        </p:spPr>
        <p:txBody>
          <a:bodyPr vert="horz" wrap="none" lIns="0" tIns="21980" rIns="43959" bIns="21980" rtlCol="0" anchor="b" anchorCtr="0">
            <a:noAutofit/>
          </a:bodyPr>
          <a:lstStyle/>
          <a:p>
            <a:pPr marL="0" marR="0" indent="0" algn="l" defTabSz="293016" rtl="0" eaLnBrk="1" fontAlgn="auto" latinLnBrk="0" hangingPunct="1">
              <a:lnSpc>
                <a:spcPct val="85000"/>
              </a:lnSpc>
              <a:spcBef>
                <a:spcPct val="0"/>
              </a:spcBef>
              <a:spcAft>
                <a:spcPts val="0"/>
              </a:spcAft>
              <a:buClrTx/>
              <a:buSzTx/>
              <a:buFontTx/>
              <a:buNone/>
              <a:tabLst/>
            </a:pPr>
            <a:endParaRPr kumimoji="0" lang="en-US" sz="2350" b="0" i="0" u="none" strike="noStrike" kern="1200" cap="none" spc="0" normalizeH="0" baseline="0" noProof="0" dirty="0">
              <a:ln>
                <a:noFill/>
              </a:ln>
              <a:solidFill>
                <a:srgbClr val="E5E5E5">
                  <a:lumMod val="10000"/>
                </a:srgbClr>
              </a:solidFill>
              <a:effectLst/>
              <a:uLnTx/>
              <a:uFillTx/>
              <a:latin typeface="PS TT Commons" charset="0"/>
              <a:ea typeface="PS TT Commons" charset="0"/>
              <a:cs typeface="PS TT Commons" charset="0"/>
            </a:endParaRPr>
          </a:p>
        </p:txBody>
      </p:sp>
    </p:spTree>
    <p:extLst>
      <p:ext uri="{BB962C8B-B14F-4D97-AF65-F5344CB8AC3E}">
        <p14:creationId xmlns:p14="http://schemas.microsoft.com/office/powerpoint/2010/main" val="2762768532"/>
      </p:ext>
    </p:extLst>
  </p:cSld>
  <p:clrMapOvr>
    <a:masterClrMapping/>
  </p:clrMapOvr>
  <p:extLst>
    <p:ext uri="{DCECCB84-F9BA-43D5-87BE-67443E8EF086}">
      <p15:sldGuideLst xmlns:p15="http://schemas.microsoft.com/office/powerpoint/2012/main">
        <p15:guide id="1" orient="horz" pos="2160">
          <p15:clr>
            <a:srgbClr val="FBAE40"/>
          </p15:clr>
        </p15:guide>
        <p15:guide id="2" pos="326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BC152-5D1F-47B5-8951-616F8DA0C126}"/>
              </a:ext>
            </a:extLst>
          </p:cNvPr>
          <p:cNvSpPr>
            <a:spLocks noGrp="1"/>
          </p:cNvSpPr>
          <p:nvPr>
            <p:ph type="title" hasCustomPrompt="1"/>
          </p:nvPr>
        </p:nvSpPr>
        <p:spPr/>
        <p:txBody>
          <a:bodyPr/>
          <a:lstStyle>
            <a:lvl1pPr>
              <a:defRPr baseline="0">
                <a:latin typeface="+mj-lt"/>
              </a:defRPr>
            </a:lvl1pPr>
          </a:lstStyle>
          <a:p>
            <a:r>
              <a:rPr lang="en-US"/>
              <a:t>Add Slide Title in Title Case</a:t>
            </a:r>
          </a:p>
        </p:txBody>
      </p:sp>
    </p:spTree>
    <p:extLst>
      <p:ext uri="{BB962C8B-B14F-4D97-AF65-F5344CB8AC3E}">
        <p14:creationId xmlns:p14="http://schemas.microsoft.com/office/powerpoint/2010/main" val="32871278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opic or Category with Large Icon-1">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5863167" y="2241005"/>
            <a:ext cx="4886609" cy="1230328"/>
          </a:xfrm>
          <a:prstGeom prst="rect">
            <a:avLst/>
          </a:prstGeom>
        </p:spPr>
        <p:txBody>
          <a:bodyPr anchor="b">
            <a:noAutofit/>
          </a:bodyPr>
          <a:lstStyle>
            <a:lvl1pPr marL="0" indent="0">
              <a:spcBef>
                <a:spcPts val="0"/>
              </a:spcBef>
              <a:buNone/>
              <a:defRPr sz="400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Topic or Title Introduction</a:t>
            </a:r>
          </a:p>
        </p:txBody>
      </p:sp>
      <p:sp>
        <p:nvSpPr>
          <p:cNvPr id="8" name="Picture Placeholder 7"/>
          <p:cNvSpPr>
            <a:spLocks noGrp="1"/>
          </p:cNvSpPr>
          <p:nvPr>
            <p:ph type="pic" sz="quarter" idx="12" hasCustomPrompt="1"/>
          </p:nvPr>
        </p:nvSpPr>
        <p:spPr>
          <a:xfrm>
            <a:off x="546101" y="560919"/>
            <a:ext cx="4783667" cy="5736167"/>
          </a:xfrm>
          <a:prstGeom prst="rect">
            <a:avLst/>
          </a:prstGeom>
        </p:spPr>
        <p:txBody>
          <a:bodyPr anchor="ctr">
            <a:normAutofit/>
          </a:bodyPr>
          <a:lstStyle>
            <a:lvl1pPr algn="ctr">
              <a:defRPr sz="3067" baseline="0">
                <a:solidFill>
                  <a:schemeClr val="bg1"/>
                </a:solidFill>
                <a:latin typeface="+mj-lt"/>
              </a:defRPr>
            </a:lvl1pPr>
          </a:lstStyle>
          <a:p>
            <a:r>
              <a:rPr lang="en-US"/>
              <a:t>Insert Icon Only</a:t>
            </a:r>
          </a:p>
        </p:txBody>
      </p:sp>
      <p:sp>
        <p:nvSpPr>
          <p:cNvPr id="5" name="Text Placeholder 7"/>
          <p:cNvSpPr>
            <a:spLocks noGrp="1"/>
          </p:cNvSpPr>
          <p:nvPr>
            <p:ph type="body" sz="quarter" idx="13" hasCustomPrompt="1"/>
          </p:nvPr>
        </p:nvSpPr>
        <p:spPr>
          <a:xfrm>
            <a:off x="5863167" y="3733339"/>
            <a:ext cx="4886609" cy="1733551"/>
          </a:xfrm>
          <a:prstGeom prst="rect">
            <a:avLst/>
          </a:prstGeom>
        </p:spPr>
        <p:txBody>
          <a:bodyPr anchor="t">
            <a:noAutofit/>
          </a:bodyPr>
          <a:lstStyle>
            <a:lvl1pPr marL="0" indent="0" algn="l">
              <a:lnSpc>
                <a:spcPct val="110000"/>
              </a:lnSpc>
              <a:spcBef>
                <a:spcPts val="0"/>
              </a:spcBef>
              <a:buNone/>
              <a:defRPr sz="2133" b="0" i="0" baseline="0">
                <a:solidFill>
                  <a:schemeClr val="bg1"/>
                </a:solidFill>
                <a:latin typeface="PS TT Commons" charset="0"/>
                <a:ea typeface="PS TT Commons" charset="0"/>
                <a:cs typeface="PS TT Commons" charset="0"/>
              </a:defRPr>
            </a:lvl1pPr>
          </a:lstStyle>
          <a:p>
            <a:pPr lvl="0"/>
            <a:r>
              <a:rPr lang="en-US"/>
              <a:t>Add a short bit of description text in this area. This should be a quick intro slide to an idea without a lot of text. Stick to a few sentences.</a:t>
            </a:r>
            <a:endParaRPr lang="en-US" dirty="0"/>
          </a:p>
        </p:txBody>
      </p:sp>
    </p:spTree>
    <p:extLst>
      <p:ext uri="{BB962C8B-B14F-4D97-AF65-F5344CB8AC3E}">
        <p14:creationId xmlns:p14="http://schemas.microsoft.com/office/powerpoint/2010/main" val="5954825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opic or Category with Large Icon-2">
    <p:bg>
      <p:bgPr>
        <a:solidFill>
          <a:schemeClr val="accent5"/>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2200367" y="462190"/>
            <a:ext cx="7791271" cy="3277961"/>
          </a:xfrm>
          <a:prstGeom prst="rect">
            <a:avLst/>
          </a:prstGeom>
        </p:spPr>
        <p:txBody>
          <a:bodyPr anchor="ctr">
            <a:normAutofit/>
          </a:bodyPr>
          <a:lstStyle>
            <a:lvl1pPr algn="ctr">
              <a:defRPr sz="3067">
                <a:solidFill>
                  <a:schemeClr val="bg1"/>
                </a:solidFill>
                <a:latin typeface="+mj-lt"/>
              </a:defRPr>
            </a:lvl1pPr>
          </a:lstStyle>
          <a:p>
            <a:r>
              <a:rPr lang="en-US"/>
              <a:t>Insert Icon Only</a:t>
            </a:r>
          </a:p>
        </p:txBody>
      </p:sp>
      <p:sp>
        <p:nvSpPr>
          <p:cNvPr id="6" name="Text Placeholder 5"/>
          <p:cNvSpPr>
            <a:spLocks noGrp="1"/>
          </p:cNvSpPr>
          <p:nvPr>
            <p:ph type="body" sz="quarter" idx="11" hasCustomPrompt="1"/>
          </p:nvPr>
        </p:nvSpPr>
        <p:spPr>
          <a:xfrm>
            <a:off x="1108894" y="3994999"/>
            <a:ext cx="9974217" cy="742949"/>
          </a:xfrm>
          <a:prstGeom prst="rect">
            <a:avLst/>
          </a:prstGeom>
        </p:spPr>
        <p:txBody>
          <a:bodyPr anchor="ctr">
            <a:noAutofit/>
          </a:bodyPr>
          <a:lstStyle>
            <a:lvl1pPr marL="0" indent="0" algn="ctr">
              <a:buNone/>
              <a:defRPr sz="4000" b="0" i="0">
                <a:solidFill>
                  <a:schemeClr val="bg1"/>
                </a:solidFill>
                <a:latin typeface="+mj-lt"/>
                <a:ea typeface="PS TT Commons" charset="0"/>
                <a:cs typeface="PS TT Commons" charset="0"/>
              </a:defRPr>
            </a:lvl1pPr>
          </a:lstStyle>
          <a:p>
            <a:pPr lvl="0"/>
            <a:r>
              <a:rPr lang="en-US"/>
              <a:t>Topic or Title Introduction</a:t>
            </a:r>
          </a:p>
        </p:txBody>
      </p:sp>
      <p:sp>
        <p:nvSpPr>
          <p:cNvPr id="8" name="Text Placeholder 7"/>
          <p:cNvSpPr>
            <a:spLocks noGrp="1"/>
          </p:cNvSpPr>
          <p:nvPr>
            <p:ph type="body" sz="quarter" idx="12" hasCustomPrompt="1"/>
          </p:nvPr>
        </p:nvSpPr>
        <p:spPr>
          <a:xfrm>
            <a:off x="3015080" y="4830236"/>
            <a:ext cx="6161845" cy="1138773"/>
          </a:xfrm>
          <a:prstGeom prst="rect">
            <a:avLst/>
          </a:prstGeom>
        </p:spPr>
        <p:txBody>
          <a:bodyPr anchor="t">
            <a:noAutofit/>
          </a:bodyPr>
          <a:lstStyle>
            <a:lvl1pPr marL="0" indent="0" algn="ctr">
              <a:lnSpc>
                <a:spcPct val="110000"/>
              </a:lnSpc>
              <a:spcBef>
                <a:spcPts val="0"/>
              </a:spcBef>
              <a:buNone/>
              <a:defRPr sz="2133" b="0" i="0" baseline="0">
                <a:solidFill>
                  <a:schemeClr val="bg1"/>
                </a:solidFill>
                <a:latin typeface="PS TT Commons" charset="0"/>
                <a:ea typeface="PS TT Commons" charset="0"/>
                <a:cs typeface="PS TT Commons" charset="0"/>
              </a:defRPr>
            </a:lvl1pPr>
          </a:lstStyle>
          <a:p>
            <a:pPr lvl="0"/>
            <a:r>
              <a:rPr lang="en-US"/>
              <a:t>Add a short bit of description text in this area. This should be a quick intro slide to an idea without a lot of text. Stick to a few sentences.</a:t>
            </a:r>
            <a:endParaRPr lang="en-US" dirty="0"/>
          </a:p>
        </p:txBody>
      </p:sp>
    </p:spTree>
    <p:extLst>
      <p:ext uri="{BB962C8B-B14F-4D97-AF65-F5344CB8AC3E}">
        <p14:creationId xmlns:p14="http://schemas.microsoft.com/office/powerpoint/2010/main" val="4422022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wo Column Six Item List with Icon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lang="en-US">
                <a:effectLst/>
              </a:defRPr>
            </a:lvl1pPr>
          </a:lstStyle>
          <a:p>
            <a:r>
              <a:rPr lang="en-US">
                <a:solidFill>
                  <a:srgbClr val="1A1A1A"/>
                </a:solidFill>
                <a:effectLst/>
                <a:latin typeface="PS TT Commons Light" charset="0"/>
              </a:rPr>
              <a:t>Two Column Six Item List with Icons</a:t>
            </a:r>
          </a:p>
        </p:txBody>
      </p:sp>
      <p:sp>
        <p:nvSpPr>
          <p:cNvPr id="4" name="Text Placeholder 3"/>
          <p:cNvSpPr>
            <a:spLocks noGrp="1"/>
          </p:cNvSpPr>
          <p:nvPr>
            <p:ph type="body" sz="quarter" idx="10" hasCustomPrompt="1"/>
          </p:nvPr>
        </p:nvSpPr>
        <p:spPr>
          <a:xfrm>
            <a:off x="2159000" y="1564247"/>
            <a:ext cx="3657600" cy="1341120"/>
          </a:xfrm>
          <a:prstGeom prst="rect">
            <a:avLst/>
          </a:prstGeom>
        </p:spPr>
        <p:txBody>
          <a:bodyPr lIns="0" anchor="ctr">
            <a:noAutofit/>
          </a:bodyPr>
          <a:lstStyle>
            <a:lvl1pPr>
              <a:defRPr sz="2267" b="0" i="0">
                <a:latin typeface="+mn-lt"/>
                <a:ea typeface="PS TT Commons Medium" charset="0"/>
                <a:cs typeface="PS TT Commons Medium" charset="0"/>
              </a:defRPr>
            </a:lvl1pPr>
          </a:lstStyle>
          <a:p>
            <a:pPr lvl="0"/>
            <a:r>
              <a:rPr lang="en-US"/>
              <a:t>Click to add text </a:t>
            </a:r>
          </a:p>
        </p:txBody>
      </p:sp>
      <p:sp>
        <p:nvSpPr>
          <p:cNvPr id="6" name="Text Placeholder 5"/>
          <p:cNvSpPr>
            <a:spLocks noGrp="1"/>
          </p:cNvSpPr>
          <p:nvPr>
            <p:ph type="body" sz="quarter" idx="11" hasCustomPrompt="1"/>
          </p:nvPr>
        </p:nvSpPr>
        <p:spPr>
          <a:xfrm>
            <a:off x="2159000" y="3111195"/>
            <a:ext cx="3657600" cy="1341120"/>
          </a:xfrm>
          <a:prstGeom prst="rect">
            <a:avLst/>
          </a:prstGeom>
        </p:spPr>
        <p:txBody>
          <a:bodyPr lIns="0" anchor="ctr">
            <a:noAutofit/>
          </a:bodyPr>
          <a:lstStyle>
            <a:lvl1pPr>
              <a:defRPr sz="2267" b="0" i="0">
                <a:latin typeface="+mn-lt"/>
                <a:ea typeface="PS TT Commons Medium" charset="0"/>
                <a:cs typeface="PS TT Commons Medium" charset="0"/>
              </a:defRPr>
            </a:lvl1pPr>
          </a:lstStyle>
          <a:p>
            <a:pPr lvl="0"/>
            <a:r>
              <a:rPr lang="en-US"/>
              <a:t>Click to add text </a:t>
            </a:r>
          </a:p>
        </p:txBody>
      </p:sp>
      <p:sp>
        <p:nvSpPr>
          <p:cNvPr id="8" name="Text Placeholder 7"/>
          <p:cNvSpPr>
            <a:spLocks noGrp="1"/>
          </p:cNvSpPr>
          <p:nvPr>
            <p:ph type="body" sz="quarter" idx="12" hasCustomPrompt="1"/>
          </p:nvPr>
        </p:nvSpPr>
        <p:spPr>
          <a:xfrm>
            <a:off x="2159000" y="4658143"/>
            <a:ext cx="3657600" cy="1341120"/>
          </a:xfrm>
          <a:prstGeom prst="rect">
            <a:avLst/>
          </a:prstGeom>
        </p:spPr>
        <p:txBody>
          <a:bodyPr lIns="0" anchor="ctr">
            <a:noAutofit/>
          </a:bodyPr>
          <a:lstStyle>
            <a:lvl1pPr>
              <a:defRPr sz="2267" b="0" i="0">
                <a:latin typeface="+mn-lt"/>
                <a:ea typeface="PS TT Commons Medium" charset="0"/>
                <a:cs typeface="PS TT Commons Medium" charset="0"/>
              </a:defRPr>
            </a:lvl1pPr>
          </a:lstStyle>
          <a:p>
            <a:pPr lvl="0"/>
            <a:r>
              <a:rPr lang="en-US"/>
              <a:t>Click to add text</a:t>
            </a:r>
          </a:p>
        </p:txBody>
      </p:sp>
      <p:sp>
        <p:nvSpPr>
          <p:cNvPr id="10" name="Text Placeholder 9"/>
          <p:cNvSpPr>
            <a:spLocks noGrp="1"/>
          </p:cNvSpPr>
          <p:nvPr>
            <p:ph type="body" sz="quarter" idx="13" hasCustomPrompt="1"/>
          </p:nvPr>
        </p:nvSpPr>
        <p:spPr>
          <a:xfrm>
            <a:off x="7696200" y="1564247"/>
            <a:ext cx="3657600" cy="1341120"/>
          </a:xfrm>
          <a:prstGeom prst="rect">
            <a:avLst/>
          </a:prstGeom>
        </p:spPr>
        <p:txBody>
          <a:bodyPr lIns="0" anchor="ctr">
            <a:noAutofit/>
          </a:bodyPr>
          <a:lstStyle>
            <a:lvl1pPr>
              <a:defRPr sz="2267" b="0" i="0">
                <a:latin typeface="+mn-lt"/>
                <a:ea typeface="PS TT Commons Medium" charset="0"/>
                <a:cs typeface="PS TT Commons Medium" charset="0"/>
              </a:defRPr>
            </a:lvl1pPr>
          </a:lstStyle>
          <a:p>
            <a:pPr lvl="0"/>
            <a:r>
              <a:rPr lang="en-US"/>
              <a:t>Click to add text</a:t>
            </a:r>
          </a:p>
        </p:txBody>
      </p:sp>
      <p:sp>
        <p:nvSpPr>
          <p:cNvPr id="12" name="Text Placeholder 11"/>
          <p:cNvSpPr>
            <a:spLocks noGrp="1"/>
          </p:cNvSpPr>
          <p:nvPr>
            <p:ph type="body" sz="quarter" idx="14" hasCustomPrompt="1"/>
          </p:nvPr>
        </p:nvSpPr>
        <p:spPr>
          <a:xfrm>
            <a:off x="7696200" y="3104093"/>
            <a:ext cx="3657600" cy="1341120"/>
          </a:xfrm>
          <a:prstGeom prst="rect">
            <a:avLst/>
          </a:prstGeom>
        </p:spPr>
        <p:txBody>
          <a:bodyPr lIns="0" anchor="ctr">
            <a:noAutofit/>
          </a:bodyPr>
          <a:lstStyle>
            <a:lvl1pPr>
              <a:defRPr sz="2267" b="0" i="0">
                <a:latin typeface="+mn-lt"/>
                <a:ea typeface="PS TT Commons Medium" charset="0"/>
                <a:cs typeface="PS TT Commons Medium" charset="0"/>
              </a:defRPr>
            </a:lvl1pPr>
          </a:lstStyle>
          <a:p>
            <a:pPr lvl="0"/>
            <a:r>
              <a:rPr lang="en-US"/>
              <a:t>Click to add text </a:t>
            </a:r>
          </a:p>
        </p:txBody>
      </p:sp>
      <p:sp>
        <p:nvSpPr>
          <p:cNvPr id="15" name="Text Placeholder 14"/>
          <p:cNvSpPr>
            <a:spLocks noGrp="1"/>
          </p:cNvSpPr>
          <p:nvPr>
            <p:ph type="body" sz="quarter" idx="15" hasCustomPrompt="1"/>
          </p:nvPr>
        </p:nvSpPr>
        <p:spPr>
          <a:xfrm>
            <a:off x="7696200" y="4658143"/>
            <a:ext cx="3657600" cy="1341120"/>
          </a:xfrm>
          <a:prstGeom prst="rect">
            <a:avLst/>
          </a:prstGeom>
        </p:spPr>
        <p:txBody>
          <a:bodyPr lIns="0" anchor="ctr">
            <a:noAutofit/>
          </a:bodyPr>
          <a:lstStyle>
            <a:lvl1pPr>
              <a:defRPr sz="2267" b="0" i="0">
                <a:latin typeface="+mn-lt"/>
                <a:ea typeface="PS TT Commons Medium" charset="0"/>
                <a:cs typeface="PS TT Commons Medium" charset="0"/>
              </a:defRPr>
            </a:lvl1pPr>
          </a:lstStyle>
          <a:p>
            <a:pPr lvl="0"/>
            <a:r>
              <a:rPr lang="en-US"/>
              <a:t>Click to add text </a:t>
            </a:r>
          </a:p>
        </p:txBody>
      </p:sp>
      <p:sp>
        <p:nvSpPr>
          <p:cNvPr id="17" name="Content Placeholder 16"/>
          <p:cNvSpPr>
            <a:spLocks noGrp="1"/>
          </p:cNvSpPr>
          <p:nvPr>
            <p:ph sz="quarter" idx="16" hasCustomPrompt="1"/>
          </p:nvPr>
        </p:nvSpPr>
        <p:spPr>
          <a:xfrm>
            <a:off x="838202" y="1690614"/>
            <a:ext cx="1093289" cy="1093289"/>
          </a:xfrm>
          <a:prstGeom prst="rect">
            <a:avLst/>
          </a:prstGeom>
        </p:spPr>
        <p:txBody>
          <a:bodyPr anchor="ctr">
            <a:normAutofit/>
          </a:bodyPr>
          <a:lstStyle>
            <a:lvl1pPr algn="ctr">
              <a:defRPr sz="1333" b="0" i="0">
                <a:latin typeface="PS TT Commons Book" charset="0"/>
                <a:ea typeface="PS TT Commons Book" charset="0"/>
                <a:cs typeface="PS TT Commons Book" charset="0"/>
              </a:defRPr>
            </a:lvl1pPr>
          </a:lstStyle>
          <a:p>
            <a:pPr lvl="0"/>
            <a:r>
              <a:rPr lang="en-US"/>
              <a:t>Click image icon</a:t>
            </a:r>
          </a:p>
        </p:txBody>
      </p:sp>
      <p:sp>
        <p:nvSpPr>
          <p:cNvPr id="18" name="Content Placeholder 16"/>
          <p:cNvSpPr>
            <a:spLocks noGrp="1"/>
          </p:cNvSpPr>
          <p:nvPr>
            <p:ph sz="quarter" idx="17" hasCustomPrompt="1"/>
          </p:nvPr>
        </p:nvSpPr>
        <p:spPr>
          <a:xfrm>
            <a:off x="838202" y="3235112"/>
            <a:ext cx="1093289" cy="1093289"/>
          </a:xfrm>
          <a:prstGeom prst="rect">
            <a:avLst/>
          </a:prstGeom>
        </p:spPr>
        <p:txBody>
          <a:bodyPr anchor="ctr">
            <a:normAutofit/>
          </a:bodyPr>
          <a:lstStyle>
            <a:lvl1pPr algn="ctr">
              <a:defRPr sz="1333" b="0" i="0" baseline="0">
                <a:latin typeface="PS TT Commons Book" charset="0"/>
                <a:ea typeface="PS TT Commons Book" charset="0"/>
                <a:cs typeface="PS TT Commons Book" charset="0"/>
              </a:defRPr>
            </a:lvl1pPr>
          </a:lstStyle>
          <a:p>
            <a:pPr lvl="0"/>
            <a:r>
              <a:rPr lang="en-US"/>
              <a:t>Click image icon</a:t>
            </a:r>
          </a:p>
        </p:txBody>
      </p:sp>
      <p:sp>
        <p:nvSpPr>
          <p:cNvPr id="23" name="Content Placeholder 16"/>
          <p:cNvSpPr>
            <a:spLocks noGrp="1"/>
          </p:cNvSpPr>
          <p:nvPr>
            <p:ph sz="quarter" idx="18" hasCustomPrompt="1"/>
          </p:nvPr>
        </p:nvSpPr>
        <p:spPr>
          <a:xfrm>
            <a:off x="838202" y="4782060"/>
            <a:ext cx="1093289" cy="1093289"/>
          </a:xfrm>
          <a:prstGeom prst="rect">
            <a:avLst/>
          </a:prstGeom>
        </p:spPr>
        <p:txBody>
          <a:bodyPr anchor="ctr">
            <a:normAutofit/>
          </a:bodyPr>
          <a:lstStyle>
            <a:lvl1pPr algn="ctr">
              <a:defRPr sz="1333" b="0" i="0">
                <a:latin typeface="PS TT Commons Book" charset="0"/>
                <a:ea typeface="PS TT Commons Book" charset="0"/>
                <a:cs typeface="PS TT Commons Book" charset="0"/>
              </a:defRPr>
            </a:lvl1pPr>
          </a:lstStyle>
          <a:p>
            <a:pPr lvl="0"/>
            <a:r>
              <a:rPr lang="en-US"/>
              <a:t>Click image icon</a:t>
            </a:r>
          </a:p>
        </p:txBody>
      </p:sp>
      <p:sp>
        <p:nvSpPr>
          <p:cNvPr id="24" name="Content Placeholder 16"/>
          <p:cNvSpPr>
            <a:spLocks noGrp="1"/>
          </p:cNvSpPr>
          <p:nvPr>
            <p:ph sz="quarter" idx="19" hasCustomPrompt="1"/>
          </p:nvPr>
        </p:nvSpPr>
        <p:spPr>
          <a:xfrm>
            <a:off x="6368387" y="1690614"/>
            <a:ext cx="1093289" cy="1093289"/>
          </a:xfrm>
          <a:prstGeom prst="rect">
            <a:avLst/>
          </a:prstGeom>
        </p:spPr>
        <p:txBody>
          <a:bodyPr anchor="ctr">
            <a:normAutofit/>
          </a:bodyPr>
          <a:lstStyle>
            <a:lvl1pPr algn="ctr">
              <a:defRPr sz="1333" b="0" i="0">
                <a:latin typeface="PS TT Commons Book" charset="0"/>
                <a:ea typeface="PS TT Commons Book" charset="0"/>
                <a:cs typeface="PS TT Commons Book" charset="0"/>
              </a:defRPr>
            </a:lvl1pPr>
          </a:lstStyle>
          <a:p>
            <a:pPr lvl="0"/>
            <a:r>
              <a:rPr lang="en-US"/>
              <a:t>Click image icon</a:t>
            </a:r>
          </a:p>
        </p:txBody>
      </p:sp>
      <p:sp>
        <p:nvSpPr>
          <p:cNvPr id="25" name="Content Placeholder 16"/>
          <p:cNvSpPr>
            <a:spLocks noGrp="1"/>
          </p:cNvSpPr>
          <p:nvPr>
            <p:ph sz="quarter" idx="20" hasCustomPrompt="1"/>
          </p:nvPr>
        </p:nvSpPr>
        <p:spPr>
          <a:xfrm>
            <a:off x="6368387" y="3235112"/>
            <a:ext cx="1093289" cy="1093289"/>
          </a:xfrm>
          <a:prstGeom prst="rect">
            <a:avLst/>
          </a:prstGeom>
        </p:spPr>
        <p:txBody>
          <a:bodyPr anchor="ctr">
            <a:normAutofit/>
          </a:bodyPr>
          <a:lstStyle>
            <a:lvl1pPr algn="ctr">
              <a:defRPr sz="1333" b="0" i="0" baseline="0">
                <a:latin typeface="PS TT Commons Book" charset="0"/>
                <a:ea typeface="PS TT Commons Book" charset="0"/>
                <a:cs typeface="PS TT Commons Book" charset="0"/>
              </a:defRPr>
            </a:lvl1pPr>
          </a:lstStyle>
          <a:p>
            <a:pPr lvl="0"/>
            <a:r>
              <a:rPr lang="en-US"/>
              <a:t>Click image icon</a:t>
            </a:r>
          </a:p>
        </p:txBody>
      </p:sp>
      <p:sp>
        <p:nvSpPr>
          <p:cNvPr id="26" name="Content Placeholder 16"/>
          <p:cNvSpPr>
            <a:spLocks noGrp="1"/>
          </p:cNvSpPr>
          <p:nvPr>
            <p:ph sz="quarter" idx="21" hasCustomPrompt="1"/>
          </p:nvPr>
        </p:nvSpPr>
        <p:spPr>
          <a:xfrm>
            <a:off x="6368387" y="4782060"/>
            <a:ext cx="1093289" cy="1093289"/>
          </a:xfrm>
          <a:prstGeom prst="rect">
            <a:avLst/>
          </a:prstGeom>
        </p:spPr>
        <p:txBody>
          <a:bodyPr anchor="ctr">
            <a:normAutofit/>
          </a:bodyPr>
          <a:lstStyle>
            <a:lvl1pPr algn="ctr">
              <a:defRPr sz="1333" b="0" i="0">
                <a:latin typeface="PS TT Commons Book" charset="0"/>
                <a:ea typeface="PS TT Commons Book" charset="0"/>
                <a:cs typeface="PS TT Commons Book" charset="0"/>
              </a:defRPr>
            </a:lvl1pPr>
          </a:lstStyle>
          <a:p>
            <a:pPr lvl="0"/>
            <a:r>
              <a:rPr lang="en-US"/>
              <a:t>Click image icon</a:t>
            </a:r>
          </a:p>
        </p:txBody>
      </p:sp>
    </p:spTree>
    <p:extLst>
      <p:ext uri="{BB962C8B-B14F-4D97-AF65-F5344CB8AC3E}">
        <p14:creationId xmlns:p14="http://schemas.microsoft.com/office/powerpoint/2010/main" val="193972046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xt Left | Three Item Chunking ">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Click to Add Title in Title Case</a:t>
            </a:r>
          </a:p>
        </p:txBody>
      </p:sp>
      <p:sp>
        <p:nvSpPr>
          <p:cNvPr id="3" name="Text Placeholder 9"/>
          <p:cNvSpPr>
            <a:spLocks noGrp="1"/>
          </p:cNvSpPr>
          <p:nvPr>
            <p:ph type="body" sz="quarter" idx="13" hasCustomPrompt="1"/>
          </p:nvPr>
        </p:nvSpPr>
        <p:spPr>
          <a:xfrm>
            <a:off x="7199085" y="1715195"/>
            <a:ext cx="4154715" cy="1341120"/>
          </a:xfrm>
          <a:prstGeom prst="rect">
            <a:avLst/>
          </a:prstGeom>
        </p:spPr>
        <p:txBody>
          <a:bodyPr lIns="0" anchor="ctr">
            <a:noAutofit/>
          </a:bodyPr>
          <a:lstStyle>
            <a:lvl1pPr>
              <a:defRPr sz="2267" b="0" i="0" baseline="0">
                <a:latin typeface="+mn-lt"/>
                <a:ea typeface="PS TT Commons Medium" charset="0"/>
                <a:cs typeface="PS TT Commons Medium" charset="0"/>
              </a:defRPr>
            </a:lvl1pPr>
          </a:lstStyle>
          <a:p>
            <a:pPr lvl="0"/>
            <a:r>
              <a:rPr lang="en-US"/>
              <a:t>Click to add text</a:t>
            </a:r>
          </a:p>
        </p:txBody>
      </p:sp>
      <p:sp>
        <p:nvSpPr>
          <p:cNvPr id="4" name="Text Placeholder 11"/>
          <p:cNvSpPr>
            <a:spLocks noGrp="1"/>
          </p:cNvSpPr>
          <p:nvPr>
            <p:ph type="body" sz="quarter" idx="14" hasCustomPrompt="1"/>
          </p:nvPr>
        </p:nvSpPr>
        <p:spPr>
          <a:xfrm>
            <a:off x="7199085" y="3255041"/>
            <a:ext cx="4154715" cy="1341120"/>
          </a:xfrm>
          <a:prstGeom prst="rect">
            <a:avLst/>
          </a:prstGeom>
        </p:spPr>
        <p:txBody>
          <a:bodyPr lIns="0" anchor="ctr">
            <a:noAutofit/>
          </a:bodyPr>
          <a:lstStyle>
            <a:lvl1pPr>
              <a:defRPr sz="2267" b="0" i="0">
                <a:latin typeface="+mn-lt"/>
                <a:ea typeface="PS TT Commons Medium" charset="0"/>
                <a:cs typeface="PS TT Commons Medium" charset="0"/>
              </a:defRPr>
            </a:lvl1pPr>
          </a:lstStyle>
          <a:p>
            <a:pPr lvl="0"/>
            <a:r>
              <a:rPr lang="en-US"/>
              <a:t>Click to add text</a:t>
            </a:r>
          </a:p>
        </p:txBody>
      </p:sp>
      <p:sp>
        <p:nvSpPr>
          <p:cNvPr id="5" name="Text Placeholder 14"/>
          <p:cNvSpPr>
            <a:spLocks noGrp="1"/>
          </p:cNvSpPr>
          <p:nvPr>
            <p:ph type="body" sz="quarter" idx="15" hasCustomPrompt="1"/>
          </p:nvPr>
        </p:nvSpPr>
        <p:spPr>
          <a:xfrm>
            <a:off x="7199085" y="4809091"/>
            <a:ext cx="4154715" cy="1341120"/>
          </a:xfrm>
          <a:prstGeom prst="rect">
            <a:avLst/>
          </a:prstGeom>
        </p:spPr>
        <p:txBody>
          <a:bodyPr lIns="0" anchor="ctr">
            <a:noAutofit/>
          </a:bodyPr>
          <a:lstStyle>
            <a:lvl1pPr>
              <a:defRPr sz="2267" b="0" i="0">
                <a:latin typeface="+mn-lt"/>
                <a:ea typeface="PS TT Commons Medium" charset="0"/>
                <a:cs typeface="PS TT Commons Medium" charset="0"/>
              </a:defRPr>
            </a:lvl1pPr>
          </a:lstStyle>
          <a:p>
            <a:pPr lvl="0"/>
            <a:r>
              <a:rPr lang="en-US"/>
              <a:t>Click to add text</a:t>
            </a:r>
          </a:p>
        </p:txBody>
      </p:sp>
      <p:sp>
        <p:nvSpPr>
          <p:cNvPr id="6" name="Content Placeholder 16"/>
          <p:cNvSpPr>
            <a:spLocks noGrp="1"/>
          </p:cNvSpPr>
          <p:nvPr>
            <p:ph sz="quarter" idx="19" hasCustomPrompt="1"/>
          </p:nvPr>
        </p:nvSpPr>
        <p:spPr>
          <a:xfrm>
            <a:off x="5852162" y="1841562"/>
            <a:ext cx="1093289" cy="1093289"/>
          </a:xfrm>
          <a:prstGeom prst="rect">
            <a:avLst/>
          </a:prstGeom>
        </p:spPr>
        <p:txBody>
          <a:bodyPr anchor="ctr">
            <a:normAutofit/>
          </a:bodyPr>
          <a:lstStyle>
            <a:lvl1pPr algn="ctr">
              <a:defRPr sz="1333" b="0" i="0">
                <a:latin typeface="PS TT Commons Book" charset="0"/>
                <a:ea typeface="PS TT Commons Book" charset="0"/>
                <a:cs typeface="PS TT Commons Book" charset="0"/>
              </a:defRPr>
            </a:lvl1pPr>
          </a:lstStyle>
          <a:p>
            <a:pPr lvl="0"/>
            <a:r>
              <a:rPr lang="en-US"/>
              <a:t>Click image icon</a:t>
            </a:r>
          </a:p>
        </p:txBody>
      </p:sp>
      <p:sp>
        <p:nvSpPr>
          <p:cNvPr id="7" name="Content Placeholder 16"/>
          <p:cNvSpPr>
            <a:spLocks noGrp="1"/>
          </p:cNvSpPr>
          <p:nvPr>
            <p:ph sz="quarter" idx="20" hasCustomPrompt="1"/>
          </p:nvPr>
        </p:nvSpPr>
        <p:spPr>
          <a:xfrm>
            <a:off x="5852162" y="3386059"/>
            <a:ext cx="1093289" cy="1093289"/>
          </a:xfrm>
          <a:prstGeom prst="rect">
            <a:avLst/>
          </a:prstGeom>
        </p:spPr>
        <p:txBody>
          <a:bodyPr anchor="ctr">
            <a:normAutofit/>
          </a:bodyPr>
          <a:lstStyle>
            <a:lvl1pPr algn="ctr">
              <a:defRPr sz="1333" b="0" i="0" baseline="0">
                <a:latin typeface="PS TT Commons Book" charset="0"/>
                <a:ea typeface="PS TT Commons Book" charset="0"/>
                <a:cs typeface="PS TT Commons Book" charset="0"/>
              </a:defRPr>
            </a:lvl1pPr>
          </a:lstStyle>
          <a:p>
            <a:pPr lvl="0"/>
            <a:r>
              <a:rPr lang="en-US"/>
              <a:t>Click image icon</a:t>
            </a:r>
          </a:p>
        </p:txBody>
      </p:sp>
      <p:sp>
        <p:nvSpPr>
          <p:cNvPr id="8" name="Content Placeholder 16"/>
          <p:cNvSpPr>
            <a:spLocks noGrp="1"/>
          </p:cNvSpPr>
          <p:nvPr>
            <p:ph sz="quarter" idx="21" hasCustomPrompt="1"/>
          </p:nvPr>
        </p:nvSpPr>
        <p:spPr>
          <a:xfrm>
            <a:off x="5852162" y="4933008"/>
            <a:ext cx="1093289" cy="1093289"/>
          </a:xfrm>
          <a:prstGeom prst="rect">
            <a:avLst/>
          </a:prstGeom>
        </p:spPr>
        <p:txBody>
          <a:bodyPr anchor="ctr">
            <a:normAutofit/>
          </a:bodyPr>
          <a:lstStyle>
            <a:lvl1pPr algn="ctr">
              <a:defRPr sz="1333" b="0" i="0">
                <a:latin typeface="PS TT Commons Book" charset="0"/>
                <a:ea typeface="PS TT Commons Book" charset="0"/>
                <a:cs typeface="PS TT Commons Book" charset="0"/>
              </a:defRPr>
            </a:lvl1pPr>
          </a:lstStyle>
          <a:p>
            <a:pPr lvl="0"/>
            <a:r>
              <a:rPr lang="en-US"/>
              <a:t>Click image icon</a:t>
            </a:r>
          </a:p>
        </p:txBody>
      </p:sp>
      <p:sp>
        <p:nvSpPr>
          <p:cNvPr id="11" name="Text Placeholder 7"/>
          <p:cNvSpPr>
            <a:spLocks noGrp="1"/>
          </p:cNvSpPr>
          <p:nvPr>
            <p:ph type="body" sz="quarter" idx="10" hasCustomPrompt="1"/>
          </p:nvPr>
        </p:nvSpPr>
        <p:spPr>
          <a:xfrm>
            <a:off x="838200" y="1564249"/>
            <a:ext cx="4491445" cy="4728425"/>
          </a:xfrm>
          <a:prstGeom prst="rect">
            <a:avLst/>
          </a:prstGeom>
        </p:spPr>
        <p:txBody>
          <a:bodyPr lIns="0" anchor="ctr">
            <a:noAutofit/>
          </a:bodyPr>
          <a:lstStyle>
            <a:lvl1pPr algn="l">
              <a:defRPr sz="2267" b="0" i="0" baseline="0">
                <a:solidFill>
                  <a:schemeClr val="accent1"/>
                </a:solidFill>
                <a:latin typeface="+mn-lt"/>
                <a:ea typeface="PS TT Commons DemiBold" charset="0"/>
                <a:cs typeface="PS TT Commons DemiBold" charset="0"/>
              </a:defRPr>
            </a:lvl1pPr>
            <a:lvl2pPr algn="l">
              <a:buSzPct val="100000"/>
              <a:defRPr sz="2267" b="0" i="0">
                <a:solidFill>
                  <a:schemeClr val="accent1"/>
                </a:solidFill>
                <a:latin typeface="PS TT Commons" charset="0"/>
                <a:ea typeface="PS TT Commons" charset="0"/>
                <a:cs typeface="PS TT Commons" charset="0"/>
              </a:defRPr>
            </a:lvl2pPr>
            <a:lvl3pPr algn="l">
              <a:defRPr sz="2267" b="0" i="0">
                <a:solidFill>
                  <a:schemeClr val="accent1"/>
                </a:solidFill>
                <a:latin typeface="PS TT Commons" charset="0"/>
                <a:ea typeface="PS TT Commons" charset="0"/>
                <a:cs typeface="PS TT Commons" charset="0"/>
              </a:defRPr>
            </a:lvl3pPr>
            <a:lvl4pPr algn="l">
              <a:defRPr sz="2267" b="0" i="0">
                <a:solidFill>
                  <a:schemeClr val="accent1"/>
                </a:solidFill>
                <a:latin typeface="PS TT Commons" charset="0"/>
                <a:ea typeface="PS TT Commons" charset="0"/>
                <a:cs typeface="PS TT Commons" charset="0"/>
              </a:defRPr>
            </a:lvl4pPr>
            <a:lvl5pPr algn="l">
              <a:defRPr sz="2267" b="0" i="0">
                <a:solidFill>
                  <a:schemeClr val="accent1"/>
                </a:solidFill>
                <a:latin typeface="PS TT Commons" charset="0"/>
                <a:ea typeface="PS TT Commons" charset="0"/>
                <a:cs typeface="PS TT Commons" charset="0"/>
              </a:defRPr>
            </a:lvl5pPr>
          </a:lstStyle>
          <a:p>
            <a:pPr lvl="0"/>
            <a:r>
              <a:rPr lang="en-US"/>
              <a:t>Click to add text</a:t>
            </a:r>
          </a:p>
          <a:p>
            <a:pPr lvl="1"/>
            <a:r>
              <a:rPr lang="en-US"/>
              <a:t>Second level</a:t>
            </a:r>
          </a:p>
          <a:p>
            <a:pPr lvl="2"/>
            <a:r>
              <a:rPr lang="en-US"/>
              <a:t>Third level</a:t>
            </a:r>
          </a:p>
          <a:p>
            <a:pPr lvl="3"/>
            <a:r>
              <a:rPr lang="en-US"/>
              <a:t>Fourth level</a:t>
            </a:r>
          </a:p>
        </p:txBody>
      </p:sp>
      <p:sp>
        <p:nvSpPr>
          <p:cNvPr id="9" name="TextBox 8"/>
          <p:cNvSpPr txBox="1"/>
          <p:nvPr userDrawn="1"/>
        </p:nvSpPr>
        <p:spPr>
          <a:xfrm>
            <a:off x="3706368" y="4767072"/>
            <a:ext cx="609600" cy="609600"/>
          </a:xfrm>
          <a:prstGeom prst="rect">
            <a:avLst/>
          </a:prstGeom>
        </p:spPr>
        <p:txBody>
          <a:bodyPr vert="horz" wrap="none" lIns="0" tIns="21980" rIns="43959" bIns="21980" rtlCol="0" anchor="b" anchorCtr="0">
            <a:noAutofit/>
          </a:bodyPr>
          <a:lstStyle/>
          <a:p>
            <a:pPr marL="0" marR="0" indent="0" algn="l" defTabSz="293016" rtl="0" eaLnBrk="1" fontAlgn="auto" latinLnBrk="0" hangingPunct="1">
              <a:lnSpc>
                <a:spcPct val="85000"/>
              </a:lnSpc>
              <a:spcBef>
                <a:spcPct val="0"/>
              </a:spcBef>
              <a:spcAft>
                <a:spcPts val="0"/>
              </a:spcAft>
              <a:buClrTx/>
              <a:buSzTx/>
              <a:buFontTx/>
              <a:buNone/>
              <a:tabLst/>
            </a:pPr>
            <a:endParaRPr kumimoji="0" lang="en-US" sz="2350" b="0" i="0" u="none" strike="noStrike" kern="1200" cap="none" spc="0" normalizeH="0" baseline="0" noProof="0" dirty="0">
              <a:ln>
                <a:noFill/>
              </a:ln>
              <a:solidFill>
                <a:srgbClr val="E5E5E5">
                  <a:lumMod val="10000"/>
                </a:srgbClr>
              </a:solidFill>
              <a:effectLst/>
              <a:uLnTx/>
              <a:uFillTx/>
              <a:latin typeface="PS TT Commons" charset="0"/>
              <a:ea typeface="PS TT Commons" charset="0"/>
              <a:cs typeface="PS TT Commons" charset="0"/>
            </a:endParaRPr>
          </a:p>
        </p:txBody>
      </p:sp>
    </p:spTree>
    <p:extLst>
      <p:ext uri="{BB962C8B-B14F-4D97-AF65-F5344CB8AC3E}">
        <p14:creationId xmlns:p14="http://schemas.microsoft.com/office/powerpoint/2010/main" val="166507606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ext Right | Three Item Chunkin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Add Title in Title Case</a:t>
            </a:r>
          </a:p>
        </p:txBody>
      </p:sp>
      <p:sp>
        <p:nvSpPr>
          <p:cNvPr id="3" name="Text Placeholder 9"/>
          <p:cNvSpPr>
            <a:spLocks noGrp="1"/>
          </p:cNvSpPr>
          <p:nvPr>
            <p:ph type="body" sz="quarter" idx="13" hasCustomPrompt="1"/>
          </p:nvPr>
        </p:nvSpPr>
        <p:spPr>
          <a:xfrm>
            <a:off x="2185126" y="1718052"/>
            <a:ext cx="4212772" cy="1341120"/>
          </a:xfrm>
          <a:prstGeom prst="rect">
            <a:avLst/>
          </a:prstGeom>
        </p:spPr>
        <p:txBody>
          <a:bodyPr lIns="0" anchor="ctr">
            <a:noAutofit/>
          </a:bodyPr>
          <a:lstStyle>
            <a:lvl1pPr>
              <a:defRPr sz="2267" b="0" i="0">
                <a:latin typeface="+mn-lt"/>
                <a:ea typeface="PS TT Commons Medium" charset="0"/>
                <a:cs typeface="PS TT Commons Medium" charset="0"/>
              </a:defRPr>
            </a:lvl1pPr>
          </a:lstStyle>
          <a:p>
            <a:pPr lvl="0"/>
            <a:r>
              <a:rPr lang="en-US"/>
              <a:t>Click to add text</a:t>
            </a:r>
          </a:p>
        </p:txBody>
      </p:sp>
      <p:sp>
        <p:nvSpPr>
          <p:cNvPr id="4" name="Text Placeholder 11"/>
          <p:cNvSpPr>
            <a:spLocks noGrp="1"/>
          </p:cNvSpPr>
          <p:nvPr>
            <p:ph type="body" sz="quarter" idx="14" hasCustomPrompt="1"/>
          </p:nvPr>
        </p:nvSpPr>
        <p:spPr>
          <a:xfrm>
            <a:off x="2185126" y="3257899"/>
            <a:ext cx="4212772" cy="1341120"/>
          </a:xfrm>
          <a:prstGeom prst="rect">
            <a:avLst/>
          </a:prstGeom>
        </p:spPr>
        <p:txBody>
          <a:bodyPr lIns="0" anchor="ctr">
            <a:noAutofit/>
          </a:bodyPr>
          <a:lstStyle>
            <a:lvl1pPr>
              <a:defRPr sz="2267" b="0" i="0" baseline="0">
                <a:latin typeface="+mn-lt"/>
                <a:ea typeface="PS TT Commons Medium" charset="0"/>
                <a:cs typeface="PS TT Commons Medium" charset="0"/>
              </a:defRPr>
            </a:lvl1pPr>
          </a:lstStyle>
          <a:p>
            <a:pPr lvl="0"/>
            <a:r>
              <a:rPr lang="en-US"/>
              <a:t>Click to add text</a:t>
            </a:r>
          </a:p>
        </p:txBody>
      </p:sp>
      <p:sp>
        <p:nvSpPr>
          <p:cNvPr id="5" name="Text Placeholder 14"/>
          <p:cNvSpPr>
            <a:spLocks noGrp="1"/>
          </p:cNvSpPr>
          <p:nvPr>
            <p:ph type="body" sz="quarter" idx="15" hasCustomPrompt="1"/>
          </p:nvPr>
        </p:nvSpPr>
        <p:spPr>
          <a:xfrm>
            <a:off x="2185126" y="4811948"/>
            <a:ext cx="4212772" cy="1341120"/>
          </a:xfrm>
          <a:prstGeom prst="rect">
            <a:avLst/>
          </a:prstGeom>
        </p:spPr>
        <p:txBody>
          <a:bodyPr lIns="0" anchor="ctr">
            <a:noAutofit/>
          </a:bodyPr>
          <a:lstStyle>
            <a:lvl1pPr>
              <a:defRPr sz="2267" b="0" i="0">
                <a:latin typeface="+mn-lt"/>
                <a:ea typeface="PS TT Commons Medium" charset="0"/>
                <a:cs typeface="PS TT Commons Medium" charset="0"/>
              </a:defRPr>
            </a:lvl1pPr>
          </a:lstStyle>
          <a:p>
            <a:pPr lvl="0"/>
            <a:r>
              <a:rPr lang="en-US"/>
              <a:t>Click to add text</a:t>
            </a:r>
          </a:p>
        </p:txBody>
      </p:sp>
      <p:sp>
        <p:nvSpPr>
          <p:cNvPr id="6" name="Content Placeholder 16"/>
          <p:cNvSpPr>
            <a:spLocks noGrp="1"/>
          </p:cNvSpPr>
          <p:nvPr>
            <p:ph sz="quarter" idx="19" hasCustomPrompt="1"/>
          </p:nvPr>
        </p:nvSpPr>
        <p:spPr>
          <a:xfrm>
            <a:off x="838202" y="1844420"/>
            <a:ext cx="1093289" cy="1093289"/>
          </a:xfrm>
          <a:prstGeom prst="rect">
            <a:avLst/>
          </a:prstGeom>
        </p:spPr>
        <p:txBody>
          <a:bodyPr anchor="ctr">
            <a:normAutofit/>
          </a:bodyPr>
          <a:lstStyle>
            <a:lvl1pPr algn="ctr">
              <a:defRPr sz="1333" b="0" i="0">
                <a:latin typeface="PS TT Commons Book" charset="0"/>
                <a:ea typeface="PS TT Commons Book" charset="0"/>
                <a:cs typeface="PS TT Commons Book" charset="0"/>
              </a:defRPr>
            </a:lvl1pPr>
          </a:lstStyle>
          <a:p>
            <a:pPr lvl="0"/>
            <a:r>
              <a:rPr lang="en-US"/>
              <a:t>Click image icon</a:t>
            </a:r>
          </a:p>
        </p:txBody>
      </p:sp>
      <p:sp>
        <p:nvSpPr>
          <p:cNvPr id="7" name="Content Placeholder 16"/>
          <p:cNvSpPr>
            <a:spLocks noGrp="1"/>
          </p:cNvSpPr>
          <p:nvPr>
            <p:ph sz="quarter" idx="20" hasCustomPrompt="1"/>
          </p:nvPr>
        </p:nvSpPr>
        <p:spPr>
          <a:xfrm>
            <a:off x="838202" y="3388917"/>
            <a:ext cx="1093289" cy="1093289"/>
          </a:xfrm>
          <a:prstGeom prst="rect">
            <a:avLst/>
          </a:prstGeom>
        </p:spPr>
        <p:txBody>
          <a:bodyPr anchor="ctr">
            <a:normAutofit/>
          </a:bodyPr>
          <a:lstStyle>
            <a:lvl1pPr algn="ctr">
              <a:defRPr sz="1333" b="0" i="0" baseline="0">
                <a:latin typeface="PS TT Commons Book" charset="0"/>
                <a:ea typeface="PS TT Commons Book" charset="0"/>
                <a:cs typeface="PS TT Commons Book" charset="0"/>
              </a:defRPr>
            </a:lvl1pPr>
          </a:lstStyle>
          <a:p>
            <a:pPr lvl="0"/>
            <a:r>
              <a:rPr lang="en-US"/>
              <a:t>Click image icon</a:t>
            </a:r>
          </a:p>
        </p:txBody>
      </p:sp>
      <p:sp>
        <p:nvSpPr>
          <p:cNvPr id="8" name="Content Placeholder 16"/>
          <p:cNvSpPr>
            <a:spLocks noGrp="1"/>
          </p:cNvSpPr>
          <p:nvPr>
            <p:ph sz="quarter" idx="21" hasCustomPrompt="1"/>
          </p:nvPr>
        </p:nvSpPr>
        <p:spPr>
          <a:xfrm>
            <a:off x="838202" y="4935865"/>
            <a:ext cx="1093289" cy="1093289"/>
          </a:xfrm>
          <a:prstGeom prst="rect">
            <a:avLst/>
          </a:prstGeom>
        </p:spPr>
        <p:txBody>
          <a:bodyPr anchor="ctr">
            <a:normAutofit/>
          </a:bodyPr>
          <a:lstStyle>
            <a:lvl1pPr algn="ctr">
              <a:defRPr sz="1333" b="0" i="0">
                <a:latin typeface="PS TT Commons Book" charset="0"/>
                <a:ea typeface="PS TT Commons Book" charset="0"/>
                <a:cs typeface="PS TT Commons Book" charset="0"/>
              </a:defRPr>
            </a:lvl1pPr>
          </a:lstStyle>
          <a:p>
            <a:pPr lvl="0"/>
            <a:r>
              <a:rPr lang="en-US"/>
              <a:t>Click image icon</a:t>
            </a:r>
          </a:p>
        </p:txBody>
      </p:sp>
      <p:sp>
        <p:nvSpPr>
          <p:cNvPr id="9" name="Text Placeholder 7"/>
          <p:cNvSpPr>
            <a:spLocks noGrp="1"/>
          </p:cNvSpPr>
          <p:nvPr>
            <p:ph type="body" sz="quarter" idx="10" hasCustomPrompt="1"/>
          </p:nvPr>
        </p:nvSpPr>
        <p:spPr>
          <a:xfrm>
            <a:off x="6862356" y="1564249"/>
            <a:ext cx="4491445" cy="4728425"/>
          </a:xfrm>
          <a:prstGeom prst="rect">
            <a:avLst/>
          </a:prstGeom>
        </p:spPr>
        <p:txBody>
          <a:bodyPr lIns="0" anchor="ctr">
            <a:noAutofit/>
          </a:bodyPr>
          <a:lstStyle>
            <a:lvl1pPr algn="l">
              <a:defRPr sz="2267" b="0" i="0" baseline="0">
                <a:solidFill>
                  <a:schemeClr val="accent1"/>
                </a:solidFill>
                <a:latin typeface="+mn-lt"/>
                <a:ea typeface="PS TT Commons DemiBold" charset="0"/>
                <a:cs typeface="PS TT Commons DemiBold" charset="0"/>
              </a:defRPr>
            </a:lvl1pPr>
            <a:lvl2pPr algn="l">
              <a:buSzPct val="100000"/>
              <a:defRPr sz="2267" b="0" i="0">
                <a:solidFill>
                  <a:schemeClr val="accent1"/>
                </a:solidFill>
                <a:latin typeface="PS TT Commons" charset="0"/>
                <a:ea typeface="PS TT Commons" charset="0"/>
                <a:cs typeface="PS TT Commons" charset="0"/>
              </a:defRPr>
            </a:lvl2pPr>
            <a:lvl3pPr algn="l">
              <a:defRPr sz="2267" b="0" i="0">
                <a:solidFill>
                  <a:schemeClr val="accent1"/>
                </a:solidFill>
                <a:latin typeface="PS TT Commons" charset="0"/>
                <a:ea typeface="PS TT Commons" charset="0"/>
                <a:cs typeface="PS TT Commons" charset="0"/>
              </a:defRPr>
            </a:lvl3pPr>
            <a:lvl4pPr algn="l">
              <a:defRPr sz="2267" b="0" i="0">
                <a:solidFill>
                  <a:schemeClr val="accent1"/>
                </a:solidFill>
                <a:latin typeface="PS TT Commons" charset="0"/>
                <a:ea typeface="PS TT Commons" charset="0"/>
                <a:cs typeface="PS TT Commons" charset="0"/>
              </a:defRPr>
            </a:lvl4pPr>
            <a:lvl5pPr algn="l">
              <a:defRPr sz="2267" b="0" i="0">
                <a:solidFill>
                  <a:schemeClr val="accent1"/>
                </a:solidFill>
                <a:latin typeface="PS TT Commons" charset="0"/>
                <a:ea typeface="PS TT Commons" charset="0"/>
                <a:cs typeface="PS TT Commons" charset="0"/>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921102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escription Text and Three Item Icon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Description Text and Three Item Icons</a:t>
            </a:r>
          </a:p>
        </p:txBody>
      </p:sp>
      <p:sp>
        <p:nvSpPr>
          <p:cNvPr id="12" name="Text Placeholder 3"/>
          <p:cNvSpPr>
            <a:spLocks noGrp="1"/>
          </p:cNvSpPr>
          <p:nvPr>
            <p:ph type="body" sz="quarter" idx="24" hasCustomPrompt="1"/>
          </p:nvPr>
        </p:nvSpPr>
        <p:spPr>
          <a:xfrm>
            <a:off x="838200" y="4850283"/>
            <a:ext cx="3190965" cy="340028"/>
          </a:xfrm>
          <a:prstGeom prst="rect">
            <a:avLst/>
          </a:prstGeom>
        </p:spPr>
        <p:txBody>
          <a:bodyPr lIns="0" anchor="ctr">
            <a:noAutofit/>
          </a:bodyPr>
          <a:lstStyle>
            <a:lvl1pPr algn="ctr">
              <a:defRPr sz="2267" b="0" i="0">
                <a:solidFill>
                  <a:schemeClr val="accent1"/>
                </a:solidFill>
                <a:latin typeface="+mn-lt"/>
                <a:ea typeface="PS TT Commons Medium" charset="0"/>
                <a:cs typeface="PS TT Commons Medium" charset="0"/>
              </a:defRPr>
            </a:lvl1pPr>
          </a:lstStyle>
          <a:p>
            <a:pPr lvl="0"/>
            <a:r>
              <a:rPr lang="en-US"/>
              <a:t>Add text here</a:t>
            </a:r>
          </a:p>
        </p:txBody>
      </p:sp>
      <p:sp>
        <p:nvSpPr>
          <p:cNvPr id="13" name="Content Placeholder 16"/>
          <p:cNvSpPr>
            <a:spLocks noGrp="1"/>
          </p:cNvSpPr>
          <p:nvPr>
            <p:ph sz="quarter" idx="25" hasCustomPrompt="1"/>
          </p:nvPr>
        </p:nvSpPr>
        <p:spPr>
          <a:xfrm>
            <a:off x="838200" y="2879637"/>
            <a:ext cx="3190965" cy="1704039"/>
          </a:xfrm>
          <a:prstGeom prst="rect">
            <a:avLst/>
          </a:prstGeom>
        </p:spPr>
        <p:txBody>
          <a:bodyPr anchor="ctr">
            <a:normAutofit/>
          </a:bodyPr>
          <a:lstStyle>
            <a:lvl1pPr algn="ctr">
              <a:defRPr sz="2000">
                <a:latin typeface="+mj-lt"/>
              </a:defRPr>
            </a:lvl1pPr>
          </a:lstStyle>
          <a:p>
            <a:pPr lvl="0"/>
            <a:r>
              <a:rPr lang="en-US"/>
              <a:t>Click image icon</a:t>
            </a:r>
          </a:p>
        </p:txBody>
      </p:sp>
      <p:sp>
        <p:nvSpPr>
          <p:cNvPr id="14" name="Text Placeholder 3"/>
          <p:cNvSpPr>
            <a:spLocks noGrp="1"/>
          </p:cNvSpPr>
          <p:nvPr>
            <p:ph type="body" sz="quarter" idx="26" hasCustomPrompt="1"/>
          </p:nvPr>
        </p:nvSpPr>
        <p:spPr>
          <a:xfrm>
            <a:off x="838200" y="5294359"/>
            <a:ext cx="3190965" cy="1057095"/>
          </a:xfrm>
          <a:prstGeom prst="rect">
            <a:avLst/>
          </a:prstGeom>
        </p:spPr>
        <p:txBody>
          <a:bodyPr lIns="0" anchor="t">
            <a:noAutofit/>
          </a:bodyPr>
          <a:lstStyle>
            <a:lvl1pPr algn="ctr">
              <a:defRPr sz="2000" b="0" i="0">
                <a:solidFill>
                  <a:schemeClr val="tx1"/>
                </a:solidFill>
                <a:latin typeface="+mn-lt"/>
                <a:ea typeface="PS TT Commons" charset="0"/>
                <a:cs typeface="PS TT Commons" charset="0"/>
              </a:defRPr>
            </a:lvl1pPr>
          </a:lstStyle>
          <a:p>
            <a:pPr lvl="0"/>
            <a:r>
              <a:rPr lang="en-US"/>
              <a:t>Add description text on these lines. Keep it short and simple. </a:t>
            </a:r>
          </a:p>
        </p:txBody>
      </p:sp>
      <p:sp>
        <p:nvSpPr>
          <p:cNvPr id="18" name="Text Placeholder 3"/>
          <p:cNvSpPr>
            <a:spLocks noGrp="1"/>
          </p:cNvSpPr>
          <p:nvPr>
            <p:ph type="body" sz="quarter" idx="27" hasCustomPrompt="1"/>
          </p:nvPr>
        </p:nvSpPr>
        <p:spPr>
          <a:xfrm>
            <a:off x="8162836" y="4850283"/>
            <a:ext cx="3190965" cy="340028"/>
          </a:xfrm>
          <a:prstGeom prst="rect">
            <a:avLst/>
          </a:prstGeom>
        </p:spPr>
        <p:txBody>
          <a:bodyPr lIns="0" anchor="ctr">
            <a:noAutofit/>
          </a:bodyPr>
          <a:lstStyle>
            <a:lvl1pPr algn="ctr">
              <a:defRPr sz="2267" b="0" i="0">
                <a:solidFill>
                  <a:schemeClr val="accent1"/>
                </a:solidFill>
                <a:latin typeface="+mn-lt"/>
                <a:ea typeface="PS TT Commons Medium" charset="0"/>
                <a:cs typeface="PS TT Commons Medium" charset="0"/>
              </a:defRPr>
            </a:lvl1pPr>
          </a:lstStyle>
          <a:p>
            <a:pPr lvl="0"/>
            <a:r>
              <a:rPr lang="en-US"/>
              <a:t>Add text here</a:t>
            </a:r>
          </a:p>
        </p:txBody>
      </p:sp>
      <p:sp>
        <p:nvSpPr>
          <p:cNvPr id="19" name="Content Placeholder 16"/>
          <p:cNvSpPr>
            <a:spLocks noGrp="1"/>
          </p:cNvSpPr>
          <p:nvPr>
            <p:ph sz="quarter" idx="28" hasCustomPrompt="1"/>
          </p:nvPr>
        </p:nvSpPr>
        <p:spPr>
          <a:xfrm>
            <a:off x="8162836" y="2879637"/>
            <a:ext cx="3190964" cy="1704039"/>
          </a:xfrm>
          <a:prstGeom prst="rect">
            <a:avLst/>
          </a:prstGeom>
        </p:spPr>
        <p:txBody>
          <a:bodyPr anchor="ctr">
            <a:normAutofit/>
          </a:bodyPr>
          <a:lstStyle>
            <a:lvl1pPr algn="ctr">
              <a:defRPr sz="2000">
                <a:latin typeface="+mj-lt"/>
              </a:defRPr>
            </a:lvl1pPr>
          </a:lstStyle>
          <a:p>
            <a:pPr lvl="0"/>
            <a:r>
              <a:rPr lang="en-US"/>
              <a:t>Click image icon</a:t>
            </a:r>
          </a:p>
        </p:txBody>
      </p:sp>
      <p:sp>
        <p:nvSpPr>
          <p:cNvPr id="20" name="Text Placeholder 3"/>
          <p:cNvSpPr>
            <a:spLocks noGrp="1"/>
          </p:cNvSpPr>
          <p:nvPr>
            <p:ph type="body" sz="quarter" idx="29" hasCustomPrompt="1"/>
          </p:nvPr>
        </p:nvSpPr>
        <p:spPr>
          <a:xfrm>
            <a:off x="8162836" y="5294359"/>
            <a:ext cx="3190965" cy="1057095"/>
          </a:xfrm>
          <a:prstGeom prst="rect">
            <a:avLst/>
          </a:prstGeom>
        </p:spPr>
        <p:txBody>
          <a:bodyPr lIns="0" anchor="t">
            <a:noAutofit/>
          </a:bodyPr>
          <a:lstStyle>
            <a:lvl1pPr algn="ctr">
              <a:defRPr sz="2000" b="0" i="0">
                <a:solidFill>
                  <a:schemeClr val="tx1"/>
                </a:solidFill>
                <a:latin typeface="+mn-lt"/>
                <a:ea typeface="PS TT Commons" charset="0"/>
                <a:cs typeface="PS TT Commons" charset="0"/>
              </a:defRPr>
            </a:lvl1pPr>
          </a:lstStyle>
          <a:p>
            <a:pPr lvl="0"/>
            <a:r>
              <a:rPr lang="en-US"/>
              <a:t>Add description text on these lines. Keep it short and simple. </a:t>
            </a:r>
          </a:p>
        </p:txBody>
      </p:sp>
      <p:sp>
        <p:nvSpPr>
          <p:cNvPr id="21" name="Text Placeholder 3"/>
          <p:cNvSpPr>
            <a:spLocks noGrp="1"/>
          </p:cNvSpPr>
          <p:nvPr>
            <p:ph type="body" sz="quarter" idx="30" hasCustomPrompt="1"/>
          </p:nvPr>
        </p:nvSpPr>
        <p:spPr>
          <a:xfrm>
            <a:off x="4500519" y="4850283"/>
            <a:ext cx="3190965" cy="340028"/>
          </a:xfrm>
          <a:prstGeom prst="rect">
            <a:avLst/>
          </a:prstGeom>
        </p:spPr>
        <p:txBody>
          <a:bodyPr lIns="0" anchor="ctr">
            <a:noAutofit/>
          </a:bodyPr>
          <a:lstStyle>
            <a:lvl1pPr algn="ctr">
              <a:defRPr sz="2267" b="0" i="0">
                <a:solidFill>
                  <a:schemeClr val="accent1"/>
                </a:solidFill>
                <a:latin typeface="+mn-lt"/>
                <a:ea typeface="PS TT Commons Medium" charset="0"/>
                <a:cs typeface="PS TT Commons Medium" charset="0"/>
              </a:defRPr>
            </a:lvl1pPr>
          </a:lstStyle>
          <a:p>
            <a:pPr lvl="0"/>
            <a:r>
              <a:rPr lang="en-US"/>
              <a:t>Add text here</a:t>
            </a:r>
          </a:p>
        </p:txBody>
      </p:sp>
      <p:sp>
        <p:nvSpPr>
          <p:cNvPr id="22" name="Content Placeholder 16"/>
          <p:cNvSpPr>
            <a:spLocks noGrp="1"/>
          </p:cNvSpPr>
          <p:nvPr>
            <p:ph sz="quarter" idx="31" hasCustomPrompt="1"/>
          </p:nvPr>
        </p:nvSpPr>
        <p:spPr>
          <a:xfrm>
            <a:off x="4500519" y="2879637"/>
            <a:ext cx="3190965" cy="1704039"/>
          </a:xfrm>
          <a:prstGeom prst="rect">
            <a:avLst/>
          </a:prstGeom>
        </p:spPr>
        <p:txBody>
          <a:bodyPr anchor="ctr">
            <a:normAutofit/>
          </a:bodyPr>
          <a:lstStyle>
            <a:lvl1pPr algn="ctr">
              <a:defRPr sz="2000">
                <a:latin typeface="+mj-lt"/>
              </a:defRPr>
            </a:lvl1pPr>
          </a:lstStyle>
          <a:p>
            <a:pPr lvl="0"/>
            <a:r>
              <a:rPr lang="en-US"/>
              <a:t>Click image icon</a:t>
            </a:r>
          </a:p>
        </p:txBody>
      </p:sp>
      <p:sp>
        <p:nvSpPr>
          <p:cNvPr id="23" name="Text Placeholder 3"/>
          <p:cNvSpPr>
            <a:spLocks noGrp="1"/>
          </p:cNvSpPr>
          <p:nvPr>
            <p:ph type="body" sz="quarter" idx="32" hasCustomPrompt="1"/>
          </p:nvPr>
        </p:nvSpPr>
        <p:spPr>
          <a:xfrm>
            <a:off x="4500519" y="5294359"/>
            <a:ext cx="3190965" cy="1057095"/>
          </a:xfrm>
          <a:prstGeom prst="rect">
            <a:avLst/>
          </a:prstGeom>
        </p:spPr>
        <p:txBody>
          <a:bodyPr lIns="0" anchor="t">
            <a:noAutofit/>
          </a:bodyPr>
          <a:lstStyle>
            <a:lvl1pPr algn="ctr">
              <a:defRPr sz="2000" b="0" i="0">
                <a:solidFill>
                  <a:schemeClr val="tx1"/>
                </a:solidFill>
                <a:latin typeface="+mn-lt"/>
                <a:ea typeface="PS TT Commons" charset="0"/>
                <a:cs typeface="PS TT Commons" charset="0"/>
              </a:defRPr>
            </a:lvl1pPr>
          </a:lstStyle>
          <a:p>
            <a:pPr lvl="0"/>
            <a:r>
              <a:rPr lang="en-US"/>
              <a:t>Add description text on these lines. Keep it short and simple. </a:t>
            </a:r>
          </a:p>
        </p:txBody>
      </p:sp>
      <p:sp>
        <p:nvSpPr>
          <p:cNvPr id="25" name="Text Placeholder 24"/>
          <p:cNvSpPr>
            <a:spLocks noGrp="1"/>
          </p:cNvSpPr>
          <p:nvPr>
            <p:ph type="body" sz="quarter" idx="33" hasCustomPrompt="1"/>
          </p:nvPr>
        </p:nvSpPr>
        <p:spPr>
          <a:xfrm>
            <a:off x="838200" y="1381307"/>
            <a:ext cx="10515600" cy="1231720"/>
          </a:xfrm>
          <a:prstGeom prst="rect">
            <a:avLst/>
          </a:prstGeom>
        </p:spPr>
        <p:txBody>
          <a:bodyPr anchor="t">
            <a:noAutofit/>
          </a:bodyPr>
          <a:lstStyle>
            <a:lvl1pPr algn="ctr">
              <a:defRPr sz="2267" b="0" i="0">
                <a:latin typeface="+mn-lt"/>
                <a:ea typeface="PS TT Commons" charset="0"/>
                <a:cs typeface="PS TT Commons" charset="0"/>
              </a:defRPr>
            </a:lvl1pPr>
          </a:lstStyle>
          <a:p>
            <a:pPr lvl="0"/>
            <a:r>
              <a:rPr lang="en-US"/>
              <a:t>Add a short bit of description text in this area. Try keeping the text on a slide to a minimum. But sometimes we know descriptions are necessary. </a:t>
            </a:r>
            <a:endParaRPr lang="en-US" dirty="0"/>
          </a:p>
        </p:txBody>
      </p:sp>
    </p:spTree>
    <p:extLst>
      <p:ext uri="{BB962C8B-B14F-4D97-AF65-F5344CB8AC3E}">
        <p14:creationId xmlns:p14="http://schemas.microsoft.com/office/powerpoint/2010/main" val="155967921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Icon or Image Chunking: Two Item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Icon or Image Chunking: Two Items</a:t>
            </a:r>
          </a:p>
        </p:txBody>
      </p:sp>
      <p:sp>
        <p:nvSpPr>
          <p:cNvPr id="3" name="Content Placeholder 11"/>
          <p:cNvSpPr>
            <a:spLocks noGrp="1"/>
          </p:cNvSpPr>
          <p:nvPr>
            <p:ph sz="quarter" idx="12" hasCustomPrompt="1"/>
          </p:nvPr>
        </p:nvSpPr>
        <p:spPr>
          <a:xfrm>
            <a:off x="838200" y="1706881"/>
            <a:ext cx="5037184" cy="2542903"/>
          </a:xfrm>
          <a:prstGeom prst="rect">
            <a:avLst/>
          </a:prstGeom>
        </p:spPr>
        <p:txBody>
          <a:bodyPr lIns="182880" tIns="0" rIns="182880" bIns="0" anchor="ctr">
            <a:normAutofit/>
          </a:bodyPr>
          <a:lstStyle>
            <a:lvl1pPr marL="0" indent="0" algn="ctr">
              <a:buNone/>
              <a:defRPr sz="1867" b="0" i="0" baseline="0">
                <a:latin typeface="PS TT Commons Light" charset="0"/>
                <a:ea typeface="PS TT Commons Light" charset="0"/>
                <a:cs typeface="PS TT Commons Light" charset="0"/>
              </a:defRPr>
            </a:lvl1pPr>
            <a:lvl2pPr marL="396106" indent="0" algn="l">
              <a:buNone/>
              <a:defRPr sz="2933"/>
            </a:lvl2pPr>
            <a:lvl3pPr marL="794921" indent="0" algn="l">
              <a:buNone/>
              <a:defRPr sz="2933"/>
            </a:lvl3pPr>
            <a:lvl4pPr marL="1177464" indent="0" algn="l">
              <a:buNone/>
              <a:defRPr sz="2933"/>
            </a:lvl4pPr>
            <a:lvl5pPr marL="1462332" indent="0" algn="l">
              <a:buNone/>
              <a:defRPr sz="2933"/>
            </a:lvl5pPr>
          </a:lstStyle>
          <a:p>
            <a:pPr lvl="0"/>
            <a:r>
              <a:rPr lang="en-US"/>
              <a:t>To add image or icon, click the </a:t>
            </a:r>
            <a:br>
              <a:rPr lang="en-US"/>
            </a:br>
            <a:r>
              <a:rPr lang="en-US"/>
              <a:t>image icon or paste in</a:t>
            </a:r>
            <a:endParaRPr lang="en-US" dirty="0"/>
          </a:p>
        </p:txBody>
      </p:sp>
      <p:sp>
        <p:nvSpPr>
          <p:cNvPr id="4" name="Text Placeholder 3"/>
          <p:cNvSpPr>
            <a:spLocks noGrp="1"/>
          </p:cNvSpPr>
          <p:nvPr>
            <p:ph type="body" sz="quarter" idx="14" hasCustomPrompt="1"/>
          </p:nvPr>
        </p:nvSpPr>
        <p:spPr>
          <a:xfrm>
            <a:off x="838203" y="4506821"/>
            <a:ext cx="5037181" cy="1600793"/>
          </a:xfrm>
          <a:prstGeom prst="rect">
            <a:avLst/>
          </a:prstGeom>
        </p:spPr>
        <p:txBody>
          <a:bodyPr lIns="182880" tIns="0" rIns="182880" bIns="0">
            <a:noAutofit/>
          </a:bodyPr>
          <a:lstStyle>
            <a:lvl1pPr marL="0" indent="0" algn="ctr">
              <a:lnSpc>
                <a:spcPct val="100000"/>
              </a:lnSpc>
              <a:spcBef>
                <a:spcPts val="0"/>
              </a:spcBef>
              <a:buNone/>
              <a:defRPr sz="2267" b="0" i="0">
                <a:latin typeface="+mn-lt"/>
                <a:ea typeface="PS TT Commons Medium" charset="0"/>
                <a:cs typeface="PS TT Commons Medium" charset="0"/>
              </a:defRPr>
            </a:lvl1pPr>
            <a:lvl2pPr>
              <a:defRPr/>
            </a:lvl2pPr>
          </a:lstStyle>
          <a:p>
            <a:pPr lvl="0"/>
            <a:r>
              <a:rPr lang="en-US" dirty="0"/>
              <a:t>Add text here</a:t>
            </a:r>
          </a:p>
        </p:txBody>
      </p:sp>
      <p:sp>
        <p:nvSpPr>
          <p:cNvPr id="7" name="Content Placeholder 11"/>
          <p:cNvSpPr>
            <a:spLocks noGrp="1"/>
          </p:cNvSpPr>
          <p:nvPr>
            <p:ph sz="quarter" idx="15" hasCustomPrompt="1"/>
          </p:nvPr>
        </p:nvSpPr>
        <p:spPr>
          <a:xfrm>
            <a:off x="6316620" y="1706881"/>
            <a:ext cx="5037180" cy="2542903"/>
          </a:xfrm>
          <a:prstGeom prst="rect">
            <a:avLst/>
          </a:prstGeom>
        </p:spPr>
        <p:txBody>
          <a:bodyPr lIns="182880" tIns="0" rIns="182880" bIns="0" anchor="ctr">
            <a:normAutofit/>
          </a:bodyPr>
          <a:lstStyle>
            <a:lvl1pPr marL="0" indent="0" algn="ctr">
              <a:buNone/>
              <a:defRPr sz="1867" b="0" i="0" baseline="0">
                <a:latin typeface="PS TT Commons Light" charset="0"/>
                <a:ea typeface="PS TT Commons Light" charset="0"/>
                <a:cs typeface="PS TT Commons Light" charset="0"/>
              </a:defRPr>
            </a:lvl1pPr>
            <a:lvl2pPr marL="396106" indent="0" algn="l">
              <a:buNone/>
              <a:defRPr sz="2933"/>
            </a:lvl2pPr>
            <a:lvl3pPr marL="794921" indent="0" algn="l">
              <a:buNone/>
              <a:defRPr sz="2933"/>
            </a:lvl3pPr>
            <a:lvl4pPr marL="1177464" indent="0" algn="l">
              <a:buNone/>
              <a:defRPr sz="2933"/>
            </a:lvl4pPr>
            <a:lvl5pPr marL="1462332" indent="0" algn="l">
              <a:buNone/>
              <a:defRPr sz="2933"/>
            </a:lvl5pPr>
          </a:lstStyle>
          <a:p>
            <a:pPr lvl="0"/>
            <a:r>
              <a:rPr lang="en-US"/>
              <a:t>To add image or icon, click the </a:t>
            </a:r>
            <a:br>
              <a:rPr lang="en-US"/>
            </a:br>
            <a:r>
              <a:rPr lang="en-US"/>
              <a:t>image icon or paste in</a:t>
            </a:r>
            <a:endParaRPr lang="en-US" dirty="0"/>
          </a:p>
        </p:txBody>
      </p:sp>
      <p:sp>
        <p:nvSpPr>
          <p:cNvPr id="9" name="Text Placeholder 3"/>
          <p:cNvSpPr>
            <a:spLocks noGrp="1"/>
          </p:cNvSpPr>
          <p:nvPr>
            <p:ph type="body" sz="quarter" idx="16" hasCustomPrompt="1"/>
          </p:nvPr>
        </p:nvSpPr>
        <p:spPr>
          <a:xfrm>
            <a:off x="6316620" y="4506821"/>
            <a:ext cx="5037181" cy="1600793"/>
          </a:xfrm>
          <a:prstGeom prst="rect">
            <a:avLst/>
          </a:prstGeom>
        </p:spPr>
        <p:txBody>
          <a:bodyPr lIns="182880" tIns="0" rIns="182880" bIns="0">
            <a:noAutofit/>
          </a:bodyPr>
          <a:lstStyle>
            <a:lvl1pPr marL="0" indent="0" algn="ctr">
              <a:lnSpc>
                <a:spcPct val="100000"/>
              </a:lnSpc>
              <a:spcBef>
                <a:spcPts val="0"/>
              </a:spcBef>
              <a:buNone/>
              <a:defRPr sz="2267" b="0" i="0">
                <a:latin typeface="+mn-lt"/>
                <a:ea typeface="PS TT Commons Medium" charset="0"/>
                <a:cs typeface="PS TT Commons Medium" charset="0"/>
              </a:defRPr>
            </a:lvl1pPr>
            <a:lvl2pPr>
              <a:defRPr/>
            </a:lvl2pPr>
          </a:lstStyle>
          <a:p>
            <a:pPr lvl="0"/>
            <a:r>
              <a:rPr lang="en-US" dirty="0"/>
              <a:t>Add text here</a:t>
            </a:r>
          </a:p>
        </p:txBody>
      </p:sp>
    </p:spTree>
    <p:extLst>
      <p:ext uri="{BB962C8B-B14F-4D97-AF65-F5344CB8AC3E}">
        <p14:creationId xmlns:p14="http://schemas.microsoft.com/office/powerpoint/2010/main" val="13606274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ircle Image Chunking: Two Item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Circle Icon or Image Chunking: Two Items</a:t>
            </a:r>
          </a:p>
        </p:txBody>
      </p:sp>
      <p:sp>
        <p:nvSpPr>
          <p:cNvPr id="3" name="Content Placeholder 11"/>
          <p:cNvSpPr>
            <a:spLocks noGrp="1" noChangeAspect="1"/>
          </p:cNvSpPr>
          <p:nvPr>
            <p:ph sz="quarter" idx="12" hasCustomPrompt="1"/>
          </p:nvPr>
        </p:nvSpPr>
        <p:spPr>
          <a:xfrm>
            <a:off x="2120136" y="1725298"/>
            <a:ext cx="3291840" cy="3291840"/>
          </a:xfrm>
          <a:prstGeom prst="ellipse">
            <a:avLst/>
          </a:prstGeom>
        </p:spPr>
        <p:txBody>
          <a:bodyPr lIns="182880" tIns="0" rIns="182880" bIns="0" anchor="ctr">
            <a:normAutofit/>
          </a:bodyPr>
          <a:lstStyle>
            <a:lvl1pPr marL="0" indent="0" algn="ctr">
              <a:buNone/>
              <a:defRPr sz="1733" b="0" i="0" baseline="0">
                <a:latin typeface="PS TT Commons Light" charset="0"/>
                <a:ea typeface="PS TT Commons Light" charset="0"/>
                <a:cs typeface="PS TT Commons Light" charset="0"/>
              </a:defRPr>
            </a:lvl1pPr>
            <a:lvl2pPr marL="396106" indent="0" algn="l">
              <a:buNone/>
              <a:defRPr sz="2933"/>
            </a:lvl2pPr>
            <a:lvl3pPr marL="794921" indent="0" algn="l">
              <a:buNone/>
              <a:defRPr sz="2933"/>
            </a:lvl3pPr>
            <a:lvl4pPr marL="1177464" indent="0" algn="l">
              <a:buNone/>
              <a:defRPr sz="2933"/>
            </a:lvl4pPr>
            <a:lvl5pPr marL="1462332" indent="0" algn="l">
              <a:buNone/>
              <a:defRPr sz="2933"/>
            </a:lvl5pPr>
          </a:lstStyle>
          <a:p>
            <a:pPr lvl="0"/>
            <a:r>
              <a:rPr lang="en-US"/>
              <a:t>To add image or icon, click the </a:t>
            </a:r>
            <a:br>
              <a:rPr lang="en-US"/>
            </a:br>
            <a:r>
              <a:rPr lang="en-US"/>
              <a:t>image icon or</a:t>
            </a:r>
            <a:br>
              <a:rPr lang="en-US"/>
            </a:br>
            <a:r>
              <a:rPr lang="en-US"/>
              <a:t>paste in</a:t>
            </a:r>
            <a:endParaRPr lang="en-US" dirty="0"/>
          </a:p>
        </p:txBody>
      </p:sp>
      <p:sp>
        <p:nvSpPr>
          <p:cNvPr id="4" name="Text Placeholder 3"/>
          <p:cNvSpPr>
            <a:spLocks noGrp="1"/>
          </p:cNvSpPr>
          <p:nvPr>
            <p:ph type="body" sz="quarter" idx="14" hasCustomPrompt="1"/>
          </p:nvPr>
        </p:nvSpPr>
        <p:spPr>
          <a:xfrm>
            <a:off x="1706661" y="5278152"/>
            <a:ext cx="4118791" cy="904934"/>
          </a:xfrm>
          <a:prstGeom prst="rect">
            <a:avLst/>
          </a:prstGeom>
        </p:spPr>
        <p:txBody>
          <a:bodyPr lIns="182880" tIns="0" rIns="182880" bIns="0">
            <a:noAutofit/>
          </a:bodyPr>
          <a:lstStyle>
            <a:lvl1pPr marL="0" indent="0" algn="ctr">
              <a:lnSpc>
                <a:spcPct val="100000"/>
              </a:lnSpc>
              <a:spcBef>
                <a:spcPts val="0"/>
              </a:spcBef>
              <a:buNone/>
              <a:defRPr sz="2267" b="0" i="0">
                <a:latin typeface="+mn-lt"/>
                <a:ea typeface="PS TT Commons Medium" charset="0"/>
                <a:cs typeface="PS TT Commons Medium" charset="0"/>
              </a:defRPr>
            </a:lvl1pPr>
            <a:lvl2pPr>
              <a:defRPr/>
            </a:lvl2pPr>
          </a:lstStyle>
          <a:p>
            <a:pPr lvl="0"/>
            <a:r>
              <a:rPr lang="en-US" dirty="0"/>
              <a:t>Add text here</a:t>
            </a:r>
          </a:p>
        </p:txBody>
      </p:sp>
      <p:sp>
        <p:nvSpPr>
          <p:cNvPr id="7" name="Content Placeholder 11"/>
          <p:cNvSpPr>
            <a:spLocks noGrp="1" noChangeAspect="1"/>
          </p:cNvSpPr>
          <p:nvPr>
            <p:ph sz="quarter" idx="15" hasCustomPrompt="1"/>
          </p:nvPr>
        </p:nvSpPr>
        <p:spPr>
          <a:xfrm>
            <a:off x="6790279" y="1725298"/>
            <a:ext cx="3294734" cy="3294734"/>
          </a:xfrm>
          <a:prstGeom prst="ellipse">
            <a:avLst/>
          </a:prstGeom>
        </p:spPr>
        <p:txBody>
          <a:bodyPr lIns="182880" tIns="0" rIns="182880" bIns="0" anchor="ctr">
            <a:normAutofit/>
          </a:bodyPr>
          <a:lstStyle>
            <a:lvl1pPr marL="0" indent="0" algn="ctr">
              <a:buNone/>
              <a:defRPr sz="1733" b="0" i="0" baseline="0">
                <a:latin typeface="PS TT Commons Light" charset="0"/>
                <a:ea typeface="PS TT Commons Light" charset="0"/>
                <a:cs typeface="PS TT Commons Light" charset="0"/>
              </a:defRPr>
            </a:lvl1pPr>
            <a:lvl2pPr marL="396106" indent="0" algn="l">
              <a:buNone/>
              <a:defRPr sz="2933"/>
            </a:lvl2pPr>
            <a:lvl3pPr marL="794921" indent="0" algn="l">
              <a:buNone/>
              <a:defRPr sz="2933"/>
            </a:lvl3pPr>
            <a:lvl4pPr marL="1177464" indent="0" algn="l">
              <a:buNone/>
              <a:defRPr sz="2933"/>
            </a:lvl4pPr>
            <a:lvl5pPr marL="1462332" indent="0" algn="l">
              <a:buNone/>
              <a:defRPr sz="2933"/>
            </a:lvl5pPr>
          </a:lstStyle>
          <a:p>
            <a:pPr lvl="0"/>
            <a:r>
              <a:rPr lang="en-US"/>
              <a:t>To add image or icon, click the </a:t>
            </a:r>
            <a:br>
              <a:rPr lang="en-US"/>
            </a:br>
            <a:r>
              <a:rPr lang="en-US"/>
              <a:t>image icon or </a:t>
            </a:r>
            <a:br>
              <a:rPr lang="en-US"/>
            </a:br>
            <a:r>
              <a:rPr lang="en-US"/>
              <a:t>paste in</a:t>
            </a:r>
            <a:endParaRPr lang="en-US" dirty="0"/>
          </a:p>
        </p:txBody>
      </p:sp>
      <p:sp>
        <p:nvSpPr>
          <p:cNvPr id="9" name="Text Placeholder 3"/>
          <p:cNvSpPr>
            <a:spLocks noGrp="1"/>
          </p:cNvSpPr>
          <p:nvPr>
            <p:ph type="body" sz="quarter" idx="16" hasCustomPrompt="1"/>
          </p:nvPr>
        </p:nvSpPr>
        <p:spPr>
          <a:xfrm>
            <a:off x="6378251" y="5278152"/>
            <a:ext cx="4118791" cy="904934"/>
          </a:xfrm>
          <a:prstGeom prst="rect">
            <a:avLst/>
          </a:prstGeom>
        </p:spPr>
        <p:txBody>
          <a:bodyPr lIns="182880" tIns="0" rIns="182880" bIns="0">
            <a:noAutofit/>
          </a:bodyPr>
          <a:lstStyle>
            <a:lvl1pPr marL="0" indent="0" algn="ctr">
              <a:lnSpc>
                <a:spcPct val="100000"/>
              </a:lnSpc>
              <a:spcBef>
                <a:spcPts val="0"/>
              </a:spcBef>
              <a:buNone/>
              <a:defRPr sz="2267" b="0" i="0">
                <a:latin typeface="+mn-lt"/>
                <a:ea typeface="PS TT Commons Medium" charset="0"/>
                <a:cs typeface="PS TT Commons Medium" charset="0"/>
              </a:defRPr>
            </a:lvl1pPr>
            <a:lvl2pPr>
              <a:defRPr/>
            </a:lvl2pPr>
          </a:lstStyle>
          <a:p>
            <a:pPr lvl="0"/>
            <a:r>
              <a:rPr lang="en-US" dirty="0"/>
              <a:t>Add text here</a:t>
            </a:r>
          </a:p>
        </p:txBody>
      </p:sp>
    </p:spTree>
    <p:extLst>
      <p:ext uri="{BB962C8B-B14F-4D97-AF65-F5344CB8AC3E}">
        <p14:creationId xmlns:p14="http://schemas.microsoft.com/office/powerpoint/2010/main" val="245594010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Icon or Image Chunking: Three Item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Icon or Image Chunking: Three Items</a:t>
            </a:r>
          </a:p>
        </p:txBody>
      </p:sp>
      <p:sp>
        <p:nvSpPr>
          <p:cNvPr id="3" name="Content Placeholder 11"/>
          <p:cNvSpPr>
            <a:spLocks noGrp="1"/>
          </p:cNvSpPr>
          <p:nvPr>
            <p:ph sz="quarter" idx="12" hasCustomPrompt="1"/>
          </p:nvPr>
        </p:nvSpPr>
        <p:spPr>
          <a:xfrm>
            <a:off x="838201" y="2020388"/>
            <a:ext cx="3318693" cy="2438400"/>
          </a:xfrm>
          <a:prstGeom prst="rect">
            <a:avLst/>
          </a:prstGeom>
        </p:spPr>
        <p:txBody>
          <a:bodyPr lIns="182880" tIns="0" rIns="182880" bIns="0" anchor="ctr">
            <a:normAutofit/>
          </a:bodyPr>
          <a:lstStyle>
            <a:lvl1pPr marL="0" indent="0" algn="ctr">
              <a:buNone/>
              <a:defRPr sz="1867" b="0" i="0" baseline="0">
                <a:latin typeface="PS TT Commons Light" charset="0"/>
                <a:ea typeface="PS TT Commons Light" charset="0"/>
                <a:cs typeface="PS TT Commons Light" charset="0"/>
              </a:defRPr>
            </a:lvl1pPr>
            <a:lvl2pPr marL="396106" indent="0" algn="l">
              <a:buNone/>
              <a:defRPr sz="2933"/>
            </a:lvl2pPr>
            <a:lvl3pPr marL="794921" indent="0" algn="l">
              <a:buNone/>
              <a:defRPr sz="2933"/>
            </a:lvl3pPr>
            <a:lvl4pPr marL="1177464" indent="0" algn="l">
              <a:buNone/>
              <a:defRPr sz="2933"/>
            </a:lvl4pPr>
            <a:lvl5pPr marL="1462332" indent="0" algn="l">
              <a:buNone/>
              <a:defRPr sz="2933"/>
            </a:lvl5pPr>
          </a:lstStyle>
          <a:p>
            <a:pPr lvl="0"/>
            <a:r>
              <a:rPr lang="en-US"/>
              <a:t>To add image or icon, click the image icon or paste in</a:t>
            </a:r>
            <a:endParaRPr lang="en-US" dirty="0"/>
          </a:p>
        </p:txBody>
      </p:sp>
      <p:sp>
        <p:nvSpPr>
          <p:cNvPr id="4" name="Text Placeholder 3"/>
          <p:cNvSpPr>
            <a:spLocks noGrp="1"/>
          </p:cNvSpPr>
          <p:nvPr>
            <p:ph type="body" sz="quarter" idx="14" hasCustomPrompt="1"/>
          </p:nvPr>
        </p:nvSpPr>
        <p:spPr>
          <a:xfrm>
            <a:off x="838202" y="4692603"/>
            <a:ext cx="3318692" cy="1655188"/>
          </a:xfrm>
          <a:prstGeom prst="rect">
            <a:avLst/>
          </a:prstGeom>
        </p:spPr>
        <p:txBody>
          <a:bodyPr lIns="182880" tIns="0" rIns="182880" bIns="0">
            <a:noAutofit/>
          </a:bodyPr>
          <a:lstStyle>
            <a:lvl1pPr marL="0" indent="0" algn="ctr">
              <a:lnSpc>
                <a:spcPct val="100000"/>
              </a:lnSpc>
              <a:spcBef>
                <a:spcPts val="0"/>
              </a:spcBef>
              <a:buNone/>
              <a:defRPr sz="2267" b="0" i="0">
                <a:latin typeface="+mn-lt"/>
                <a:ea typeface="PS TT Commons Medium" charset="0"/>
                <a:cs typeface="PS TT Commons Medium" charset="0"/>
              </a:defRPr>
            </a:lvl1pPr>
            <a:lvl2pPr>
              <a:defRPr/>
            </a:lvl2pPr>
          </a:lstStyle>
          <a:p>
            <a:pPr lvl="0"/>
            <a:r>
              <a:rPr lang="en-US" dirty="0"/>
              <a:t>Add text here</a:t>
            </a:r>
          </a:p>
        </p:txBody>
      </p:sp>
      <p:sp>
        <p:nvSpPr>
          <p:cNvPr id="9" name="Content Placeholder 11"/>
          <p:cNvSpPr>
            <a:spLocks noGrp="1"/>
          </p:cNvSpPr>
          <p:nvPr>
            <p:ph sz="quarter" idx="15" hasCustomPrompt="1"/>
          </p:nvPr>
        </p:nvSpPr>
        <p:spPr>
          <a:xfrm>
            <a:off x="8035109" y="2020388"/>
            <a:ext cx="3318691" cy="2438400"/>
          </a:xfrm>
          <a:prstGeom prst="rect">
            <a:avLst/>
          </a:prstGeom>
        </p:spPr>
        <p:txBody>
          <a:bodyPr lIns="182880" tIns="0" rIns="182880" bIns="0" anchor="ctr">
            <a:normAutofit/>
          </a:bodyPr>
          <a:lstStyle>
            <a:lvl1pPr marL="0" indent="0" algn="ctr">
              <a:buNone/>
              <a:defRPr sz="1867" b="0" i="0" baseline="0">
                <a:latin typeface="PS TT Commons Light" charset="0"/>
                <a:ea typeface="PS TT Commons Light" charset="0"/>
                <a:cs typeface="PS TT Commons Light" charset="0"/>
              </a:defRPr>
            </a:lvl1pPr>
            <a:lvl2pPr marL="396106" indent="0" algn="l">
              <a:buNone/>
              <a:defRPr sz="2933"/>
            </a:lvl2pPr>
            <a:lvl3pPr marL="794921" indent="0" algn="l">
              <a:buNone/>
              <a:defRPr sz="2933"/>
            </a:lvl3pPr>
            <a:lvl4pPr marL="1177464" indent="0" algn="l">
              <a:buNone/>
              <a:defRPr sz="2933"/>
            </a:lvl4pPr>
            <a:lvl5pPr marL="1462332" indent="0" algn="l">
              <a:buNone/>
              <a:defRPr sz="2933"/>
            </a:lvl5pPr>
          </a:lstStyle>
          <a:p>
            <a:pPr lvl="0"/>
            <a:r>
              <a:rPr lang="en-US"/>
              <a:t>To add image or icon, click the image icon or paste in</a:t>
            </a:r>
            <a:endParaRPr lang="en-US" dirty="0"/>
          </a:p>
        </p:txBody>
      </p:sp>
      <p:sp>
        <p:nvSpPr>
          <p:cNvPr id="10" name="Text Placeholder 3"/>
          <p:cNvSpPr>
            <a:spLocks noGrp="1"/>
          </p:cNvSpPr>
          <p:nvPr>
            <p:ph type="body" sz="quarter" idx="16" hasCustomPrompt="1"/>
          </p:nvPr>
        </p:nvSpPr>
        <p:spPr>
          <a:xfrm>
            <a:off x="8035110" y="4692603"/>
            <a:ext cx="3318692" cy="1655188"/>
          </a:xfrm>
          <a:prstGeom prst="rect">
            <a:avLst/>
          </a:prstGeom>
        </p:spPr>
        <p:txBody>
          <a:bodyPr lIns="182880" tIns="0" rIns="182880" bIns="0">
            <a:noAutofit/>
          </a:bodyPr>
          <a:lstStyle>
            <a:lvl1pPr marL="0" indent="0" algn="ctr">
              <a:lnSpc>
                <a:spcPct val="100000"/>
              </a:lnSpc>
              <a:spcBef>
                <a:spcPts val="0"/>
              </a:spcBef>
              <a:buNone/>
              <a:defRPr sz="2267" b="0" i="0">
                <a:latin typeface="+mn-lt"/>
                <a:ea typeface="PS TT Commons Medium" charset="0"/>
                <a:cs typeface="PS TT Commons Medium" charset="0"/>
              </a:defRPr>
            </a:lvl1pPr>
            <a:lvl2pPr>
              <a:defRPr/>
            </a:lvl2pPr>
          </a:lstStyle>
          <a:p>
            <a:pPr lvl="0"/>
            <a:r>
              <a:rPr lang="en-US" dirty="0"/>
              <a:t>Add text here</a:t>
            </a:r>
          </a:p>
        </p:txBody>
      </p:sp>
      <p:sp>
        <p:nvSpPr>
          <p:cNvPr id="11" name="Content Placeholder 11"/>
          <p:cNvSpPr>
            <a:spLocks noGrp="1"/>
          </p:cNvSpPr>
          <p:nvPr>
            <p:ph sz="quarter" idx="17" hasCustomPrompt="1"/>
          </p:nvPr>
        </p:nvSpPr>
        <p:spPr>
          <a:xfrm>
            <a:off x="4436655" y="2020388"/>
            <a:ext cx="3318692" cy="2438400"/>
          </a:xfrm>
          <a:prstGeom prst="rect">
            <a:avLst/>
          </a:prstGeom>
        </p:spPr>
        <p:txBody>
          <a:bodyPr lIns="182880" tIns="0" rIns="182880" bIns="0" anchor="ctr">
            <a:normAutofit/>
          </a:bodyPr>
          <a:lstStyle>
            <a:lvl1pPr marL="0" indent="0" algn="ctr">
              <a:buNone/>
              <a:defRPr sz="1867" b="0" i="0" baseline="0">
                <a:latin typeface="PS TT Commons Light" charset="0"/>
                <a:ea typeface="PS TT Commons Light" charset="0"/>
                <a:cs typeface="PS TT Commons Light" charset="0"/>
              </a:defRPr>
            </a:lvl1pPr>
            <a:lvl2pPr marL="396106" indent="0" algn="l">
              <a:buNone/>
              <a:defRPr sz="2933"/>
            </a:lvl2pPr>
            <a:lvl3pPr marL="794921" indent="0" algn="l">
              <a:buNone/>
              <a:defRPr sz="2933"/>
            </a:lvl3pPr>
            <a:lvl4pPr marL="1177464" indent="0" algn="l">
              <a:buNone/>
              <a:defRPr sz="2933"/>
            </a:lvl4pPr>
            <a:lvl5pPr marL="1462332" indent="0" algn="l">
              <a:buNone/>
              <a:defRPr sz="2933"/>
            </a:lvl5pPr>
          </a:lstStyle>
          <a:p>
            <a:pPr lvl="0"/>
            <a:r>
              <a:rPr lang="en-US"/>
              <a:t>To add image or icon, click the image icon or paste in</a:t>
            </a:r>
            <a:endParaRPr lang="en-US" dirty="0"/>
          </a:p>
        </p:txBody>
      </p:sp>
      <p:sp>
        <p:nvSpPr>
          <p:cNvPr id="12" name="Text Placeholder 3"/>
          <p:cNvSpPr>
            <a:spLocks noGrp="1"/>
          </p:cNvSpPr>
          <p:nvPr>
            <p:ph type="body" sz="quarter" idx="18" hasCustomPrompt="1"/>
          </p:nvPr>
        </p:nvSpPr>
        <p:spPr>
          <a:xfrm>
            <a:off x="4436655" y="4692603"/>
            <a:ext cx="3318692" cy="1655188"/>
          </a:xfrm>
          <a:prstGeom prst="rect">
            <a:avLst/>
          </a:prstGeom>
        </p:spPr>
        <p:txBody>
          <a:bodyPr lIns="182880" tIns="0" rIns="182880" bIns="0">
            <a:noAutofit/>
          </a:bodyPr>
          <a:lstStyle>
            <a:lvl1pPr marL="0" indent="0" algn="ctr">
              <a:lnSpc>
                <a:spcPct val="100000"/>
              </a:lnSpc>
              <a:spcBef>
                <a:spcPts val="0"/>
              </a:spcBef>
              <a:buNone/>
              <a:defRPr sz="2267" b="0" i="0">
                <a:latin typeface="+mn-lt"/>
                <a:ea typeface="PS TT Commons Medium" charset="0"/>
                <a:cs typeface="PS TT Commons Medium" charset="0"/>
              </a:defRPr>
            </a:lvl1pPr>
            <a:lvl2pPr>
              <a:defRPr/>
            </a:lvl2pPr>
          </a:lstStyle>
          <a:p>
            <a:pPr lvl="0"/>
            <a:r>
              <a:rPr lang="en-US" dirty="0"/>
              <a:t>Add text here</a:t>
            </a:r>
          </a:p>
        </p:txBody>
      </p:sp>
    </p:spTree>
    <p:extLst>
      <p:ext uri="{BB962C8B-B14F-4D97-AF65-F5344CB8AC3E}">
        <p14:creationId xmlns:p14="http://schemas.microsoft.com/office/powerpoint/2010/main" val="30930721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ircle Image Chunking: Three Item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Circle Icon or Image Chunking: Three Items</a:t>
            </a:r>
          </a:p>
        </p:txBody>
      </p:sp>
      <p:sp>
        <p:nvSpPr>
          <p:cNvPr id="3" name="Content Placeholder 11"/>
          <p:cNvSpPr>
            <a:spLocks noGrp="1"/>
          </p:cNvSpPr>
          <p:nvPr>
            <p:ph sz="quarter" idx="12" hasCustomPrompt="1"/>
          </p:nvPr>
        </p:nvSpPr>
        <p:spPr>
          <a:xfrm>
            <a:off x="1034508" y="1889759"/>
            <a:ext cx="2926080" cy="2926080"/>
          </a:xfrm>
          <a:prstGeom prst="ellipse">
            <a:avLst/>
          </a:prstGeom>
        </p:spPr>
        <p:txBody>
          <a:bodyPr lIns="182880" tIns="0" rIns="182880" bIns="0" anchor="ctr">
            <a:normAutofit/>
          </a:bodyPr>
          <a:lstStyle>
            <a:lvl1pPr marL="0" indent="0" algn="ctr">
              <a:buNone/>
              <a:defRPr sz="1867" b="0" i="0" baseline="0">
                <a:latin typeface="PS TT Commons Light" charset="0"/>
                <a:ea typeface="PS TT Commons Light" charset="0"/>
                <a:cs typeface="PS TT Commons Light" charset="0"/>
              </a:defRPr>
            </a:lvl1pPr>
            <a:lvl2pPr marL="396106" indent="0" algn="l">
              <a:buNone/>
              <a:defRPr sz="2933"/>
            </a:lvl2pPr>
            <a:lvl3pPr marL="794921" indent="0" algn="l">
              <a:buNone/>
              <a:defRPr sz="2933"/>
            </a:lvl3pPr>
            <a:lvl4pPr marL="1177464" indent="0" algn="l">
              <a:buNone/>
              <a:defRPr sz="2933"/>
            </a:lvl4pPr>
            <a:lvl5pPr marL="1462332" indent="0" algn="l">
              <a:buNone/>
              <a:defRPr sz="2933"/>
            </a:lvl5pPr>
          </a:lstStyle>
          <a:p>
            <a:pPr lvl="0"/>
            <a:r>
              <a:rPr lang="en-US"/>
              <a:t>To add image or icon, click the </a:t>
            </a:r>
            <a:br>
              <a:rPr lang="en-US"/>
            </a:br>
            <a:r>
              <a:rPr lang="en-US"/>
              <a:t>image icon or</a:t>
            </a:r>
            <a:br>
              <a:rPr lang="en-US"/>
            </a:br>
            <a:r>
              <a:rPr lang="en-US"/>
              <a:t>paste in</a:t>
            </a:r>
            <a:endParaRPr lang="en-US" dirty="0"/>
          </a:p>
        </p:txBody>
      </p:sp>
      <p:sp>
        <p:nvSpPr>
          <p:cNvPr id="4" name="Text Placeholder 3"/>
          <p:cNvSpPr>
            <a:spLocks noGrp="1"/>
          </p:cNvSpPr>
          <p:nvPr>
            <p:ph type="body" sz="quarter" idx="14" hasCustomPrompt="1"/>
          </p:nvPr>
        </p:nvSpPr>
        <p:spPr>
          <a:xfrm>
            <a:off x="838202" y="5065827"/>
            <a:ext cx="3318692" cy="1220673"/>
          </a:xfrm>
          <a:prstGeom prst="rect">
            <a:avLst/>
          </a:prstGeom>
        </p:spPr>
        <p:txBody>
          <a:bodyPr lIns="182880" tIns="0" rIns="182880" bIns="0">
            <a:noAutofit/>
          </a:bodyPr>
          <a:lstStyle>
            <a:lvl1pPr marL="0" indent="0" algn="ctr">
              <a:lnSpc>
                <a:spcPct val="100000"/>
              </a:lnSpc>
              <a:spcBef>
                <a:spcPts val="0"/>
              </a:spcBef>
              <a:buNone/>
              <a:defRPr sz="2267" b="0" i="0">
                <a:latin typeface="+mn-lt"/>
                <a:ea typeface="PS TT Commons Medium" charset="0"/>
                <a:cs typeface="PS TT Commons Medium" charset="0"/>
              </a:defRPr>
            </a:lvl1pPr>
            <a:lvl2pPr>
              <a:defRPr/>
            </a:lvl2pPr>
          </a:lstStyle>
          <a:p>
            <a:pPr lvl="0"/>
            <a:r>
              <a:rPr lang="en-US" dirty="0"/>
              <a:t>Add text here</a:t>
            </a:r>
          </a:p>
        </p:txBody>
      </p:sp>
      <p:sp>
        <p:nvSpPr>
          <p:cNvPr id="9" name="Content Placeholder 11"/>
          <p:cNvSpPr>
            <a:spLocks noGrp="1"/>
          </p:cNvSpPr>
          <p:nvPr>
            <p:ph sz="quarter" idx="15" hasCustomPrompt="1"/>
          </p:nvPr>
        </p:nvSpPr>
        <p:spPr>
          <a:xfrm>
            <a:off x="8226844" y="1889759"/>
            <a:ext cx="2935224" cy="2935224"/>
          </a:xfrm>
          <a:prstGeom prst="ellipse">
            <a:avLst/>
          </a:prstGeom>
        </p:spPr>
        <p:txBody>
          <a:bodyPr lIns="182880" tIns="0" rIns="182880" bIns="0" anchor="ctr">
            <a:normAutofit/>
          </a:bodyPr>
          <a:lstStyle>
            <a:lvl1pPr marL="0" indent="0" algn="ctr">
              <a:buNone/>
              <a:defRPr sz="1867" b="0" i="0" baseline="0">
                <a:latin typeface="PS TT Commons Light" charset="0"/>
                <a:ea typeface="PS TT Commons Light" charset="0"/>
                <a:cs typeface="PS TT Commons Light" charset="0"/>
              </a:defRPr>
            </a:lvl1pPr>
            <a:lvl2pPr marL="396106" indent="0" algn="l">
              <a:buNone/>
              <a:defRPr sz="2933"/>
            </a:lvl2pPr>
            <a:lvl3pPr marL="794921" indent="0" algn="l">
              <a:buNone/>
              <a:defRPr sz="2933"/>
            </a:lvl3pPr>
            <a:lvl4pPr marL="1177464" indent="0" algn="l">
              <a:buNone/>
              <a:defRPr sz="2933"/>
            </a:lvl4pPr>
            <a:lvl5pPr marL="1462332" indent="0" algn="l">
              <a:buNone/>
              <a:defRPr sz="2933"/>
            </a:lvl5pPr>
          </a:lstStyle>
          <a:p>
            <a:pPr lvl="0"/>
            <a:r>
              <a:rPr lang="en-US"/>
              <a:t>To add image or icon, click the </a:t>
            </a:r>
            <a:br>
              <a:rPr lang="en-US"/>
            </a:br>
            <a:r>
              <a:rPr lang="en-US"/>
              <a:t>image icon or</a:t>
            </a:r>
            <a:br>
              <a:rPr lang="en-US"/>
            </a:br>
            <a:r>
              <a:rPr lang="en-US"/>
              <a:t>paste in</a:t>
            </a:r>
            <a:endParaRPr lang="en-US" dirty="0"/>
          </a:p>
        </p:txBody>
      </p:sp>
      <p:sp>
        <p:nvSpPr>
          <p:cNvPr id="10" name="Text Placeholder 3"/>
          <p:cNvSpPr>
            <a:spLocks noGrp="1"/>
          </p:cNvSpPr>
          <p:nvPr>
            <p:ph type="body" sz="quarter" idx="16" hasCustomPrompt="1"/>
          </p:nvPr>
        </p:nvSpPr>
        <p:spPr>
          <a:xfrm>
            <a:off x="8035110" y="5065827"/>
            <a:ext cx="3318692" cy="1220673"/>
          </a:xfrm>
          <a:prstGeom prst="rect">
            <a:avLst/>
          </a:prstGeom>
        </p:spPr>
        <p:txBody>
          <a:bodyPr lIns="182880" tIns="0" rIns="182880" bIns="0">
            <a:noAutofit/>
          </a:bodyPr>
          <a:lstStyle>
            <a:lvl1pPr marL="0" indent="0" algn="ctr">
              <a:lnSpc>
                <a:spcPct val="100000"/>
              </a:lnSpc>
              <a:spcBef>
                <a:spcPts val="0"/>
              </a:spcBef>
              <a:buNone/>
              <a:defRPr sz="2267" b="0" i="0">
                <a:latin typeface="+mn-lt"/>
                <a:ea typeface="PS TT Commons Medium" charset="0"/>
                <a:cs typeface="PS TT Commons Medium" charset="0"/>
              </a:defRPr>
            </a:lvl1pPr>
            <a:lvl2pPr>
              <a:defRPr/>
            </a:lvl2pPr>
          </a:lstStyle>
          <a:p>
            <a:pPr lvl="0"/>
            <a:r>
              <a:rPr lang="en-US" dirty="0"/>
              <a:t>Add text here</a:t>
            </a:r>
          </a:p>
        </p:txBody>
      </p:sp>
      <p:sp>
        <p:nvSpPr>
          <p:cNvPr id="11" name="Content Placeholder 11"/>
          <p:cNvSpPr>
            <a:spLocks noGrp="1" noChangeAspect="1"/>
          </p:cNvSpPr>
          <p:nvPr>
            <p:ph sz="quarter" idx="17" hasCustomPrompt="1"/>
          </p:nvPr>
        </p:nvSpPr>
        <p:spPr>
          <a:xfrm>
            <a:off x="4628388" y="1889759"/>
            <a:ext cx="2935224" cy="2935224"/>
          </a:xfrm>
          <a:prstGeom prst="ellipse">
            <a:avLst/>
          </a:prstGeom>
        </p:spPr>
        <p:txBody>
          <a:bodyPr lIns="182880" tIns="0" rIns="182880" bIns="0" anchor="ctr">
            <a:normAutofit/>
          </a:bodyPr>
          <a:lstStyle>
            <a:lvl1pPr marL="0" indent="0" algn="ctr">
              <a:buNone/>
              <a:defRPr sz="1867" b="0" i="0" baseline="0">
                <a:latin typeface="PS TT Commons Light" charset="0"/>
                <a:ea typeface="PS TT Commons Light" charset="0"/>
                <a:cs typeface="PS TT Commons Light" charset="0"/>
              </a:defRPr>
            </a:lvl1pPr>
            <a:lvl2pPr marL="396106" indent="0" algn="l">
              <a:buNone/>
              <a:defRPr sz="2933"/>
            </a:lvl2pPr>
            <a:lvl3pPr marL="794921" indent="0" algn="l">
              <a:buNone/>
              <a:defRPr sz="2933"/>
            </a:lvl3pPr>
            <a:lvl4pPr marL="1177464" indent="0" algn="l">
              <a:buNone/>
              <a:defRPr sz="2933"/>
            </a:lvl4pPr>
            <a:lvl5pPr marL="1462332" indent="0" algn="l">
              <a:buNone/>
              <a:defRPr sz="2933"/>
            </a:lvl5pPr>
          </a:lstStyle>
          <a:p>
            <a:pPr lvl="0"/>
            <a:r>
              <a:rPr lang="en-US"/>
              <a:t>To add image or icon, click the </a:t>
            </a:r>
            <a:br>
              <a:rPr lang="en-US"/>
            </a:br>
            <a:r>
              <a:rPr lang="en-US"/>
              <a:t>image icon or</a:t>
            </a:r>
            <a:br>
              <a:rPr lang="en-US"/>
            </a:br>
            <a:r>
              <a:rPr lang="en-US"/>
              <a:t>paste in</a:t>
            </a:r>
            <a:endParaRPr lang="en-US" dirty="0"/>
          </a:p>
        </p:txBody>
      </p:sp>
      <p:sp>
        <p:nvSpPr>
          <p:cNvPr id="12" name="Text Placeholder 3"/>
          <p:cNvSpPr>
            <a:spLocks noGrp="1"/>
          </p:cNvSpPr>
          <p:nvPr>
            <p:ph type="body" sz="quarter" idx="18" hasCustomPrompt="1"/>
          </p:nvPr>
        </p:nvSpPr>
        <p:spPr>
          <a:xfrm>
            <a:off x="4436655" y="5065827"/>
            <a:ext cx="3318692" cy="1220673"/>
          </a:xfrm>
          <a:prstGeom prst="rect">
            <a:avLst/>
          </a:prstGeom>
        </p:spPr>
        <p:txBody>
          <a:bodyPr lIns="182880" tIns="0" rIns="182880" bIns="0">
            <a:noAutofit/>
          </a:bodyPr>
          <a:lstStyle>
            <a:lvl1pPr marL="0" indent="0" algn="ctr">
              <a:lnSpc>
                <a:spcPct val="100000"/>
              </a:lnSpc>
              <a:spcBef>
                <a:spcPts val="0"/>
              </a:spcBef>
              <a:buNone/>
              <a:defRPr sz="2267" b="0" i="0">
                <a:latin typeface="+mn-lt"/>
                <a:ea typeface="PS TT Commons Medium" charset="0"/>
                <a:cs typeface="PS TT Commons Medium" charset="0"/>
              </a:defRPr>
            </a:lvl1pPr>
            <a:lvl2pPr>
              <a:defRPr/>
            </a:lvl2pPr>
          </a:lstStyle>
          <a:p>
            <a:pPr lvl="0"/>
            <a:r>
              <a:rPr lang="en-US" dirty="0"/>
              <a:t>Add text here</a:t>
            </a:r>
          </a:p>
        </p:txBody>
      </p:sp>
    </p:spTree>
    <p:extLst>
      <p:ext uri="{BB962C8B-B14F-4D97-AF65-F5344CB8AC3E}">
        <p14:creationId xmlns:p14="http://schemas.microsoft.com/office/powerpoint/2010/main" val="193716463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Icon or Image Chunking: Four Item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Icon or Image Chunking: Four Items</a:t>
            </a:r>
          </a:p>
        </p:txBody>
      </p:sp>
      <p:sp>
        <p:nvSpPr>
          <p:cNvPr id="3" name="Content Placeholder 11"/>
          <p:cNvSpPr>
            <a:spLocks noGrp="1"/>
          </p:cNvSpPr>
          <p:nvPr>
            <p:ph sz="quarter" idx="12" hasCustomPrompt="1"/>
          </p:nvPr>
        </p:nvSpPr>
        <p:spPr>
          <a:xfrm>
            <a:off x="643181" y="1916609"/>
            <a:ext cx="2575560" cy="2578608"/>
          </a:xfrm>
          <a:prstGeom prst="rect">
            <a:avLst/>
          </a:prstGeom>
        </p:spPr>
        <p:txBody>
          <a:bodyPr lIns="182880" tIns="0" rIns="182880" bIns="0" anchor="ctr">
            <a:normAutofit/>
          </a:bodyPr>
          <a:lstStyle>
            <a:lvl1pPr marL="0" indent="0" algn="ctr">
              <a:buNone/>
              <a:defRPr sz="1733" b="0" i="0" baseline="0">
                <a:latin typeface="PS TT Commons Light" charset="0"/>
                <a:ea typeface="PS TT Commons Light" charset="0"/>
                <a:cs typeface="PS TT Commons Light" charset="0"/>
              </a:defRPr>
            </a:lvl1pPr>
            <a:lvl2pPr marL="396106" indent="0" algn="l">
              <a:buNone/>
              <a:defRPr sz="2933"/>
            </a:lvl2pPr>
            <a:lvl3pPr marL="794921" indent="0" algn="l">
              <a:buNone/>
              <a:defRPr sz="2933"/>
            </a:lvl3pPr>
            <a:lvl4pPr marL="1177464" indent="0" algn="l">
              <a:buNone/>
              <a:defRPr sz="2933"/>
            </a:lvl4pPr>
            <a:lvl5pPr marL="1462332" indent="0" algn="l">
              <a:buNone/>
              <a:defRPr sz="2933"/>
            </a:lvl5pPr>
          </a:lstStyle>
          <a:p>
            <a:pPr lvl="0"/>
            <a:r>
              <a:rPr lang="en-US"/>
              <a:t>To add image or icon, click the </a:t>
            </a:r>
            <a:br>
              <a:rPr lang="en-US"/>
            </a:br>
            <a:r>
              <a:rPr lang="en-US"/>
              <a:t>image icon or</a:t>
            </a:r>
            <a:br>
              <a:rPr lang="en-US"/>
            </a:br>
            <a:r>
              <a:rPr lang="en-US"/>
              <a:t>paste in</a:t>
            </a:r>
            <a:endParaRPr lang="en-US" dirty="0"/>
          </a:p>
        </p:txBody>
      </p:sp>
      <p:sp>
        <p:nvSpPr>
          <p:cNvPr id="4" name="Text Placeholder 3"/>
          <p:cNvSpPr>
            <a:spLocks noGrp="1"/>
          </p:cNvSpPr>
          <p:nvPr>
            <p:ph type="body" sz="quarter" idx="14" hasCustomPrompt="1"/>
          </p:nvPr>
        </p:nvSpPr>
        <p:spPr>
          <a:xfrm>
            <a:off x="643181" y="4794392"/>
            <a:ext cx="2575560" cy="1434958"/>
          </a:xfrm>
          <a:prstGeom prst="rect">
            <a:avLst/>
          </a:prstGeom>
        </p:spPr>
        <p:txBody>
          <a:bodyPr lIns="182880" tIns="0" rIns="182880" bIns="0">
            <a:noAutofit/>
          </a:bodyPr>
          <a:lstStyle>
            <a:lvl1pPr marL="0" indent="0" algn="ctr">
              <a:lnSpc>
                <a:spcPct val="100000"/>
              </a:lnSpc>
              <a:spcBef>
                <a:spcPts val="0"/>
              </a:spcBef>
              <a:buNone/>
              <a:defRPr sz="2267" b="0" i="0">
                <a:latin typeface="+mn-lt"/>
                <a:ea typeface="PS TT Commons Medium" charset="0"/>
                <a:cs typeface="PS TT Commons Medium" charset="0"/>
              </a:defRPr>
            </a:lvl1pPr>
            <a:lvl2pPr>
              <a:defRPr/>
            </a:lvl2pPr>
          </a:lstStyle>
          <a:p>
            <a:pPr lvl="0"/>
            <a:r>
              <a:rPr lang="en-US" dirty="0"/>
              <a:t>Add text here</a:t>
            </a:r>
          </a:p>
        </p:txBody>
      </p:sp>
      <p:sp>
        <p:nvSpPr>
          <p:cNvPr id="11" name="Content Placeholder 11"/>
          <p:cNvSpPr>
            <a:spLocks noGrp="1"/>
          </p:cNvSpPr>
          <p:nvPr>
            <p:ph sz="quarter" idx="15" hasCustomPrompt="1"/>
          </p:nvPr>
        </p:nvSpPr>
        <p:spPr>
          <a:xfrm>
            <a:off x="8880365" y="1916609"/>
            <a:ext cx="2575560" cy="2578608"/>
          </a:xfrm>
          <a:prstGeom prst="rect">
            <a:avLst/>
          </a:prstGeom>
        </p:spPr>
        <p:txBody>
          <a:bodyPr lIns="182880" tIns="0" rIns="182880" bIns="0" anchor="ctr">
            <a:normAutofit/>
          </a:bodyPr>
          <a:lstStyle>
            <a:lvl1pPr marL="0" indent="0" algn="ctr">
              <a:buNone/>
              <a:defRPr sz="1733" b="0" i="0" baseline="0">
                <a:latin typeface="PS TT Commons Light" charset="0"/>
                <a:ea typeface="PS TT Commons Light" charset="0"/>
                <a:cs typeface="PS TT Commons Light" charset="0"/>
              </a:defRPr>
            </a:lvl1pPr>
            <a:lvl2pPr marL="396106" indent="0" algn="l">
              <a:buNone/>
              <a:defRPr sz="2933"/>
            </a:lvl2pPr>
            <a:lvl3pPr marL="794921" indent="0" algn="l">
              <a:buNone/>
              <a:defRPr sz="2933"/>
            </a:lvl3pPr>
            <a:lvl4pPr marL="1177464" indent="0" algn="l">
              <a:buNone/>
              <a:defRPr sz="2933"/>
            </a:lvl4pPr>
            <a:lvl5pPr marL="1462332" indent="0" algn="l">
              <a:buNone/>
              <a:defRPr sz="2933"/>
            </a:lvl5pPr>
          </a:lstStyle>
          <a:p>
            <a:pPr lvl="0"/>
            <a:r>
              <a:rPr lang="en-US"/>
              <a:t>To add image or icon, click the </a:t>
            </a:r>
            <a:br>
              <a:rPr lang="en-US"/>
            </a:br>
            <a:r>
              <a:rPr lang="en-US"/>
              <a:t>image icon or</a:t>
            </a:r>
            <a:br>
              <a:rPr lang="en-US"/>
            </a:br>
            <a:r>
              <a:rPr lang="en-US"/>
              <a:t>paste in</a:t>
            </a:r>
            <a:endParaRPr lang="en-US" dirty="0"/>
          </a:p>
        </p:txBody>
      </p:sp>
      <p:sp>
        <p:nvSpPr>
          <p:cNvPr id="13" name="Content Placeholder 11"/>
          <p:cNvSpPr>
            <a:spLocks noGrp="1"/>
          </p:cNvSpPr>
          <p:nvPr>
            <p:ph sz="quarter" idx="17" hasCustomPrompt="1"/>
          </p:nvPr>
        </p:nvSpPr>
        <p:spPr>
          <a:xfrm>
            <a:off x="3388909" y="1916609"/>
            <a:ext cx="2575560" cy="2578608"/>
          </a:xfrm>
          <a:prstGeom prst="rect">
            <a:avLst/>
          </a:prstGeom>
        </p:spPr>
        <p:txBody>
          <a:bodyPr lIns="182880" tIns="0" rIns="182880" bIns="0" anchor="ctr">
            <a:normAutofit/>
          </a:bodyPr>
          <a:lstStyle>
            <a:lvl1pPr marL="0" indent="0" algn="ctr">
              <a:buNone/>
              <a:defRPr sz="1733" b="0" i="0" baseline="0">
                <a:latin typeface="PS TT Commons Light" charset="0"/>
                <a:ea typeface="PS TT Commons Light" charset="0"/>
                <a:cs typeface="PS TT Commons Light" charset="0"/>
              </a:defRPr>
            </a:lvl1pPr>
            <a:lvl2pPr marL="396106" indent="0" algn="l">
              <a:buNone/>
              <a:defRPr sz="2933"/>
            </a:lvl2pPr>
            <a:lvl3pPr marL="794921" indent="0" algn="l">
              <a:buNone/>
              <a:defRPr sz="2933"/>
            </a:lvl3pPr>
            <a:lvl4pPr marL="1177464" indent="0" algn="l">
              <a:buNone/>
              <a:defRPr sz="2933"/>
            </a:lvl4pPr>
            <a:lvl5pPr marL="1462332" indent="0" algn="l">
              <a:buNone/>
              <a:defRPr sz="2933"/>
            </a:lvl5pPr>
          </a:lstStyle>
          <a:p>
            <a:pPr lvl="0"/>
            <a:r>
              <a:rPr lang="en-US"/>
              <a:t>To add image or icon, click the </a:t>
            </a:r>
            <a:br>
              <a:rPr lang="en-US"/>
            </a:br>
            <a:r>
              <a:rPr lang="en-US"/>
              <a:t>image icon or</a:t>
            </a:r>
            <a:br>
              <a:rPr lang="en-US"/>
            </a:br>
            <a:r>
              <a:rPr lang="en-US"/>
              <a:t>paste in</a:t>
            </a:r>
            <a:endParaRPr lang="en-US" dirty="0"/>
          </a:p>
        </p:txBody>
      </p:sp>
      <p:sp>
        <p:nvSpPr>
          <p:cNvPr id="15" name="Content Placeholder 11"/>
          <p:cNvSpPr>
            <a:spLocks noGrp="1"/>
          </p:cNvSpPr>
          <p:nvPr>
            <p:ph sz="quarter" idx="19" hasCustomPrompt="1"/>
          </p:nvPr>
        </p:nvSpPr>
        <p:spPr>
          <a:xfrm>
            <a:off x="6134637" y="1916609"/>
            <a:ext cx="2575560" cy="2578608"/>
          </a:xfrm>
          <a:prstGeom prst="rect">
            <a:avLst/>
          </a:prstGeom>
        </p:spPr>
        <p:txBody>
          <a:bodyPr lIns="182880" tIns="0" rIns="182880" bIns="0" anchor="ctr">
            <a:normAutofit/>
          </a:bodyPr>
          <a:lstStyle>
            <a:lvl1pPr marL="0" indent="0" algn="ctr">
              <a:buNone/>
              <a:defRPr sz="1733" b="0" i="0" baseline="0">
                <a:latin typeface="PS TT Commons Light" charset="0"/>
                <a:ea typeface="PS TT Commons Light" charset="0"/>
                <a:cs typeface="PS TT Commons Light" charset="0"/>
              </a:defRPr>
            </a:lvl1pPr>
            <a:lvl2pPr marL="396106" indent="0" algn="l">
              <a:buNone/>
              <a:defRPr sz="2933"/>
            </a:lvl2pPr>
            <a:lvl3pPr marL="794921" indent="0" algn="l">
              <a:buNone/>
              <a:defRPr sz="2933"/>
            </a:lvl3pPr>
            <a:lvl4pPr marL="1177464" indent="0" algn="l">
              <a:buNone/>
              <a:defRPr sz="2933"/>
            </a:lvl4pPr>
            <a:lvl5pPr marL="1462332" indent="0" algn="l">
              <a:buNone/>
              <a:defRPr sz="2933"/>
            </a:lvl5pPr>
          </a:lstStyle>
          <a:p>
            <a:pPr lvl="0"/>
            <a:r>
              <a:rPr lang="en-US"/>
              <a:t>To add image or icon, click the </a:t>
            </a:r>
            <a:br>
              <a:rPr lang="en-US"/>
            </a:br>
            <a:r>
              <a:rPr lang="en-US"/>
              <a:t>image icon or</a:t>
            </a:r>
            <a:br>
              <a:rPr lang="en-US"/>
            </a:br>
            <a:r>
              <a:rPr lang="en-US"/>
              <a:t>paste in</a:t>
            </a:r>
            <a:endParaRPr lang="en-US" dirty="0"/>
          </a:p>
        </p:txBody>
      </p:sp>
      <p:sp>
        <p:nvSpPr>
          <p:cNvPr id="17" name="Text Placeholder 3"/>
          <p:cNvSpPr>
            <a:spLocks noGrp="1"/>
          </p:cNvSpPr>
          <p:nvPr>
            <p:ph type="body" sz="quarter" idx="20" hasCustomPrompt="1"/>
          </p:nvPr>
        </p:nvSpPr>
        <p:spPr>
          <a:xfrm>
            <a:off x="8880365" y="4794392"/>
            <a:ext cx="2575560" cy="1434958"/>
          </a:xfrm>
          <a:prstGeom prst="rect">
            <a:avLst/>
          </a:prstGeom>
        </p:spPr>
        <p:txBody>
          <a:bodyPr lIns="182880" tIns="0" rIns="182880" bIns="0">
            <a:noAutofit/>
          </a:bodyPr>
          <a:lstStyle>
            <a:lvl1pPr marL="0" indent="0" algn="ctr">
              <a:lnSpc>
                <a:spcPct val="100000"/>
              </a:lnSpc>
              <a:spcBef>
                <a:spcPts val="0"/>
              </a:spcBef>
              <a:buNone/>
              <a:defRPr sz="2267" b="0" i="0">
                <a:latin typeface="+mn-lt"/>
                <a:ea typeface="PS TT Commons Medium" charset="0"/>
                <a:cs typeface="PS TT Commons Medium" charset="0"/>
              </a:defRPr>
            </a:lvl1pPr>
            <a:lvl2pPr>
              <a:defRPr/>
            </a:lvl2pPr>
          </a:lstStyle>
          <a:p>
            <a:pPr lvl="0"/>
            <a:r>
              <a:rPr lang="en-US" dirty="0"/>
              <a:t>Add text here</a:t>
            </a:r>
          </a:p>
        </p:txBody>
      </p:sp>
      <p:sp>
        <p:nvSpPr>
          <p:cNvPr id="18" name="Text Placeholder 3"/>
          <p:cNvSpPr>
            <a:spLocks noGrp="1"/>
          </p:cNvSpPr>
          <p:nvPr>
            <p:ph type="body" sz="quarter" idx="21" hasCustomPrompt="1"/>
          </p:nvPr>
        </p:nvSpPr>
        <p:spPr>
          <a:xfrm>
            <a:off x="3388909" y="4794392"/>
            <a:ext cx="2575560" cy="1434958"/>
          </a:xfrm>
          <a:prstGeom prst="rect">
            <a:avLst/>
          </a:prstGeom>
        </p:spPr>
        <p:txBody>
          <a:bodyPr lIns="182880" tIns="0" rIns="182880" bIns="0">
            <a:noAutofit/>
          </a:bodyPr>
          <a:lstStyle>
            <a:lvl1pPr marL="0" indent="0" algn="ctr">
              <a:lnSpc>
                <a:spcPct val="100000"/>
              </a:lnSpc>
              <a:spcBef>
                <a:spcPts val="0"/>
              </a:spcBef>
              <a:buNone/>
              <a:defRPr sz="2267" b="0" i="0">
                <a:latin typeface="+mn-lt"/>
                <a:ea typeface="PS TT Commons Medium" charset="0"/>
                <a:cs typeface="PS TT Commons Medium" charset="0"/>
              </a:defRPr>
            </a:lvl1pPr>
            <a:lvl2pPr>
              <a:defRPr/>
            </a:lvl2pPr>
          </a:lstStyle>
          <a:p>
            <a:pPr lvl="0"/>
            <a:r>
              <a:rPr lang="en-US" dirty="0"/>
              <a:t>Add text here</a:t>
            </a:r>
          </a:p>
        </p:txBody>
      </p:sp>
      <p:sp>
        <p:nvSpPr>
          <p:cNvPr id="19" name="Text Placeholder 3"/>
          <p:cNvSpPr>
            <a:spLocks noGrp="1"/>
          </p:cNvSpPr>
          <p:nvPr>
            <p:ph type="body" sz="quarter" idx="22" hasCustomPrompt="1"/>
          </p:nvPr>
        </p:nvSpPr>
        <p:spPr>
          <a:xfrm>
            <a:off x="6134637" y="4794392"/>
            <a:ext cx="2575560" cy="1434958"/>
          </a:xfrm>
          <a:prstGeom prst="rect">
            <a:avLst/>
          </a:prstGeom>
        </p:spPr>
        <p:txBody>
          <a:bodyPr lIns="182880" tIns="0" rIns="182880" bIns="0">
            <a:noAutofit/>
          </a:bodyPr>
          <a:lstStyle>
            <a:lvl1pPr marL="0" indent="0" algn="ctr">
              <a:lnSpc>
                <a:spcPct val="100000"/>
              </a:lnSpc>
              <a:spcBef>
                <a:spcPts val="0"/>
              </a:spcBef>
              <a:buNone/>
              <a:defRPr sz="2267" b="0" i="0">
                <a:latin typeface="+mn-lt"/>
                <a:ea typeface="PS TT Commons Medium" charset="0"/>
                <a:cs typeface="PS TT Commons Medium" charset="0"/>
              </a:defRPr>
            </a:lvl1pPr>
            <a:lvl2pPr>
              <a:defRPr/>
            </a:lvl2pPr>
          </a:lstStyle>
          <a:p>
            <a:pPr lvl="0"/>
            <a:r>
              <a:rPr lang="en-US" dirty="0"/>
              <a:t>Add text here</a:t>
            </a:r>
          </a:p>
        </p:txBody>
      </p:sp>
    </p:spTree>
    <p:extLst>
      <p:ext uri="{BB962C8B-B14F-4D97-AF65-F5344CB8AC3E}">
        <p14:creationId xmlns:p14="http://schemas.microsoft.com/office/powerpoint/2010/main" val="11715151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ircle Image Chunking: Four Item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lang="en-US">
                <a:effectLst/>
              </a:defRPr>
            </a:lvl1pPr>
          </a:lstStyle>
          <a:p>
            <a:r>
              <a:rPr lang="en-US">
                <a:solidFill>
                  <a:srgbClr val="1A1A1A"/>
                </a:solidFill>
                <a:effectLst/>
                <a:latin typeface="PS TT Commons Light" charset="0"/>
              </a:rPr>
              <a:t>Circle Icon or Image Chunking: Four Items</a:t>
            </a:r>
          </a:p>
        </p:txBody>
      </p:sp>
      <p:sp>
        <p:nvSpPr>
          <p:cNvPr id="3" name="Content Placeholder 11"/>
          <p:cNvSpPr>
            <a:spLocks noGrp="1" noChangeAspect="1"/>
          </p:cNvSpPr>
          <p:nvPr>
            <p:ph sz="quarter" idx="12" hasCustomPrompt="1"/>
          </p:nvPr>
        </p:nvSpPr>
        <p:spPr>
          <a:xfrm>
            <a:off x="1046333" y="2284801"/>
            <a:ext cx="2255520" cy="2255520"/>
          </a:xfrm>
          <a:prstGeom prst="ellipse">
            <a:avLst/>
          </a:prstGeom>
        </p:spPr>
        <p:txBody>
          <a:bodyPr lIns="182880" tIns="0" rIns="182880" bIns="0" anchor="ctr">
            <a:normAutofit/>
          </a:bodyPr>
          <a:lstStyle>
            <a:lvl1pPr marL="0" indent="0" algn="ctr">
              <a:buNone/>
              <a:defRPr sz="1600" b="0" i="0" baseline="0">
                <a:latin typeface="PS TT Commons Light" charset="0"/>
                <a:ea typeface="PS TT Commons Light" charset="0"/>
                <a:cs typeface="PS TT Commons Light" charset="0"/>
              </a:defRPr>
            </a:lvl1pPr>
            <a:lvl2pPr marL="396106" indent="0" algn="l">
              <a:buNone/>
              <a:defRPr sz="2933"/>
            </a:lvl2pPr>
            <a:lvl3pPr marL="794921" indent="0" algn="l">
              <a:buNone/>
              <a:defRPr sz="2933"/>
            </a:lvl3pPr>
            <a:lvl4pPr marL="1177464" indent="0" algn="l">
              <a:buNone/>
              <a:defRPr sz="2933"/>
            </a:lvl4pPr>
            <a:lvl5pPr marL="1462332" indent="0" algn="l">
              <a:buNone/>
              <a:defRPr sz="2933"/>
            </a:lvl5pPr>
          </a:lstStyle>
          <a:p>
            <a:pPr lvl="0"/>
            <a:r>
              <a:rPr lang="en-US"/>
              <a:t>To add image or icon, click the image icon or </a:t>
            </a:r>
            <a:br>
              <a:rPr lang="en-US"/>
            </a:br>
            <a:r>
              <a:rPr lang="en-US"/>
              <a:t>paste in</a:t>
            </a:r>
            <a:endParaRPr lang="en-US" dirty="0"/>
          </a:p>
        </p:txBody>
      </p:sp>
      <p:sp>
        <p:nvSpPr>
          <p:cNvPr id="4" name="Text Placeholder 3"/>
          <p:cNvSpPr>
            <a:spLocks noGrp="1"/>
          </p:cNvSpPr>
          <p:nvPr>
            <p:ph type="body" sz="quarter" idx="14" hasCustomPrompt="1"/>
          </p:nvPr>
        </p:nvSpPr>
        <p:spPr>
          <a:xfrm>
            <a:off x="1046333" y="4793145"/>
            <a:ext cx="2255520" cy="1455255"/>
          </a:xfrm>
          <a:prstGeom prst="rect">
            <a:avLst/>
          </a:prstGeom>
        </p:spPr>
        <p:txBody>
          <a:bodyPr lIns="182880" tIns="0" rIns="182880" bIns="0">
            <a:noAutofit/>
          </a:bodyPr>
          <a:lstStyle>
            <a:lvl1pPr marL="0" indent="0" algn="ctr">
              <a:lnSpc>
                <a:spcPct val="100000"/>
              </a:lnSpc>
              <a:spcBef>
                <a:spcPts val="0"/>
              </a:spcBef>
              <a:buNone/>
              <a:defRPr sz="2267" b="0" i="0">
                <a:latin typeface="+mn-lt"/>
                <a:ea typeface="PS TT Commons Medium" charset="0"/>
                <a:cs typeface="PS TT Commons Medium" charset="0"/>
              </a:defRPr>
            </a:lvl1pPr>
            <a:lvl2pPr>
              <a:defRPr/>
            </a:lvl2pPr>
          </a:lstStyle>
          <a:p>
            <a:pPr lvl="0"/>
            <a:r>
              <a:rPr lang="en-US" dirty="0"/>
              <a:t>Add text here</a:t>
            </a:r>
          </a:p>
        </p:txBody>
      </p:sp>
      <p:sp>
        <p:nvSpPr>
          <p:cNvPr id="11" name="Content Placeholder 11"/>
          <p:cNvSpPr>
            <a:spLocks noGrp="1" noChangeAspect="1"/>
          </p:cNvSpPr>
          <p:nvPr>
            <p:ph sz="quarter" idx="15" hasCustomPrompt="1"/>
          </p:nvPr>
        </p:nvSpPr>
        <p:spPr>
          <a:xfrm>
            <a:off x="8862934" y="2275710"/>
            <a:ext cx="2255520" cy="2255520"/>
          </a:xfrm>
          <a:prstGeom prst="ellipse">
            <a:avLst/>
          </a:prstGeom>
        </p:spPr>
        <p:txBody>
          <a:bodyPr lIns="182880" tIns="0" rIns="182880" bIns="0" anchor="ctr">
            <a:normAutofit/>
          </a:bodyPr>
          <a:lstStyle>
            <a:lvl1pPr marL="0" indent="0" algn="ctr">
              <a:buNone/>
              <a:defRPr sz="1600" b="0" i="0" baseline="0">
                <a:latin typeface="PS TT Commons Light" charset="0"/>
                <a:ea typeface="PS TT Commons Light" charset="0"/>
                <a:cs typeface="PS TT Commons Light" charset="0"/>
              </a:defRPr>
            </a:lvl1pPr>
            <a:lvl2pPr marL="396106" indent="0" algn="l">
              <a:buNone/>
              <a:defRPr sz="2933"/>
            </a:lvl2pPr>
            <a:lvl3pPr marL="794921" indent="0" algn="l">
              <a:buNone/>
              <a:defRPr sz="2933"/>
            </a:lvl3pPr>
            <a:lvl4pPr marL="1177464" indent="0" algn="l">
              <a:buNone/>
              <a:defRPr sz="2933"/>
            </a:lvl4pPr>
            <a:lvl5pPr marL="1462332" indent="0" algn="l">
              <a:buNone/>
              <a:defRPr sz="2933"/>
            </a:lvl5pPr>
          </a:lstStyle>
          <a:p>
            <a:pPr lvl="0"/>
            <a:r>
              <a:rPr lang="en-US"/>
              <a:t>To add image or icon, click the image icon or </a:t>
            </a:r>
            <a:br>
              <a:rPr lang="en-US"/>
            </a:br>
            <a:r>
              <a:rPr lang="en-US"/>
              <a:t>paste in</a:t>
            </a:r>
            <a:endParaRPr lang="en-US" dirty="0"/>
          </a:p>
        </p:txBody>
      </p:sp>
      <p:sp>
        <p:nvSpPr>
          <p:cNvPr id="13" name="Content Placeholder 11"/>
          <p:cNvSpPr>
            <a:spLocks noGrp="1" noChangeAspect="1"/>
          </p:cNvSpPr>
          <p:nvPr>
            <p:ph sz="quarter" idx="17" hasCustomPrompt="1"/>
          </p:nvPr>
        </p:nvSpPr>
        <p:spPr>
          <a:xfrm>
            <a:off x="3651867" y="2284801"/>
            <a:ext cx="2255520" cy="2255520"/>
          </a:xfrm>
          <a:prstGeom prst="ellipse">
            <a:avLst/>
          </a:prstGeom>
        </p:spPr>
        <p:txBody>
          <a:bodyPr lIns="182880" tIns="0" rIns="182880" bIns="0" anchor="ctr">
            <a:normAutofit/>
          </a:bodyPr>
          <a:lstStyle>
            <a:lvl1pPr marL="0" indent="0" algn="ctr">
              <a:buNone/>
              <a:defRPr sz="1600" b="0" i="0" baseline="0">
                <a:latin typeface="PS TT Commons Light" charset="0"/>
                <a:ea typeface="PS TT Commons Light" charset="0"/>
                <a:cs typeface="PS TT Commons Light" charset="0"/>
              </a:defRPr>
            </a:lvl1pPr>
            <a:lvl2pPr marL="396106" indent="0" algn="l">
              <a:buNone/>
              <a:defRPr sz="2933"/>
            </a:lvl2pPr>
            <a:lvl3pPr marL="794921" indent="0" algn="l">
              <a:buNone/>
              <a:defRPr sz="2933"/>
            </a:lvl3pPr>
            <a:lvl4pPr marL="1177464" indent="0" algn="l">
              <a:buNone/>
              <a:defRPr sz="2933"/>
            </a:lvl4pPr>
            <a:lvl5pPr marL="1462332" indent="0" algn="l">
              <a:buNone/>
              <a:defRPr sz="2933"/>
            </a:lvl5pPr>
          </a:lstStyle>
          <a:p>
            <a:pPr lvl="0"/>
            <a:r>
              <a:rPr lang="en-US"/>
              <a:t>To add image or icon, click the image icon or </a:t>
            </a:r>
            <a:br>
              <a:rPr lang="en-US"/>
            </a:br>
            <a:r>
              <a:rPr lang="en-US"/>
              <a:t>paste in</a:t>
            </a:r>
            <a:endParaRPr lang="en-US" dirty="0"/>
          </a:p>
        </p:txBody>
      </p:sp>
      <p:sp>
        <p:nvSpPr>
          <p:cNvPr id="15" name="Content Placeholder 11"/>
          <p:cNvSpPr>
            <a:spLocks noGrp="1" noChangeAspect="1"/>
          </p:cNvSpPr>
          <p:nvPr>
            <p:ph sz="quarter" idx="19" hasCustomPrompt="1"/>
          </p:nvPr>
        </p:nvSpPr>
        <p:spPr>
          <a:xfrm>
            <a:off x="6257401" y="2275710"/>
            <a:ext cx="2255520" cy="2255520"/>
          </a:xfrm>
          <a:prstGeom prst="ellipse">
            <a:avLst/>
          </a:prstGeom>
        </p:spPr>
        <p:txBody>
          <a:bodyPr lIns="182880" tIns="0" rIns="182880" bIns="0" anchor="ctr">
            <a:normAutofit/>
          </a:bodyPr>
          <a:lstStyle>
            <a:lvl1pPr marL="0" indent="0" algn="ctr">
              <a:buNone/>
              <a:defRPr sz="1600" b="0" i="0" baseline="0">
                <a:latin typeface="PS TT Commons Light" charset="0"/>
                <a:ea typeface="PS TT Commons Light" charset="0"/>
                <a:cs typeface="PS TT Commons Light" charset="0"/>
              </a:defRPr>
            </a:lvl1pPr>
            <a:lvl2pPr marL="396106" indent="0" algn="l">
              <a:buNone/>
              <a:defRPr sz="2933"/>
            </a:lvl2pPr>
            <a:lvl3pPr marL="794921" indent="0" algn="l">
              <a:buNone/>
              <a:defRPr sz="2933"/>
            </a:lvl3pPr>
            <a:lvl4pPr marL="1177464" indent="0" algn="l">
              <a:buNone/>
              <a:defRPr sz="2933"/>
            </a:lvl4pPr>
            <a:lvl5pPr marL="1462332" indent="0" algn="l">
              <a:buNone/>
              <a:defRPr sz="2933"/>
            </a:lvl5pPr>
          </a:lstStyle>
          <a:p>
            <a:pPr lvl="0"/>
            <a:r>
              <a:rPr lang="en-US"/>
              <a:t>To add image or icon, click the image icon or </a:t>
            </a:r>
            <a:br>
              <a:rPr lang="en-US"/>
            </a:br>
            <a:r>
              <a:rPr lang="en-US"/>
              <a:t>paste in</a:t>
            </a:r>
            <a:endParaRPr lang="en-US" dirty="0"/>
          </a:p>
        </p:txBody>
      </p:sp>
      <p:sp>
        <p:nvSpPr>
          <p:cNvPr id="17" name="Text Placeholder 3"/>
          <p:cNvSpPr>
            <a:spLocks noGrp="1"/>
          </p:cNvSpPr>
          <p:nvPr>
            <p:ph type="body" sz="quarter" idx="20" hasCustomPrompt="1"/>
          </p:nvPr>
        </p:nvSpPr>
        <p:spPr>
          <a:xfrm>
            <a:off x="8862934" y="4793145"/>
            <a:ext cx="2255520" cy="1455255"/>
          </a:xfrm>
          <a:prstGeom prst="rect">
            <a:avLst/>
          </a:prstGeom>
        </p:spPr>
        <p:txBody>
          <a:bodyPr lIns="182880" tIns="0" rIns="182880" bIns="0">
            <a:noAutofit/>
          </a:bodyPr>
          <a:lstStyle>
            <a:lvl1pPr marL="0" indent="0" algn="ctr">
              <a:lnSpc>
                <a:spcPct val="100000"/>
              </a:lnSpc>
              <a:spcBef>
                <a:spcPts val="0"/>
              </a:spcBef>
              <a:buNone/>
              <a:defRPr sz="2267" b="0" i="0">
                <a:latin typeface="+mn-lt"/>
                <a:ea typeface="PS TT Commons Medium" charset="0"/>
                <a:cs typeface="PS TT Commons Medium" charset="0"/>
              </a:defRPr>
            </a:lvl1pPr>
            <a:lvl2pPr>
              <a:defRPr/>
            </a:lvl2pPr>
          </a:lstStyle>
          <a:p>
            <a:pPr lvl="0"/>
            <a:r>
              <a:rPr lang="en-US" dirty="0"/>
              <a:t>Add text here</a:t>
            </a:r>
          </a:p>
        </p:txBody>
      </p:sp>
      <p:sp>
        <p:nvSpPr>
          <p:cNvPr id="18" name="Text Placeholder 3"/>
          <p:cNvSpPr>
            <a:spLocks noGrp="1"/>
          </p:cNvSpPr>
          <p:nvPr>
            <p:ph type="body" sz="quarter" idx="21" hasCustomPrompt="1"/>
          </p:nvPr>
        </p:nvSpPr>
        <p:spPr>
          <a:xfrm>
            <a:off x="3651867" y="4793145"/>
            <a:ext cx="2255520" cy="1455255"/>
          </a:xfrm>
          <a:prstGeom prst="rect">
            <a:avLst/>
          </a:prstGeom>
        </p:spPr>
        <p:txBody>
          <a:bodyPr lIns="182880" tIns="0" rIns="182880" bIns="0">
            <a:noAutofit/>
          </a:bodyPr>
          <a:lstStyle>
            <a:lvl1pPr marL="0" indent="0" algn="ctr">
              <a:lnSpc>
                <a:spcPct val="100000"/>
              </a:lnSpc>
              <a:spcBef>
                <a:spcPts val="0"/>
              </a:spcBef>
              <a:buNone/>
              <a:defRPr sz="2267" b="0" i="0">
                <a:latin typeface="+mn-lt"/>
                <a:ea typeface="PS TT Commons Medium" charset="0"/>
                <a:cs typeface="PS TT Commons Medium" charset="0"/>
              </a:defRPr>
            </a:lvl1pPr>
            <a:lvl2pPr>
              <a:defRPr/>
            </a:lvl2pPr>
          </a:lstStyle>
          <a:p>
            <a:pPr lvl="0"/>
            <a:r>
              <a:rPr lang="en-US" dirty="0"/>
              <a:t>Add text here</a:t>
            </a:r>
          </a:p>
        </p:txBody>
      </p:sp>
      <p:sp>
        <p:nvSpPr>
          <p:cNvPr id="19" name="Text Placeholder 3"/>
          <p:cNvSpPr>
            <a:spLocks noGrp="1"/>
          </p:cNvSpPr>
          <p:nvPr>
            <p:ph type="body" sz="quarter" idx="22" hasCustomPrompt="1"/>
          </p:nvPr>
        </p:nvSpPr>
        <p:spPr>
          <a:xfrm>
            <a:off x="6257400" y="4793145"/>
            <a:ext cx="2255520" cy="1455255"/>
          </a:xfrm>
          <a:prstGeom prst="rect">
            <a:avLst/>
          </a:prstGeom>
        </p:spPr>
        <p:txBody>
          <a:bodyPr lIns="182880" tIns="0" rIns="182880" bIns="0">
            <a:noAutofit/>
          </a:bodyPr>
          <a:lstStyle>
            <a:lvl1pPr marL="0" indent="0" algn="ctr">
              <a:lnSpc>
                <a:spcPct val="100000"/>
              </a:lnSpc>
              <a:spcBef>
                <a:spcPts val="0"/>
              </a:spcBef>
              <a:buNone/>
              <a:defRPr sz="2267" b="0" i="0">
                <a:latin typeface="+mn-lt"/>
                <a:ea typeface="PS TT Commons Medium" charset="0"/>
                <a:cs typeface="PS TT Commons Medium" charset="0"/>
              </a:defRPr>
            </a:lvl1pPr>
            <a:lvl2pPr>
              <a:defRPr/>
            </a:lvl2pPr>
          </a:lstStyle>
          <a:p>
            <a:pPr lvl="0"/>
            <a:r>
              <a:rPr lang="en-US" dirty="0"/>
              <a:t>Add text here</a:t>
            </a:r>
          </a:p>
        </p:txBody>
      </p:sp>
    </p:spTree>
    <p:extLst>
      <p:ext uri="{BB962C8B-B14F-4D97-AF65-F5344CB8AC3E}">
        <p14:creationId xmlns:p14="http://schemas.microsoft.com/office/powerpoint/2010/main" val="210719397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Icon Only Image Chunking: Six Item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Icon Only Image Chunking: Six Items</a:t>
            </a:r>
          </a:p>
        </p:txBody>
      </p:sp>
      <p:sp>
        <p:nvSpPr>
          <p:cNvPr id="3" name="Content Placeholder 11"/>
          <p:cNvSpPr>
            <a:spLocks noGrp="1"/>
          </p:cNvSpPr>
          <p:nvPr>
            <p:ph sz="quarter" idx="12" hasCustomPrompt="1"/>
          </p:nvPr>
        </p:nvSpPr>
        <p:spPr>
          <a:xfrm>
            <a:off x="1137920" y="1612410"/>
            <a:ext cx="2698497" cy="1538109"/>
          </a:xfrm>
          <a:prstGeom prst="rect">
            <a:avLst/>
          </a:prstGeom>
        </p:spPr>
        <p:txBody>
          <a:bodyPr lIns="182880" tIns="0" rIns="182880" bIns="0" anchor="ctr">
            <a:normAutofit/>
          </a:bodyPr>
          <a:lstStyle>
            <a:lvl1pPr marL="0" indent="0" algn="ctr">
              <a:buNone/>
              <a:defRPr sz="1467" b="0" i="0" baseline="0">
                <a:latin typeface="PS TT Commons Light" charset="0"/>
                <a:ea typeface="PS TT Commons Light" charset="0"/>
                <a:cs typeface="PS TT Commons Light" charset="0"/>
              </a:defRPr>
            </a:lvl1pPr>
            <a:lvl2pPr marL="396106" indent="0" algn="l">
              <a:buNone/>
              <a:defRPr sz="2933"/>
            </a:lvl2pPr>
            <a:lvl3pPr marL="794921" indent="0" algn="l">
              <a:buNone/>
              <a:defRPr sz="2933"/>
            </a:lvl3pPr>
            <a:lvl4pPr marL="1177464" indent="0" algn="l">
              <a:buNone/>
              <a:defRPr sz="2933"/>
            </a:lvl4pPr>
            <a:lvl5pPr marL="1462332" indent="0" algn="l">
              <a:buNone/>
              <a:defRPr sz="2933"/>
            </a:lvl5pPr>
          </a:lstStyle>
          <a:p>
            <a:pPr lvl="0"/>
            <a:r>
              <a:rPr lang="en-US"/>
              <a:t>Icon only:</a:t>
            </a:r>
            <a:br>
              <a:rPr lang="en-US"/>
            </a:br>
            <a:r>
              <a:rPr lang="en-US"/>
              <a:t>click on the image </a:t>
            </a:r>
            <a:br>
              <a:rPr lang="en-US"/>
            </a:br>
            <a:r>
              <a:rPr lang="en-US"/>
              <a:t>icon or paste in</a:t>
            </a:r>
            <a:endParaRPr lang="en-US" dirty="0"/>
          </a:p>
        </p:txBody>
      </p:sp>
      <p:sp>
        <p:nvSpPr>
          <p:cNvPr id="4" name="Text Placeholder 3"/>
          <p:cNvSpPr>
            <a:spLocks noGrp="1"/>
          </p:cNvSpPr>
          <p:nvPr>
            <p:ph type="body" sz="quarter" idx="14" hasCustomPrompt="1"/>
          </p:nvPr>
        </p:nvSpPr>
        <p:spPr>
          <a:xfrm>
            <a:off x="1137920" y="3220193"/>
            <a:ext cx="2700527" cy="428039"/>
          </a:xfrm>
          <a:prstGeom prst="rect">
            <a:avLst/>
          </a:prstGeom>
        </p:spPr>
        <p:txBody>
          <a:bodyPr lIns="182880" tIns="0" rIns="182880" bIns="0" anchor="ctr">
            <a:noAutofit/>
          </a:bodyPr>
          <a:lstStyle>
            <a:lvl1pPr marL="0" indent="0" algn="ctr">
              <a:lnSpc>
                <a:spcPct val="100000"/>
              </a:lnSpc>
              <a:spcBef>
                <a:spcPts val="0"/>
              </a:spcBef>
              <a:buNone/>
              <a:defRPr sz="2133" b="0" i="0">
                <a:latin typeface="+mn-lt"/>
                <a:ea typeface="PS TT Commons Medium" charset="0"/>
                <a:cs typeface="PS TT Commons Medium" charset="0"/>
              </a:defRPr>
            </a:lvl1pPr>
            <a:lvl2pPr>
              <a:defRPr/>
            </a:lvl2pPr>
          </a:lstStyle>
          <a:p>
            <a:pPr lvl="0"/>
            <a:r>
              <a:rPr lang="en-US" dirty="0"/>
              <a:t>Add text here</a:t>
            </a:r>
          </a:p>
        </p:txBody>
      </p:sp>
      <p:sp>
        <p:nvSpPr>
          <p:cNvPr id="11" name="Content Placeholder 11"/>
          <p:cNvSpPr>
            <a:spLocks noGrp="1"/>
          </p:cNvSpPr>
          <p:nvPr>
            <p:ph sz="quarter" idx="15" hasCustomPrompt="1"/>
          </p:nvPr>
        </p:nvSpPr>
        <p:spPr>
          <a:xfrm>
            <a:off x="1135889" y="3953694"/>
            <a:ext cx="2700527" cy="1536192"/>
          </a:xfrm>
          <a:prstGeom prst="rect">
            <a:avLst/>
          </a:prstGeom>
        </p:spPr>
        <p:txBody>
          <a:bodyPr lIns="182880" tIns="0" rIns="182880" bIns="0" anchor="ctr">
            <a:normAutofit/>
          </a:bodyPr>
          <a:lstStyle>
            <a:lvl1pPr marL="0" indent="0" algn="ctr">
              <a:buNone/>
              <a:defRPr sz="1467" b="0" i="0" baseline="0">
                <a:latin typeface="PS TT Commons Light" charset="0"/>
                <a:ea typeface="PS TT Commons Light" charset="0"/>
                <a:cs typeface="PS TT Commons Light" charset="0"/>
              </a:defRPr>
            </a:lvl1pPr>
            <a:lvl2pPr marL="396106" indent="0" algn="l">
              <a:buNone/>
              <a:defRPr sz="2933"/>
            </a:lvl2pPr>
            <a:lvl3pPr marL="794921" indent="0" algn="l">
              <a:buNone/>
              <a:defRPr sz="2933"/>
            </a:lvl3pPr>
            <a:lvl4pPr marL="1177464" indent="0" algn="l">
              <a:buNone/>
              <a:defRPr sz="2933"/>
            </a:lvl4pPr>
            <a:lvl5pPr marL="1462332" indent="0" algn="l">
              <a:buNone/>
              <a:defRPr sz="2933"/>
            </a:lvl5pPr>
          </a:lstStyle>
          <a:p>
            <a:pPr lvl="0"/>
            <a:r>
              <a:rPr lang="en-US"/>
              <a:t>Icon only:</a:t>
            </a:r>
            <a:br>
              <a:rPr lang="en-US"/>
            </a:br>
            <a:r>
              <a:rPr lang="en-US"/>
              <a:t>click on the image </a:t>
            </a:r>
            <a:br>
              <a:rPr lang="en-US"/>
            </a:br>
            <a:r>
              <a:rPr lang="en-US"/>
              <a:t>icon or paste in</a:t>
            </a:r>
            <a:endParaRPr lang="en-US" dirty="0"/>
          </a:p>
        </p:txBody>
      </p:sp>
      <p:sp>
        <p:nvSpPr>
          <p:cNvPr id="12" name="Text Placeholder 3"/>
          <p:cNvSpPr>
            <a:spLocks noGrp="1"/>
          </p:cNvSpPr>
          <p:nvPr>
            <p:ph type="body" sz="quarter" idx="16" hasCustomPrompt="1"/>
          </p:nvPr>
        </p:nvSpPr>
        <p:spPr>
          <a:xfrm>
            <a:off x="1135889" y="5561477"/>
            <a:ext cx="2700527" cy="428039"/>
          </a:xfrm>
          <a:prstGeom prst="rect">
            <a:avLst/>
          </a:prstGeom>
        </p:spPr>
        <p:txBody>
          <a:bodyPr lIns="182880" tIns="0" rIns="182880" bIns="0" anchor="ctr">
            <a:noAutofit/>
          </a:bodyPr>
          <a:lstStyle>
            <a:lvl1pPr marL="0" indent="0" algn="ctr">
              <a:lnSpc>
                <a:spcPct val="100000"/>
              </a:lnSpc>
              <a:spcBef>
                <a:spcPts val="0"/>
              </a:spcBef>
              <a:buNone/>
              <a:defRPr sz="2133" b="0" i="0">
                <a:latin typeface="+mn-lt"/>
                <a:ea typeface="PS TT Commons Medium" charset="0"/>
                <a:cs typeface="PS TT Commons Medium" charset="0"/>
              </a:defRPr>
            </a:lvl1pPr>
            <a:lvl2pPr>
              <a:defRPr/>
            </a:lvl2pPr>
          </a:lstStyle>
          <a:p>
            <a:pPr lvl="0"/>
            <a:r>
              <a:rPr lang="en-US" dirty="0"/>
              <a:t>Add text here</a:t>
            </a:r>
          </a:p>
        </p:txBody>
      </p:sp>
      <p:sp>
        <p:nvSpPr>
          <p:cNvPr id="13" name="Content Placeholder 11"/>
          <p:cNvSpPr>
            <a:spLocks noGrp="1"/>
          </p:cNvSpPr>
          <p:nvPr>
            <p:ph sz="quarter" idx="17" hasCustomPrompt="1"/>
          </p:nvPr>
        </p:nvSpPr>
        <p:spPr>
          <a:xfrm>
            <a:off x="8513485" y="1613369"/>
            <a:ext cx="2700527" cy="1536192"/>
          </a:xfrm>
          <a:prstGeom prst="rect">
            <a:avLst/>
          </a:prstGeom>
        </p:spPr>
        <p:txBody>
          <a:bodyPr lIns="182880" tIns="0" rIns="182880" bIns="0" anchor="ctr">
            <a:normAutofit/>
          </a:bodyPr>
          <a:lstStyle>
            <a:lvl1pPr marL="0" indent="0" algn="ctr">
              <a:buNone/>
              <a:defRPr sz="1467" b="0" i="0" baseline="0">
                <a:latin typeface="PS TT Commons Light" charset="0"/>
                <a:ea typeface="PS TT Commons Light" charset="0"/>
                <a:cs typeface="PS TT Commons Light" charset="0"/>
              </a:defRPr>
            </a:lvl1pPr>
            <a:lvl2pPr marL="396106" indent="0" algn="l">
              <a:buNone/>
              <a:defRPr sz="2933"/>
            </a:lvl2pPr>
            <a:lvl3pPr marL="794921" indent="0" algn="l">
              <a:buNone/>
              <a:defRPr sz="2933"/>
            </a:lvl3pPr>
            <a:lvl4pPr marL="1177464" indent="0" algn="l">
              <a:buNone/>
              <a:defRPr sz="2933"/>
            </a:lvl4pPr>
            <a:lvl5pPr marL="1462332" indent="0" algn="l">
              <a:buNone/>
              <a:defRPr sz="2933"/>
            </a:lvl5pPr>
          </a:lstStyle>
          <a:p>
            <a:pPr lvl="0"/>
            <a:r>
              <a:rPr lang="en-US"/>
              <a:t>Icon only:</a:t>
            </a:r>
            <a:br>
              <a:rPr lang="en-US"/>
            </a:br>
            <a:r>
              <a:rPr lang="en-US"/>
              <a:t>click on the image </a:t>
            </a:r>
            <a:br>
              <a:rPr lang="en-US"/>
            </a:br>
            <a:r>
              <a:rPr lang="en-US"/>
              <a:t>icon or paste in</a:t>
            </a:r>
            <a:endParaRPr lang="en-US" dirty="0"/>
          </a:p>
        </p:txBody>
      </p:sp>
      <p:sp>
        <p:nvSpPr>
          <p:cNvPr id="14" name="Text Placeholder 3"/>
          <p:cNvSpPr>
            <a:spLocks noGrp="1"/>
          </p:cNvSpPr>
          <p:nvPr>
            <p:ph type="body" sz="quarter" idx="18" hasCustomPrompt="1"/>
          </p:nvPr>
        </p:nvSpPr>
        <p:spPr>
          <a:xfrm>
            <a:off x="8513485" y="3220193"/>
            <a:ext cx="2700527" cy="428039"/>
          </a:xfrm>
          <a:prstGeom prst="rect">
            <a:avLst/>
          </a:prstGeom>
        </p:spPr>
        <p:txBody>
          <a:bodyPr lIns="182880" tIns="0" rIns="182880" bIns="0" anchor="ctr">
            <a:noAutofit/>
          </a:bodyPr>
          <a:lstStyle>
            <a:lvl1pPr marL="0" indent="0" algn="ctr">
              <a:lnSpc>
                <a:spcPct val="100000"/>
              </a:lnSpc>
              <a:spcBef>
                <a:spcPts val="0"/>
              </a:spcBef>
              <a:buNone/>
              <a:defRPr sz="2133" b="0" i="0">
                <a:latin typeface="+mn-lt"/>
                <a:ea typeface="PS TT Commons Medium" charset="0"/>
                <a:cs typeface="PS TT Commons Medium" charset="0"/>
              </a:defRPr>
            </a:lvl1pPr>
            <a:lvl2pPr>
              <a:defRPr/>
            </a:lvl2pPr>
          </a:lstStyle>
          <a:p>
            <a:pPr lvl="0"/>
            <a:r>
              <a:rPr lang="en-US" dirty="0"/>
              <a:t>Add text here</a:t>
            </a:r>
          </a:p>
        </p:txBody>
      </p:sp>
      <p:sp>
        <p:nvSpPr>
          <p:cNvPr id="15" name="Content Placeholder 11"/>
          <p:cNvSpPr>
            <a:spLocks noGrp="1"/>
          </p:cNvSpPr>
          <p:nvPr>
            <p:ph sz="quarter" idx="19" hasCustomPrompt="1"/>
          </p:nvPr>
        </p:nvSpPr>
        <p:spPr>
          <a:xfrm>
            <a:off x="8513485" y="3966253"/>
            <a:ext cx="2700527" cy="1536192"/>
          </a:xfrm>
          <a:prstGeom prst="rect">
            <a:avLst/>
          </a:prstGeom>
        </p:spPr>
        <p:txBody>
          <a:bodyPr lIns="182880" tIns="0" rIns="182880" bIns="0" anchor="ctr">
            <a:normAutofit/>
          </a:bodyPr>
          <a:lstStyle>
            <a:lvl1pPr marL="0" indent="0" algn="ctr">
              <a:buNone/>
              <a:defRPr sz="1467" b="0" i="0" baseline="0">
                <a:latin typeface="PS TT Commons Light" charset="0"/>
                <a:ea typeface="PS TT Commons Light" charset="0"/>
                <a:cs typeface="PS TT Commons Light" charset="0"/>
              </a:defRPr>
            </a:lvl1pPr>
            <a:lvl2pPr marL="396106" indent="0" algn="l">
              <a:buNone/>
              <a:defRPr sz="2933"/>
            </a:lvl2pPr>
            <a:lvl3pPr marL="794921" indent="0" algn="l">
              <a:buNone/>
              <a:defRPr sz="2933"/>
            </a:lvl3pPr>
            <a:lvl4pPr marL="1177464" indent="0" algn="l">
              <a:buNone/>
              <a:defRPr sz="2933"/>
            </a:lvl4pPr>
            <a:lvl5pPr marL="1462332" indent="0" algn="l">
              <a:buNone/>
              <a:defRPr sz="2933"/>
            </a:lvl5pPr>
          </a:lstStyle>
          <a:p>
            <a:pPr lvl="0"/>
            <a:r>
              <a:rPr lang="en-US"/>
              <a:t>Icon only:</a:t>
            </a:r>
            <a:br>
              <a:rPr lang="en-US"/>
            </a:br>
            <a:r>
              <a:rPr lang="en-US"/>
              <a:t>click on the image </a:t>
            </a:r>
            <a:br>
              <a:rPr lang="en-US"/>
            </a:br>
            <a:r>
              <a:rPr lang="en-US"/>
              <a:t>icon or paste in</a:t>
            </a:r>
            <a:endParaRPr lang="en-US" dirty="0"/>
          </a:p>
        </p:txBody>
      </p:sp>
      <p:sp>
        <p:nvSpPr>
          <p:cNvPr id="16" name="Text Placeholder 3"/>
          <p:cNvSpPr>
            <a:spLocks noGrp="1"/>
          </p:cNvSpPr>
          <p:nvPr>
            <p:ph type="body" sz="quarter" idx="20" hasCustomPrompt="1"/>
          </p:nvPr>
        </p:nvSpPr>
        <p:spPr>
          <a:xfrm>
            <a:off x="8513484" y="5561477"/>
            <a:ext cx="2700527" cy="428039"/>
          </a:xfrm>
          <a:prstGeom prst="rect">
            <a:avLst/>
          </a:prstGeom>
        </p:spPr>
        <p:txBody>
          <a:bodyPr lIns="182880" tIns="0" rIns="182880" bIns="0" anchor="ctr">
            <a:noAutofit/>
          </a:bodyPr>
          <a:lstStyle>
            <a:lvl1pPr marL="0" indent="0" algn="ctr">
              <a:lnSpc>
                <a:spcPct val="100000"/>
              </a:lnSpc>
              <a:spcBef>
                <a:spcPts val="0"/>
              </a:spcBef>
              <a:buNone/>
              <a:defRPr sz="2133" b="0" i="0">
                <a:latin typeface="+mn-lt"/>
                <a:ea typeface="PS TT Commons Medium" charset="0"/>
                <a:cs typeface="PS TT Commons Medium" charset="0"/>
              </a:defRPr>
            </a:lvl1pPr>
            <a:lvl2pPr>
              <a:defRPr/>
            </a:lvl2pPr>
          </a:lstStyle>
          <a:p>
            <a:pPr lvl="0"/>
            <a:r>
              <a:rPr lang="en-US" dirty="0"/>
              <a:t>Add text here</a:t>
            </a:r>
          </a:p>
        </p:txBody>
      </p:sp>
      <p:sp>
        <p:nvSpPr>
          <p:cNvPr id="17" name="Content Placeholder 11"/>
          <p:cNvSpPr>
            <a:spLocks noGrp="1"/>
          </p:cNvSpPr>
          <p:nvPr>
            <p:ph sz="quarter" idx="21" hasCustomPrompt="1"/>
          </p:nvPr>
        </p:nvSpPr>
        <p:spPr>
          <a:xfrm>
            <a:off x="4823670" y="1612410"/>
            <a:ext cx="2700527" cy="1536192"/>
          </a:xfrm>
          <a:prstGeom prst="rect">
            <a:avLst/>
          </a:prstGeom>
        </p:spPr>
        <p:txBody>
          <a:bodyPr lIns="182880" tIns="0" rIns="182880" bIns="0" anchor="ctr">
            <a:normAutofit/>
          </a:bodyPr>
          <a:lstStyle>
            <a:lvl1pPr marL="0" indent="0" algn="ctr">
              <a:buNone/>
              <a:defRPr sz="1467" b="0" i="0" baseline="0">
                <a:latin typeface="PS TT Commons Light" charset="0"/>
                <a:ea typeface="PS TT Commons Light" charset="0"/>
                <a:cs typeface="PS TT Commons Light" charset="0"/>
              </a:defRPr>
            </a:lvl1pPr>
            <a:lvl2pPr marL="396106" indent="0" algn="l">
              <a:buNone/>
              <a:defRPr sz="2933"/>
            </a:lvl2pPr>
            <a:lvl3pPr marL="794921" indent="0" algn="l">
              <a:buNone/>
              <a:defRPr sz="2933"/>
            </a:lvl3pPr>
            <a:lvl4pPr marL="1177464" indent="0" algn="l">
              <a:buNone/>
              <a:defRPr sz="2933"/>
            </a:lvl4pPr>
            <a:lvl5pPr marL="1462332" indent="0" algn="l">
              <a:buNone/>
              <a:defRPr sz="2933"/>
            </a:lvl5pPr>
          </a:lstStyle>
          <a:p>
            <a:pPr lvl="0"/>
            <a:r>
              <a:rPr lang="en-US"/>
              <a:t>Icon only:</a:t>
            </a:r>
            <a:br>
              <a:rPr lang="en-US"/>
            </a:br>
            <a:r>
              <a:rPr lang="en-US"/>
              <a:t>click on the image </a:t>
            </a:r>
            <a:br>
              <a:rPr lang="en-US"/>
            </a:br>
            <a:r>
              <a:rPr lang="en-US"/>
              <a:t>icon or paste in</a:t>
            </a:r>
            <a:endParaRPr lang="en-US" dirty="0"/>
          </a:p>
        </p:txBody>
      </p:sp>
      <p:sp>
        <p:nvSpPr>
          <p:cNvPr id="18" name="Text Placeholder 3"/>
          <p:cNvSpPr>
            <a:spLocks noGrp="1"/>
          </p:cNvSpPr>
          <p:nvPr>
            <p:ph type="body" sz="quarter" idx="22" hasCustomPrompt="1"/>
          </p:nvPr>
        </p:nvSpPr>
        <p:spPr>
          <a:xfrm>
            <a:off x="4823671" y="3220193"/>
            <a:ext cx="2700527" cy="428039"/>
          </a:xfrm>
          <a:prstGeom prst="rect">
            <a:avLst/>
          </a:prstGeom>
        </p:spPr>
        <p:txBody>
          <a:bodyPr lIns="182880" tIns="0" rIns="182880" bIns="0" anchor="ctr">
            <a:noAutofit/>
          </a:bodyPr>
          <a:lstStyle>
            <a:lvl1pPr marL="0" indent="0" algn="ctr">
              <a:lnSpc>
                <a:spcPct val="100000"/>
              </a:lnSpc>
              <a:spcBef>
                <a:spcPts val="0"/>
              </a:spcBef>
              <a:buNone/>
              <a:defRPr sz="2133" b="0" i="0">
                <a:latin typeface="+mn-lt"/>
                <a:ea typeface="PS TT Commons Medium" charset="0"/>
                <a:cs typeface="PS TT Commons Medium" charset="0"/>
              </a:defRPr>
            </a:lvl1pPr>
            <a:lvl2pPr>
              <a:defRPr/>
            </a:lvl2pPr>
          </a:lstStyle>
          <a:p>
            <a:pPr lvl="0"/>
            <a:r>
              <a:rPr lang="en-US" dirty="0"/>
              <a:t>Add text here</a:t>
            </a:r>
          </a:p>
        </p:txBody>
      </p:sp>
      <p:sp>
        <p:nvSpPr>
          <p:cNvPr id="19" name="Content Placeholder 11"/>
          <p:cNvSpPr>
            <a:spLocks noGrp="1"/>
          </p:cNvSpPr>
          <p:nvPr>
            <p:ph sz="quarter" idx="23" hasCustomPrompt="1"/>
          </p:nvPr>
        </p:nvSpPr>
        <p:spPr>
          <a:xfrm>
            <a:off x="4823670" y="3953694"/>
            <a:ext cx="2700527" cy="1536192"/>
          </a:xfrm>
          <a:prstGeom prst="rect">
            <a:avLst/>
          </a:prstGeom>
        </p:spPr>
        <p:txBody>
          <a:bodyPr lIns="182880" tIns="0" rIns="182880" bIns="0" anchor="ctr">
            <a:normAutofit/>
          </a:bodyPr>
          <a:lstStyle>
            <a:lvl1pPr marL="0" indent="0" algn="ctr">
              <a:buNone/>
              <a:defRPr sz="1467" b="0" i="0" baseline="0">
                <a:latin typeface="PS TT Commons Light" charset="0"/>
                <a:ea typeface="PS TT Commons Light" charset="0"/>
                <a:cs typeface="PS TT Commons Light" charset="0"/>
              </a:defRPr>
            </a:lvl1pPr>
            <a:lvl2pPr marL="396106" indent="0" algn="l">
              <a:buNone/>
              <a:defRPr sz="2933"/>
            </a:lvl2pPr>
            <a:lvl3pPr marL="794921" indent="0" algn="l">
              <a:buNone/>
              <a:defRPr sz="2933"/>
            </a:lvl3pPr>
            <a:lvl4pPr marL="1177464" indent="0" algn="l">
              <a:buNone/>
              <a:defRPr sz="2933"/>
            </a:lvl4pPr>
            <a:lvl5pPr marL="1462332" indent="0" algn="l">
              <a:buNone/>
              <a:defRPr sz="2933"/>
            </a:lvl5pPr>
          </a:lstStyle>
          <a:p>
            <a:pPr lvl="0"/>
            <a:r>
              <a:rPr lang="en-US"/>
              <a:t>Icon only:</a:t>
            </a:r>
            <a:br>
              <a:rPr lang="en-US"/>
            </a:br>
            <a:r>
              <a:rPr lang="en-US"/>
              <a:t>click on the image </a:t>
            </a:r>
            <a:br>
              <a:rPr lang="en-US"/>
            </a:br>
            <a:r>
              <a:rPr lang="en-US"/>
              <a:t>icon or paste in</a:t>
            </a:r>
            <a:endParaRPr lang="en-US" dirty="0"/>
          </a:p>
        </p:txBody>
      </p:sp>
      <p:sp>
        <p:nvSpPr>
          <p:cNvPr id="20" name="Text Placeholder 3"/>
          <p:cNvSpPr>
            <a:spLocks noGrp="1"/>
          </p:cNvSpPr>
          <p:nvPr>
            <p:ph type="body" sz="quarter" idx="24" hasCustomPrompt="1"/>
          </p:nvPr>
        </p:nvSpPr>
        <p:spPr>
          <a:xfrm>
            <a:off x="4823671" y="5561477"/>
            <a:ext cx="2700527" cy="428039"/>
          </a:xfrm>
          <a:prstGeom prst="rect">
            <a:avLst/>
          </a:prstGeom>
        </p:spPr>
        <p:txBody>
          <a:bodyPr lIns="182880" tIns="0" rIns="182880" bIns="0" anchor="ctr">
            <a:noAutofit/>
          </a:bodyPr>
          <a:lstStyle>
            <a:lvl1pPr marL="0" indent="0" algn="ctr">
              <a:lnSpc>
                <a:spcPct val="100000"/>
              </a:lnSpc>
              <a:spcBef>
                <a:spcPts val="0"/>
              </a:spcBef>
              <a:buNone/>
              <a:defRPr sz="2133" b="0" i="0">
                <a:latin typeface="+mn-lt"/>
                <a:ea typeface="PS TT Commons Medium" charset="0"/>
                <a:cs typeface="PS TT Commons Medium" charset="0"/>
              </a:defRPr>
            </a:lvl1pPr>
            <a:lvl2pPr>
              <a:defRPr/>
            </a:lvl2pPr>
          </a:lstStyle>
          <a:p>
            <a:pPr lvl="0"/>
            <a:r>
              <a:rPr lang="en-US" dirty="0"/>
              <a:t>Add text here</a:t>
            </a:r>
          </a:p>
        </p:txBody>
      </p:sp>
    </p:spTree>
    <p:extLst>
      <p:ext uri="{BB962C8B-B14F-4D97-AF65-F5344CB8AC3E}">
        <p14:creationId xmlns:p14="http://schemas.microsoft.com/office/powerpoint/2010/main" val="41966671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hree Item List with Icon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Three Item List With Icons</a:t>
            </a:r>
          </a:p>
        </p:txBody>
      </p:sp>
      <p:sp>
        <p:nvSpPr>
          <p:cNvPr id="3" name="Content Placeholder 11"/>
          <p:cNvSpPr>
            <a:spLocks noGrp="1"/>
          </p:cNvSpPr>
          <p:nvPr>
            <p:ph sz="quarter" idx="12" hasCustomPrompt="1"/>
          </p:nvPr>
        </p:nvSpPr>
        <p:spPr>
          <a:xfrm>
            <a:off x="955829" y="1750332"/>
            <a:ext cx="1177771" cy="1145485"/>
          </a:xfrm>
          <a:prstGeom prst="rect">
            <a:avLst/>
          </a:prstGeom>
        </p:spPr>
        <p:txBody>
          <a:bodyPr lIns="0" tIns="0" rIns="0" bIns="0" anchor="ctr">
            <a:normAutofit/>
          </a:bodyPr>
          <a:lstStyle>
            <a:lvl1pPr marL="0" indent="0" algn="ctr">
              <a:buNone/>
              <a:defRPr sz="1333" b="0" i="0" baseline="0">
                <a:latin typeface="PS TT Commons Light" charset="0"/>
                <a:ea typeface="PS TT Commons Light" charset="0"/>
                <a:cs typeface="PS TT Commons Light" charset="0"/>
              </a:defRPr>
            </a:lvl1pPr>
            <a:lvl2pPr algn="ctr">
              <a:defRPr sz="2933"/>
            </a:lvl2pPr>
            <a:lvl3pPr algn="ctr">
              <a:defRPr sz="2933"/>
            </a:lvl3pPr>
            <a:lvl4pPr algn="ctr">
              <a:defRPr sz="2933"/>
            </a:lvl4pPr>
            <a:lvl5pPr algn="ctr">
              <a:defRPr sz="2933"/>
            </a:lvl5pPr>
          </a:lstStyle>
          <a:p>
            <a:pPr lvl="0"/>
            <a:r>
              <a:rPr lang="en-US"/>
              <a:t>Click icon to </a:t>
            </a:r>
            <a:r>
              <a:rPr lang="en-US" dirty="0"/>
              <a:t>add image</a:t>
            </a:r>
          </a:p>
        </p:txBody>
      </p:sp>
      <p:sp>
        <p:nvSpPr>
          <p:cNvPr id="4" name="Text Placeholder 3"/>
          <p:cNvSpPr>
            <a:spLocks noGrp="1"/>
          </p:cNvSpPr>
          <p:nvPr>
            <p:ph type="body" sz="quarter" idx="15" hasCustomPrompt="1"/>
          </p:nvPr>
        </p:nvSpPr>
        <p:spPr>
          <a:xfrm>
            <a:off x="2571752" y="1688081"/>
            <a:ext cx="8782048" cy="1269993"/>
          </a:xfrm>
          <a:prstGeom prst="rect">
            <a:avLst/>
          </a:prstGeom>
        </p:spPr>
        <p:txBody>
          <a:bodyPr lIns="182880" tIns="0" rIns="182880" bIns="0" anchor="ctr">
            <a:noAutofit/>
          </a:bodyPr>
          <a:lstStyle>
            <a:lvl1pPr marL="0" indent="0" algn="l">
              <a:spcBef>
                <a:spcPts val="0"/>
              </a:spcBef>
              <a:buNone/>
              <a:defRPr sz="2133" b="0" i="0">
                <a:latin typeface="+mn-lt"/>
                <a:ea typeface="PS TT Commons Medium" charset="0"/>
                <a:cs typeface="PS TT Commons Medium" charset="0"/>
              </a:defRPr>
            </a:lvl1pPr>
          </a:lstStyle>
          <a:p>
            <a:pPr lvl="0"/>
            <a:r>
              <a:rPr lang="en-US" dirty="0"/>
              <a:t>Add text here</a:t>
            </a:r>
          </a:p>
        </p:txBody>
      </p:sp>
      <p:sp>
        <p:nvSpPr>
          <p:cNvPr id="5" name="Content Placeholder 11"/>
          <p:cNvSpPr>
            <a:spLocks noGrp="1"/>
          </p:cNvSpPr>
          <p:nvPr>
            <p:ph sz="quarter" idx="16" hasCustomPrompt="1"/>
          </p:nvPr>
        </p:nvSpPr>
        <p:spPr>
          <a:xfrm>
            <a:off x="955829" y="3387184"/>
            <a:ext cx="1177771" cy="1145485"/>
          </a:xfrm>
          <a:prstGeom prst="rect">
            <a:avLst/>
          </a:prstGeom>
        </p:spPr>
        <p:txBody>
          <a:bodyPr lIns="0" tIns="0" rIns="0" bIns="0" anchor="ctr">
            <a:normAutofit/>
          </a:bodyPr>
          <a:lstStyle>
            <a:lvl1pPr marL="0" indent="0" algn="ctr">
              <a:buNone/>
              <a:defRPr sz="1333" b="0" i="0" baseline="0">
                <a:latin typeface="PS TT Commons Light" charset="0"/>
                <a:ea typeface="PS TT Commons Light" charset="0"/>
                <a:cs typeface="PS TT Commons Light" charset="0"/>
              </a:defRPr>
            </a:lvl1pPr>
            <a:lvl2pPr algn="ctr">
              <a:defRPr sz="2933"/>
            </a:lvl2pPr>
            <a:lvl3pPr algn="ctr">
              <a:defRPr sz="2933"/>
            </a:lvl3pPr>
            <a:lvl4pPr algn="ctr">
              <a:defRPr sz="2933"/>
            </a:lvl4pPr>
            <a:lvl5pPr algn="ctr">
              <a:defRPr sz="2933"/>
            </a:lvl5pPr>
          </a:lstStyle>
          <a:p>
            <a:pPr lvl="0"/>
            <a:r>
              <a:rPr lang="en-US"/>
              <a:t>Click icon to add image</a:t>
            </a:r>
            <a:endParaRPr lang="en-US" dirty="0"/>
          </a:p>
        </p:txBody>
      </p:sp>
      <p:sp>
        <p:nvSpPr>
          <p:cNvPr id="6" name="Text Placeholder 3"/>
          <p:cNvSpPr>
            <a:spLocks noGrp="1"/>
          </p:cNvSpPr>
          <p:nvPr>
            <p:ph type="body" sz="quarter" idx="17" hasCustomPrompt="1"/>
          </p:nvPr>
        </p:nvSpPr>
        <p:spPr>
          <a:xfrm>
            <a:off x="2571752" y="3324932"/>
            <a:ext cx="8782048" cy="1269993"/>
          </a:xfrm>
          <a:prstGeom prst="rect">
            <a:avLst/>
          </a:prstGeom>
        </p:spPr>
        <p:txBody>
          <a:bodyPr lIns="182880" tIns="0" rIns="182880" bIns="0" anchor="ctr">
            <a:noAutofit/>
          </a:bodyPr>
          <a:lstStyle>
            <a:lvl1pPr marL="0" indent="0" algn="l">
              <a:spcBef>
                <a:spcPts val="0"/>
              </a:spcBef>
              <a:buNone/>
              <a:defRPr sz="2133" b="0" i="0">
                <a:latin typeface="+mn-lt"/>
                <a:ea typeface="PS TT Commons Medium" charset="0"/>
                <a:cs typeface="PS TT Commons Medium" charset="0"/>
              </a:defRPr>
            </a:lvl1pPr>
          </a:lstStyle>
          <a:p>
            <a:pPr lvl="0"/>
            <a:r>
              <a:rPr lang="en-US" dirty="0"/>
              <a:t>Add text here</a:t>
            </a:r>
          </a:p>
        </p:txBody>
      </p:sp>
      <p:sp>
        <p:nvSpPr>
          <p:cNvPr id="7" name="Content Placeholder 11"/>
          <p:cNvSpPr>
            <a:spLocks noGrp="1"/>
          </p:cNvSpPr>
          <p:nvPr>
            <p:ph sz="quarter" idx="18" hasCustomPrompt="1"/>
          </p:nvPr>
        </p:nvSpPr>
        <p:spPr>
          <a:xfrm>
            <a:off x="955829" y="4988471"/>
            <a:ext cx="1177771" cy="1145485"/>
          </a:xfrm>
          <a:prstGeom prst="rect">
            <a:avLst/>
          </a:prstGeom>
        </p:spPr>
        <p:txBody>
          <a:bodyPr lIns="0" tIns="0" rIns="0" bIns="0" anchor="ctr">
            <a:normAutofit/>
          </a:bodyPr>
          <a:lstStyle>
            <a:lvl1pPr marL="0" indent="0" algn="ctr">
              <a:buNone/>
              <a:defRPr sz="1333" b="0" i="0" baseline="0">
                <a:latin typeface="PS TT Commons Light" charset="0"/>
                <a:ea typeface="PS TT Commons Light" charset="0"/>
                <a:cs typeface="PS TT Commons Light" charset="0"/>
              </a:defRPr>
            </a:lvl1pPr>
            <a:lvl2pPr algn="ctr">
              <a:defRPr sz="2933"/>
            </a:lvl2pPr>
            <a:lvl3pPr algn="ctr">
              <a:defRPr sz="2933"/>
            </a:lvl3pPr>
            <a:lvl4pPr algn="ctr">
              <a:defRPr sz="2933"/>
            </a:lvl4pPr>
            <a:lvl5pPr algn="ctr">
              <a:defRPr sz="2933"/>
            </a:lvl5pPr>
          </a:lstStyle>
          <a:p>
            <a:pPr lvl="0"/>
            <a:r>
              <a:rPr lang="en-US"/>
              <a:t>Click icon to add image</a:t>
            </a:r>
            <a:endParaRPr lang="en-US" dirty="0"/>
          </a:p>
        </p:txBody>
      </p:sp>
      <p:sp>
        <p:nvSpPr>
          <p:cNvPr id="8" name="Text Placeholder 3"/>
          <p:cNvSpPr>
            <a:spLocks noGrp="1"/>
          </p:cNvSpPr>
          <p:nvPr>
            <p:ph type="body" sz="quarter" idx="19" hasCustomPrompt="1"/>
          </p:nvPr>
        </p:nvSpPr>
        <p:spPr>
          <a:xfrm>
            <a:off x="2571752" y="4926218"/>
            <a:ext cx="8782048" cy="1269993"/>
          </a:xfrm>
          <a:prstGeom prst="rect">
            <a:avLst/>
          </a:prstGeom>
        </p:spPr>
        <p:txBody>
          <a:bodyPr lIns="182880" tIns="0" rIns="182880" bIns="0" anchor="ctr">
            <a:noAutofit/>
          </a:bodyPr>
          <a:lstStyle>
            <a:lvl1pPr marL="0" indent="0" algn="l">
              <a:spcBef>
                <a:spcPts val="0"/>
              </a:spcBef>
              <a:buNone/>
              <a:defRPr sz="2133" b="0" i="0">
                <a:latin typeface="+mn-lt"/>
                <a:ea typeface="PS TT Commons Medium" charset="0"/>
                <a:cs typeface="PS TT Commons Medium" charset="0"/>
              </a:defRPr>
            </a:lvl1pPr>
          </a:lstStyle>
          <a:p>
            <a:pPr lvl="0"/>
            <a:r>
              <a:rPr lang="en-US" dirty="0"/>
              <a:t>Add text here</a:t>
            </a:r>
          </a:p>
        </p:txBody>
      </p:sp>
      <p:cxnSp>
        <p:nvCxnSpPr>
          <p:cNvPr id="9" name="Straight Connector 8"/>
          <p:cNvCxnSpPr/>
          <p:nvPr/>
        </p:nvCxnSpPr>
        <p:spPr>
          <a:xfrm>
            <a:off x="2376395" y="1652515"/>
            <a:ext cx="0" cy="1341120"/>
          </a:xfrm>
          <a:prstGeom prst="line">
            <a:avLst/>
          </a:prstGeom>
          <a:ln w="50800">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a:off x="2376395" y="3289365"/>
            <a:ext cx="0" cy="1341120"/>
          </a:xfrm>
          <a:prstGeom prst="line">
            <a:avLst/>
          </a:prstGeom>
          <a:ln w="50800">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a:off x="2376395" y="4890652"/>
            <a:ext cx="0" cy="1341120"/>
          </a:xfrm>
          <a:prstGeom prst="line">
            <a:avLst/>
          </a:prstGeom>
          <a:ln w="50800">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1" y="-530478"/>
            <a:ext cx="4776604" cy="338554"/>
          </a:xfrm>
          <a:prstGeom prst="rect">
            <a:avLst/>
          </a:prstGeom>
        </p:spPr>
        <p:txBody>
          <a:bodyPr wrap="square">
            <a:spAutoFit/>
          </a:bodyPr>
          <a:lstStyle/>
          <a:p>
            <a:pPr algn="l" defTabSz="1219232"/>
            <a:r>
              <a:rPr lang="en-US" sz="1600" b="1" i="0">
                <a:solidFill>
                  <a:srgbClr val="404040"/>
                </a:solidFill>
                <a:latin typeface="PS TT Commons DemiBold" charset="0"/>
                <a:ea typeface="PS TT Commons DemiBold" charset="0"/>
                <a:cs typeface="PS TT Commons DemiBold" charset="0"/>
              </a:rPr>
              <a:t>This slidelist is </a:t>
            </a:r>
            <a:r>
              <a:rPr lang="en-US" sz="1600" b="1" i="0">
                <a:solidFill>
                  <a:srgbClr val="F05A28"/>
                </a:solidFill>
                <a:latin typeface="PS TT Commons DemiBold" charset="0"/>
                <a:ea typeface="PS TT Commons DemiBold" charset="0"/>
                <a:cs typeface="PS TT Commons DemiBold" charset="0"/>
              </a:rPr>
              <a:t>preset </a:t>
            </a:r>
            <a:r>
              <a:rPr lang="en-US" sz="1600" b="1" i="0">
                <a:solidFill>
                  <a:srgbClr val="404040"/>
                </a:solidFill>
                <a:latin typeface="PS TT Commons DemiBold" charset="0"/>
                <a:ea typeface="PS TT Commons DemiBold" charset="0"/>
                <a:cs typeface="PS TT Commons DemiBold" charset="0"/>
              </a:rPr>
              <a:t>with</a:t>
            </a:r>
            <a:r>
              <a:rPr lang="en-US" sz="1600" b="1" i="0" baseline="0">
                <a:solidFill>
                  <a:srgbClr val="404040"/>
                </a:solidFill>
                <a:latin typeface="PS TT Commons DemiBold" charset="0"/>
                <a:ea typeface="PS TT Commons DemiBold" charset="0"/>
                <a:cs typeface="PS TT Commons DemiBold" charset="0"/>
              </a:rPr>
              <a:t> </a:t>
            </a:r>
            <a:r>
              <a:rPr lang="en-US" sz="1600" b="1" i="0" baseline="0">
                <a:solidFill>
                  <a:schemeClr val="accent1"/>
                </a:solidFill>
                <a:latin typeface="PS TT Commons DemiBold" charset="0"/>
                <a:ea typeface="PS TT Commons DemiBold" charset="0"/>
                <a:cs typeface="PS TT Commons DemiBold" charset="0"/>
              </a:rPr>
              <a:t>appear</a:t>
            </a:r>
            <a:r>
              <a:rPr lang="en-US" sz="1600" b="1" i="0" baseline="0">
                <a:solidFill>
                  <a:srgbClr val="404040"/>
                </a:solidFill>
                <a:latin typeface="PS TT Commons DemiBold" charset="0"/>
                <a:ea typeface="PS TT Commons DemiBold" charset="0"/>
                <a:cs typeface="PS TT Commons DemiBold" charset="0"/>
              </a:rPr>
              <a:t> </a:t>
            </a:r>
            <a:r>
              <a:rPr lang="en-US" sz="1600" b="1" i="0">
                <a:solidFill>
                  <a:srgbClr val="F05A28"/>
                </a:solidFill>
                <a:latin typeface="PS TT Commons DemiBold" charset="0"/>
                <a:ea typeface="PS TT Commons DemiBold" charset="0"/>
                <a:cs typeface="PS TT Commons DemiBold" charset="0"/>
              </a:rPr>
              <a:t>animations</a:t>
            </a:r>
            <a:endParaRPr lang="en-US" sz="1600" b="1" i="0" dirty="0">
              <a:solidFill>
                <a:srgbClr val="F05A28"/>
              </a:solidFill>
              <a:latin typeface="PS TT Commons DemiBold" charset="0"/>
              <a:ea typeface="PS TT Commons DemiBold" charset="0"/>
              <a:cs typeface="PS TT Commons DemiBold" charset="0"/>
            </a:endParaRPr>
          </a:p>
        </p:txBody>
      </p:sp>
    </p:spTree>
    <p:extLst>
      <p:ext uri="{BB962C8B-B14F-4D97-AF65-F5344CB8AC3E}">
        <p14:creationId xmlns:p14="http://schemas.microsoft.com/office/powerpoint/2010/main" val="2231585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P spid="4" grpId="0" build="p">
        <p:tmplLst>
          <p:tmpl lvl="1">
            <p:tnLst>
              <p:par>
                <p:cTn presetID="1"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Lst>
      </p:bldP>
      <p:bldP spid="5" grpId="0" build="p">
        <p:tmplLst>
          <p:tmpl lvl="1">
            <p:tnLst>
              <p:par>
                <p:cTn presetID="1" presetClass="entr" presetSubtype="0" fill="hold" nodeType="clickEffect">
                  <p:stCondLst>
                    <p:cond delay="0"/>
                  </p:stCondLst>
                  <p:childTnLst>
                    <p:set>
                      <p:cBhvr>
                        <p:cTn dur="1" fill="hold">
                          <p:stCondLst>
                            <p:cond delay="0"/>
                          </p:stCondLst>
                        </p:cTn>
                        <p:tgtEl>
                          <p:spTgt spid="5"/>
                        </p:tgtEl>
                        <p:attrNameLst>
                          <p:attrName>style.visibility</p:attrName>
                        </p:attrNameLst>
                      </p:cBhvr>
                      <p:to>
                        <p:strVal val="visible"/>
                      </p:to>
                    </p:set>
                  </p:childTnLst>
                </p:cTn>
              </p:par>
            </p:tnLst>
          </p:tmpl>
        </p:tmplLst>
      </p:bldP>
      <p:bldP spid="6" grpId="0" build="p">
        <p:tmplLst>
          <p:tmpl lvl="1">
            <p:tnLst>
              <p:par>
                <p:cTn presetID="1" presetClass="entr" presetSubtype="0" fill="hold" nodeType="withEffect">
                  <p:stCondLst>
                    <p:cond delay="0"/>
                  </p:stCondLst>
                  <p:childTnLst>
                    <p:set>
                      <p:cBhvr>
                        <p:cTn dur="1" fill="hold">
                          <p:stCondLst>
                            <p:cond delay="0"/>
                          </p:stCondLst>
                        </p:cTn>
                        <p:tgtEl>
                          <p:spTgt spid="6"/>
                        </p:tgtEl>
                        <p:attrNameLst>
                          <p:attrName>style.visibility</p:attrName>
                        </p:attrNameLst>
                      </p:cBhvr>
                      <p:to>
                        <p:strVal val="visible"/>
                      </p:to>
                    </p:set>
                  </p:childTnLst>
                </p:cTn>
              </p:par>
            </p:tnLst>
          </p:tmpl>
        </p:tmplLst>
      </p:bldP>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8" grpId="0" build="p">
        <p:tmplLst>
          <p:tmpl lvl="1">
            <p:tnLst>
              <p:par>
                <p:cTn presetID="1"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childTnLst>
                </p:cTn>
              </p:par>
            </p:tnLst>
          </p:tmpl>
        </p:tmplLst>
      </p:bldP>
    </p:bld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Four Item List with Icon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Four Item List With Icons</a:t>
            </a:r>
          </a:p>
        </p:txBody>
      </p:sp>
      <p:sp>
        <p:nvSpPr>
          <p:cNvPr id="3" name="Content Placeholder 11"/>
          <p:cNvSpPr>
            <a:spLocks noGrp="1"/>
          </p:cNvSpPr>
          <p:nvPr>
            <p:ph sz="quarter" idx="12" hasCustomPrompt="1"/>
          </p:nvPr>
        </p:nvSpPr>
        <p:spPr>
          <a:xfrm>
            <a:off x="838200" y="1516154"/>
            <a:ext cx="1047141" cy="932199"/>
          </a:xfrm>
          <a:prstGeom prst="rect">
            <a:avLst/>
          </a:prstGeom>
        </p:spPr>
        <p:txBody>
          <a:bodyPr lIns="0" tIns="0" rIns="0" bIns="0" anchor="ctr">
            <a:normAutofit/>
          </a:bodyPr>
          <a:lstStyle>
            <a:lvl1pPr marL="0" indent="0" algn="ctr">
              <a:buNone/>
              <a:defRPr sz="1333" b="0" i="0" baseline="0">
                <a:latin typeface="PS TT Commons Light" charset="0"/>
                <a:ea typeface="PS TT Commons Light" charset="0"/>
                <a:cs typeface="PS TT Commons Light" charset="0"/>
              </a:defRPr>
            </a:lvl1pPr>
            <a:lvl2pPr algn="ctr">
              <a:defRPr sz="2933"/>
            </a:lvl2pPr>
            <a:lvl3pPr algn="ctr">
              <a:defRPr sz="2933"/>
            </a:lvl3pPr>
            <a:lvl4pPr algn="ctr">
              <a:defRPr sz="2933"/>
            </a:lvl4pPr>
            <a:lvl5pPr algn="ctr">
              <a:defRPr sz="2933"/>
            </a:lvl5pPr>
          </a:lstStyle>
          <a:p>
            <a:pPr lvl="0"/>
            <a:r>
              <a:rPr lang="en-US"/>
              <a:t>Click icon to add image</a:t>
            </a:r>
            <a:endParaRPr lang="en-US" dirty="0"/>
          </a:p>
        </p:txBody>
      </p:sp>
      <p:sp>
        <p:nvSpPr>
          <p:cNvPr id="4" name="Text Placeholder 3"/>
          <p:cNvSpPr>
            <a:spLocks noGrp="1"/>
          </p:cNvSpPr>
          <p:nvPr>
            <p:ph type="body" sz="quarter" idx="15" hasCustomPrompt="1"/>
          </p:nvPr>
        </p:nvSpPr>
        <p:spPr>
          <a:xfrm>
            <a:off x="2166557" y="1430124"/>
            <a:ext cx="9187243" cy="1085371"/>
          </a:xfrm>
          <a:prstGeom prst="rect">
            <a:avLst/>
          </a:prstGeom>
        </p:spPr>
        <p:txBody>
          <a:bodyPr lIns="182880" tIns="0" rIns="182880" bIns="0" anchor="ctr">
            <a:noAutofit/>
          </a:bodyPr>
          <a:lstStyle>
            <a:lvl1pPr marL="0" indent="0" algn="l">
              <a:spcBef>
                <a:spcPts val="0"/>
              </a:spcBef>
              <a:buNone/>
              <a:defRPr sz="2133" b="0" i="0">
                <a:latin typeface="+mn-lt"/>
                <a:ea typeface="PS TT Commons Medium" charset="0"/>
                <a:cs typeface="PS TT Commons Medium" charset="0"/>
              </a:defRPr>
            </a:lvl1pPr>
          </a:lstStyle>
          <a:p>
            <a:pPr lvl="0"/>
            <a:r>
              <a:rPr lang="en-US" dirty="0"/>
              <a:t>Add text here</a:t>
            </a:r>
          </a:p>
        </p:txBody>
      </p:sp>
      <p:sp>
        <p:nvSpPr>
          <p:cNvPr id="5" name="Content Placeholder 11"/>
          <p:cNvSpPr>
            <a:spLocks noGrp="1"/>
          </p:cNvSpPr>
          <p:nvPr>
            <p:ph sz="quarter" idx="16" hasCustomPrompt="1"/>
          </p:nvPr>
        </p:nvSpPr>
        <p:spPr>
          <a:xfrm>
            <a:off x="838200" y="2826817"/>
            <a:ext cx="1047141" cy="932199"/>
          </a:xfrm>
          <a:prstGeom prst="rect">
            <a:avLst/>
          </a:prstGeom>
        </p:spPr>
        <p:txBody>
          <a:bodyPr lIns="0" tIns="0" rIns="0" bIns="0" anchor="ctr">
            <a:normAutofit/>
          </a:bodyPr>
          <a:lstStyle>
            <a:lvl1pPr marL="0" indent="0" algn="ctr">
              <a:buNone/>
              <a:defRPr sz="1333" b="0" i="0" baseline="0">
                <a:latin typeface="PS TT Commons Light" charset="0"/>
                <a:ea typeface="PS TT Commons Light" charset="0"/>
                <a:cs typeface="PS TT Commons Light" charset="0"/>
              </a:defRPr>
            </a:lvl1pPr>
            <a:lvl2pPr algn="ctr">
              <a:defRPr sz="2933"/>
            </a:lvl2pPr>
            <a:lvl3pPr algn="ctr">
              <a:defRPr sz="2933"/>
            </a:lvl3pPr>
            <a:lvl4pPr algn="ctr">
              <a:defRPr sz="2933"/>
            </a:lvl4pPr>
            <a:lvl5pPr algn="ctr">
              <a:defRPr sz="2933"/>
            </a:lvl5pPr>
          </a:lstStyle>
          <a:p>
            <a:pPr lvl="0"/>
            <a:r>
              <a:rPr lang="en-US"/>
              <a:t>Click icon to add image</a:t>
            </a:r>
            <a:endParaRPr lang="en-US" dirty="0"/>
          </a:p>
        </p:txBody>
      </p:sp>
      <p:sp>
        <p:nvSpPr>
          <p:cNvPr id="6" name="Text Placeholder 3"/>
          <p:cNvSpPr>
            <a:spLocks noGrp="1"/>
          </p:cNvSpPr>
          <p:nvPr>
            <p:ph type="body" sz="quarter" idx="17" hasCustomPrompt="1"/>
          </p:nvPr>
        </p:nvSpPr>
        <p:spPr>
          <a:xfrm>
            <a:off x="2166557" y="2740785"/>
            <a:ext cx="9187243" cy="1085371"/>
          </a:xfrm>
          <a:prstGeom prst="rect">
            <a:avLst/>
          </a:prstGeom>
        </p:spPr>
        <p:txBody>
          <a:bodyPr lIns="182880" tIns="0" rIns="182880" bIns="0" anchor="ctr">
            <a:noAutofit/>
          </a:bodyPr>
          <a:lstStyle>
            <a:lvl1pPr marL="0" indent="0" algn="l">
              <a:spcBef>
                <a:spcPts val="0"/>
              </a:spcBef>
              <a:buNone/>
              <a:defRPr sz="2133" b="0" i="0">
                <a:latin typeface="+mn-lt"/>
                <a:ea typeface="PS TT Commons Medium" charset="0"/>
                <a:cs typeface="PS TT Commons Medium" charset="0"/>
              </a:defRPr>
            </a:lvl1pPr>
          </a:lstStyle>
          <a:p>
            <a:pPr lvl="0"/>
            <a:r>
              <a:rPr lang="en-US" dirty="0"/>
              <a:t>Add text here</a:t>
            </a:r>
          </a:p>
        </p:txBody>
      </p:sp>
      <p:sp>
        <p:nvSpPr>
          <p:cNvPr id="7" name="Content Placeholder 11"/>
          <p:cNvSpPr>
            <a:spLocks noGrp="1"/>
          </p:cNvSpPr>
          <p:nvPr>
            <p:ph sz="quarter" idx="18" hasCustomPrompt="1"/>
          </p:nvPr>
        </p:nvSpPr>
        <p:spPr>
          <a:xfrm>
            <a:off x="838200" y="4139555"/>
            <a:ext cx="1047141" cy="932199"/>
          </a:xfrm>
          <a:prstGeom prst="rect">
            <a:avLst/>
          </a:prstGeom>
        </p:spPr>
        <p:txBody>
          <a:bodyPr lIns="0" tIns="0" rIns="0" bIns="0" anchor="ctr">
            <a:normAutofit/>
          </a:bodyPr>
          <a:lstStyle>
            <a:lvl1pPr marL="0" indent="0" algn="ctr">
              <a:buNone/>
              <a:defRPr sz="1333" b="0" i="0" baseline="0">
                <a:latin typeface="PS TT Commons Light" charset="0"/>
                <a:ea typeface="PS TT Commons Light" charset="0"/>
                <a:cs typeface="PS TT Commons Light" charset="0"/>
              </a:defRPr>
            </a:lvl1pPr>
            <a:lvl2pPr algn="ctr">
              <a:defRPr sz="2933"/>
            </a:lvl2pPr>
            <a:lvl3pPr algn="ctr">
              <a:defRPr sz="2933"/>
            </a:lvl3pPr>
            <a:lvl4pPr algn="ctr">
              <a:defRPr sz="2933"/>
            </a:lvl4pPr>
            <a:lvl5pPr algn="ctr">
              <a:defRPr sz="2933"/>
            </a:lvl5pPr>
          </a:lstStyle>
          <a:p>
            <a:pPr lvl="0"/>
            <a:r>
              <a:rPr lang="en-US"/>
              <a:t>Click icon to add image</a:t>
            </a:r>
            <a:endParaRPr lang="en-US" dirty="0"/>
          </a:p>
        </p:txBody>
      </p:sp>
      <p:sp>
        <p:nvSpPr>
          <p:cNvPr id="8" name="Text Placeholder 3"/>
          <p:cNvSpPr>
            <a:spLocks noGrp="1"/>
          </p:cNvSpPr>
          <p:nvPr>
            <p:ph type="body" sz="quarter" idx="19" hasCustomPrompt="1"/>
          </p:nvPr>
        </p:nvSpPr>
        <p:spPr>
          <a:xfrm>
            <a:off x="2166557" y="4053525"/>
            <a:ext cx="9187243" cy="1085371"/>
          </a:xfrm>
          <a:prstGeom prst="rect">
            <a:avLst/>
          </a:prstGeom>
        </p:spPr>
        <p:txBody>
          <a:bodyPr lIns="182880" tIns="0" rIns="182880" bIns="0" anchor="ctr">
            <a:noAutofit/>
          </a:bodyPr>
          <a:lstStyle>
            <a:lvl1pPr marL="0" indent="0" algn="l">
              <a:spcBef>
                <a:spcPts val="0"/>
              </a:spcBef>
              <a:buNone/>
              <a:defRPr sz="2133" b="0" i="0">
                <a:latin typeface="+mn-lt"/>
                <a:ea typeface="PS TT Commons Medium" charset="0"/>
                <a:cs typeface="PS TT Commons Medium" charset="0"/>
              </a:defRPr>
            </a:lvl1pPr>
          </a:lstStyle>
          <a:p>
            <a:pPr lvl="0"/>
            <a:r>
              <a:rPr lang="en-US" dirty="0"/>
              <a:t>Add text here</a:t>
            </a:r>
          </a:p>
        </p:txBody>
      </p:sp>
      <p:sp>
        <p:nvSpPr>
          <p:cNvPr id="9" name="Content Placeholder 11"/>
          <p:cNvSpPr>
            <a:spLocks noGrp="1"/>
          </p:cNvSpPr>
          <p:nvPr>
            <p:ph sz="quarter" idx="20" hasCustomPrompt="1"/>
          </p:nvPr>
        </p:nvSpPr>
        <p:spPr>
          <a:xfrm>
            <a:off x="838200" y="5452294"/>
            <a:ext cx="1047141" cy="932199"/>
          </a:xfrm>
          <a:prstGeom prst="rect">
            <a:avLst/>
          </a:prstGeom>
        </p:spPr>
        <p:txBody>
          <a:bodyPr lIns="0" tIns="0" rIns="0" bIns="0" anchor="ctr">
            <a:normAutofit/>
          </a:bodyPr>
          <a:lstStyle>
            <a:lvl1pPr marL="0" indent="0" algn="ctr">
              <a:buNone/>
              <a:defRPr sz="1333" b="0" i="0" baseline="0">
                <a:latin typeface="PS TT Commons Light" charset="0"/>
                <a:ea typeface="PS TT Commons Light" charset="0"/>
                <a:cs typeface="PS TT Commons Light" charset="0"/>
              </a:defRPr>
            </a:lvl1pPr>
            <a:lvl2pPr algn="ctr">
              <a:defRPr sz="2933"/>
            </a:lvl2pPr>
            <a:lvl3pPr algn="ctr">
              <a:defRPr sz="2933"/>
            </a:lvl3pPr>
            <a:lvl4pPr algn="ctr">
              <a:defRPr sz="2933"/>
            </a:lvl4pPr>
            <a:lvl5pPr algn="ctr">
              <a:defRPr sz="2933"/>
            </a:lvl5pPr>
          </a:lstStyle>
          <a:p>
            <a:pPr lvl="0"/>
            <a:r>
              <a:rPr lang="en-US"/>
              <a:t>Click icon to add image</a:t>
            </a:r>
            <a:endParaRPr lang="en-US" dirty="0"/>
          </a:p>
        </p:txBody>
      </p:sp>
      <p:sp>
        <p:nvSpPr>
          <p:cNvPr id="10" name="Text Placeholder 3"/>
          <p:cNvSpPr>
            <a:spLocks noGrp="1"/>
          </p:cNvSpPr>
          <p:nvPr>
            <p:ph type="body" sz="quarter" idx="21" hasCustomPrompt="1"/>
          </p:nvPr>
        </p:nvSpPr>
        <p:spPr>
          <a:xfrm>
            <a:off x="2166557" y="5366264"/>
            <a:ext cx="9187243" cy="1085371"/>
          </a:xfrm>
          <a:prstGeom prst="rect">
            <a:avLst/>
          </a:prstGeom>
        </p:spPr>
        <p:txBody>
          <a:bodyPr lIns="182880" tIns="0" rIns="182880" bIns="0" anchor="ctr">
            <a:noAutofit/>
          </a:bodyPr>
          <a:lstStyle>
            <a:lvl1pPr marL="0" indent="0" algn="l">
              <a:spcBef>
                <a:spcPts val="0"/>
              </a:spcBef>
              <a:buNone/>
              <a:defRPr sz="2133" b="0" i="0">
                <a:latin typeface="+mn-lt"/>
                <a:ea typeface="PS TT Commons Medium" charset="0"/>
                <a:cs typeface="PS TT Commons Medium" charset="0"/>
              </a:defRPr>
            </a:lvl1pPr>
          </a:lstStyle>
          <a:p>
            <a:pPr lvl="0"/>
            <a:r>
              <a:rPr lang="en-US" dirty="0"/>
              <a:t>Add text here</a:t>
            </a:r>
          </a:p>
        </p:txBody>
      </p:sp>
      <p:cxnSp>
        <p:nvCxnSpPr>
          <p:cNvPr id="11" name="Straight Connector 10"/>
          <p:cNvCxnSpPr/>
          <p:nvPr/>
        </p:nvCxnSpPr>
        <p:spPr>
          <a:xfrm>
            <a:off x="2048256" y="1491085"/>
            <a:ext cx="0" cy="976833"/>
          </a:xfrm>
          <a:prstGeom prst="line">
            <a:avLst/>
          </a:prstGeom>
          <a:ln w="50800">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a:off x="2048256" y="2801748"/>
            <a:ext cx="0" cy="976833"/>
          </a:xfrm>
          <a:prstGeom prst="line">
            <a:avLst/>
          </a:prstGeom>
          <a:ln w="50800">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2048256" y="4114486"/>
            <a:ext cx="0" cy="976833"/>
          </a:xfrm>
          <a:prstGeom prst="line">
            <a:avLst/>
          </a:prstGeom>
          <a:ln w="50800">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a:off x="2048256" y="5427225"/>
            <a:ext cx="0" cy="976833"/>
          </a:xfrm>
          <a:prstGeom prst="line">
            <a:avLst/>
          </a:prstGeom>
          <a:ln w="50800">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1" y="-530478"/>
            <a:ext cx="4776604" cy="338554"/>
          </a:xfrm>
          <a:prstGeom prst="rect">
            <a:avLst/>
          </a:prstGeom>
        </p:spPr>
        <p:txBody>
          <a:bodyPr wrap="square">
            <a:spAutoFit/>
          </a:bodyPr>
          <a:lstStyle/>
          <a:p>
            <a:pPr algn="l" defTabSz="1219232"/>
            <a:r>
              <a:rPr lang="en-US" sz="1600" b="1" i="0">
                <a:solidFill>
                  <a:srgbClr val="404040"/>
                </a:solidFill>
                <a:latin typeface="PS TT Commons DemiBold" charset="0"/>
                <a:ea typeface="PS TT Commons DemiBold" charset="0"/>
                <a:cs typeface="PS TT Commons DemiBold" charset="0"/>
              </a:rPr>
              <a:t>This slidelist is </a:t>
            </a:r>
            <a:r>
              <a:rPr lang="en-US" sz="1600" b="1" i="0">
                <a:solidFill>
                  <a:srgbClr val="F05A28"/>
                </a:solidFill>
                <a:latin typeface="PS TT Commons DemiBold" charset="0"/>
                <a:ea typeface="PS TT Commons DemiBold" charset="0"/>
                <a:cs typeface="PS TT Commons DemiBold" charset="0"/>
              </a:rPr>
              <a:t>preset </a:t>
            </a:r>
            <a:r>
              <a:rPr lang="en-US" sz="1600" b="1" i="0">
                <a:solidFill>
                  <a:srgbClr val="404040"/>
                </a:solidFill>
                <a:latin typeface="PS TT Commons DemiBold" charset="0"/>
                <a:ea typeface="PS TT Commons DemiBold" charset="0"/>
                <a:cs typeface="PS TT Commons DemiBold" charset="0"/>
              </a:rPr>
              <a:t>with</a:t>
            </a:r>
            <a:r>
              <a:rPr lang="en-US" sz="1600" b="1" i="0" baseline="0">
                <a:solidFill>
                  <a:srgbClr val="404040"/>
                </a:solidFill>
                <a:latin typeface="PS TT Commons DemiBold" charset="0"/>
                <a:ea typeface="PS TT Commons DemiBold" charset="0"/>
                <a:cs typeface="PS TT Commons DemiBold" charset="0"/>
              </a:rPr>
              <a:t> </a:t>
            </a:r>
            <a:r>
              <a:rPr lang="en-US" sz="1600" b="1" i="0" baseline="0">
                <a:solidFill>
                  <a:schemeClr val="accent1"/>
                </a:solidFill>
                <a:latin typeface="PS TT Commons DemiBold" charset="0"/>
                <a:ea typeface="PS TT Commons DemiBold" charset="0"/>
                <a:cs typeface="PS TT Commons DemiBold" charset="0"/>
              </a:rPr>
              <a:t>appear</a:t>
            </a:r>
            <a:r>
              <a:rPr lang="en-US" sz="1600" b="1" i="0" baseline="0">
                <a:solidFill>
                  <a:srgbClr val="404040"/>
                </a:solidFill>
                <a:latin typeface="PS TT Commons DemiBold" charset="0"/>
                <a:ea typeface="PS TT Commons DemiBold" charset="0"/>
                <a:cs typeface="PS TT Commons DemiBold" charset="0"/>
              </a:rPr>
              <a:t> </a:t>
            </a:r>
            <a:r>
              <a:rPr lang="en-US" sz="1600" b="1" i="0">
                <a:solidFill>
                  <a:srgbClr val="F05A28"/>
                </a:solidFill>
                <a:latin typeface="PS TT Commons DemiBold" charset="0"/>
                <a:ea typeface="PS TT Commons DemiBold" charset="0"/>
                <a:cs typeface="PS TT Commons DemiBold" charset="0"/>
              </a:rPr>
              <a:t>animations</a:t>
            </a:r>
            <a:endParaRPr lang="en-US" sz="1600" b="1" i="0" dirty="0">
              <a:solidFill>
                <a:srgbClr val="F05A28"/>
              </a:solidFill>
              <a:latin typeface="PS TT Commons DemiBold" charset="0"/>
              <a:ea typeface="PS TT Commons DemiBold" charset="0"/>
              <a:cs typeface="PS TT Commons DemiBold" charset="0"/>
            </a:endParaRPr>
          </a:p>
        </p:txBody>
      </p:sp>
    </p:spTree>
    <p:extLst>
      <p:ext uri="{BB962C8B-B14F-4D97-AF65-F5344CB8AC3E}">
        <p14:creationId xmlns:p14="http://schemas.microsoft.com/office/powerpoint/2010/main" val="1422876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xEl>
                                              <p:pRg st="0" end="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
                                            <p:txEl>
                                              <p:pRg st="0" end="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P spid="4" grpId="0" build="p">
        <p:tmplLst>
          <p:tmpl lvl="1">
            <p:tnLst>
              <p:par>
                <p:cTn presetID="1"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Lst>
      </p:bldP>
      <p:bldP spid="5" grpId="0" build="p">
        <p:tmplLst>
          <p:tmpl lvl="1">
            <p:tnLst>
              <p:par>
                <p:cTn presetID="1" presetClass="entr" presetSubtype="0" fill="hold" nodeType="clickEffect">
                  <p:stCondLst>
                    <p:cond delay="0"/>
                  </p:stCondLst>
                  <p:childTnLst>
                    <p:set>
                      <p:cBhvr>
                        <p:cTn dur="1" fill="hold">
                          <p:stCondLst>
                            <p:cond delay="0"/>
                          </p:stCondLst>
                        </p:cTn>
                        <p:tgtEl>
                          <p:spTgt spid="5"/>
                        </p:tgtEl>
                        <p:attrNameLst>
                          <p:attrName>style.visibility</p:attrName>
                        </p:attrNameLst>
                      </p:cBhvr>
                      <p:to>
                        <p:strVal val="visible"/>
                      </p:to>
                    </p:set>
                  </p:childTnLst>
                </p:cTn>
              </p:par>
            </p:tnLst>
          </p:tmpl>
        </p:tmplLst>
      </p:bldP>
      <p:bldP spid="6" grpId="0" build="p">
        <p:tmplLst>
          <p:tmpl lvl="1">
            <p:tnLst>
              <p:par>
                <p:cTn presetID="1" presetClass="entr" presetSubtype="0" fill="hold" nodeType="withEffect">
                  <p:stCondLst>
                    <p:cond delay="0"/>
                  </p:stCondLst>
                  <p:childTnLst>
                    <p:set>
                      <p:cBhvr>
                        <p:cTn dur="1" fill="hold">
                          <p:stCondLst>
                            <p:cond delay="0"/>
                          </p:stCondLst>
                        </p:cTn>
                        <p:tgtEl>
                          <p:spTgt spid="6"/>
                        </p:tgtEl>
                        <p:attrNameLst>
                          <p:attrName>style.visibility</p:attrName>
                        </p:attrNameLst>
                      </p:cBhvr>
                      <p:to>
                        <p:strVal val="visible"/>
                      </p:to>
                    </p:set>
                  </p:childTnLst>
                </p:cTn>
              </p:par>
            </p:tnLst>
          </p:tmpl>
        </p:tmplLst>
      </p:bldP>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8" grpId="0" build="p">
        <p:tmplLst>
          <p:tmpl lvl="1">
            <p:tnLst>
              <p:par>
                <p:cTn presetID="1"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childTnLst>
                </p:cTn>
              </p:par>
            </p:tnLst>
          </p:tmpl>
        </p:tmplLst>
      </p:bldP>
      <p:bldP spid="9" grpId="0" build="p">
        <p:tmplLst>
          <p:tmpl lvl="1">
            <p:tnLst>
              <p:par>
                <p:cTn presetID="1"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childTnLst>
                </p:cTn>
              </p:par>
            </p:tnLst>
          </p:tmpl>
        </p:tmplLst>
      </p:bldP>
      <p:bldP spid="10" grpId="0" build="p">
        <p:tmplLst>
          <p:tmpl lvl="1">
            <p:tnLst>
              <p:par>
                <p:cTn presetID="1" presetClass="entr" presetSubtype="0" fill="hold" nodeType="clickEffect">
                  <p:stCondLst>
                    <p:cond delay="0"/>
                  </p:stCondLst>
                  <p:childTnLst>
                    <p:set>
                      <p:cBhvr>
                        <p:cTn dur="1" fill="hold">
                          <p:stCondLst>
                            <p:cond delay="0"/>
                          </p:stCondLst>
                        </p:cTn>
                        <p:tgtEl>
                          <p:spTgt spid="10"/>
                        </p:tgtEl>
                        <p:attrNameLst>
                          <p:attrName>style.visibility</p:attrName>
                        </p:attrNameLst>
                      </p:cBhvr>
                      <p:to>
                        <p:strVal val="visible"/>
                      </p:to>
                    </p:set>
                  </p:childTnLst>
                </p:cTn>
              </p:par>
            </p:tnLst>
          </p:tmpl>
        </p:tmplLst>
      </p:bldP>
    </p:bld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Five Item List with Icon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Five Item List With Icons</a:t>
            </a:r>
          </a:p>
        </p:txBody>
      </p:sp>
      <p:sp>
        <p:nvSpPr>
          <p:cNvPr id="3" name="Content Placeholder 11"/>
          <p:cNvSpPr>
            <a:spLocks noGrp="1"/>
          </p:cNvSpPr>
          <p:nvPr>
            <p:ph sz="quarter" idx="12" hasCustomPrompt="1"/>
          </p:nvPr>
        </p:nvSpPr>
        <p:spPr>
          <a:xfrm>
            <a:off x="838200" y="1430125"/>
            <a:ext cx="1047141" cy="811017"/>
          </a:xfrm>
          <a:prstGeom prst="rect">
            <a:avLst/>
          </a:prstGeom>
        </p:spPr>
        <p:txBody>
          <a:bodyPr lIns="0" tIns="0" rIns="0" bIns="0" anchor="ctr">
            <a:normAutofit/>
          </a:bodyPr>
          <a:lstStyle>
            <a:lvl1pPr marL="0" indent="0" algn="ctr">
              <a:buNone/>
              <a:defRPr sz="1333" b="0" i="0" baseline="0">
                <a:latin typeface="PS TT Commons Light" charset="0"/>
                <a:ea typeface="PS TT Commons Light" charset="0"/>
                <a:cs typeface="PS TT Commons Light" charset="0"/>
              </a:defRPr>
            </a:lvl1pPr>
            <a:lvl2pPr algn="ctr">
              <a:defRPr sz="2933"/>
            </a:lvl2pPr>
            <a:lvl3pPr algn="ctr">
              <a:defRPr sz="2933"/>
            </a:lvl3pPr>
            <a:lvl4pPr algn="ctr">
              <a:defRPr sz="2933"/>
            </a:lvl4pPr>
            <a:lvl5pPr algn="ctr">
              <a:defRPr sz="2933"/>
            </a:lvl5pPr>
          </a:lstStyle>
          <a:p>
            <a:pPr lvl="0"/>
            <a:r>
              <a:rPr lang="en-US"/>
              <a:t>Click icon to add image</a:t>
            </a:r>
            <a:endParaRPr lang="en-US" dirty="0"/>
          </a:p>
        </p:txBody>
      </p:sp>
      <p:sp>
        <p:nvSpPr>
          <p:cNvPr id="4" name="Text Placeholder 3"/>
          <p:cNvSpPr>
            <a:spLocks noGrp="1"/>
          </p:cNvSpPr>
          <p:nvPr>
            <p:ph type="body" sz="quarter" idx="15" hasCustomPrompt="1"/>
          </p:nvPr>
        </p:nvSpPr>
        <p:spPr>
          <a:xfrm>
            <a:off x="2166557" y="1430125"/>
            <a:ext cx="9187243" cy="811017"/>
          </a:xfrm>
          <a:prstGeom prst="rect">
            <a:avLst/>
          </a:prstGeom>
        </p:spPr>
        <p:txBody>
          <a:bodyPr lIns="182880" tIns="0" rIns="182880" bIns="0" anchor="ctr">
            <a:noAutofit/>
          </a:bodyPr>
          <a:lstStyle>
            <a:lvl1pPr marL="0" indent="0" algn="l">
              <a:spcBef>
                <a:spcPts val="0"/>
              </a:spcBef>
              <a:buNone/>
              <a:defRPr sz="2133" b="0" i="0">
                <a:latin typeface="+mn-lt"/>
                <a:ea typeface="PS TT Commons Medium" charset="0"/>
                <a:cs typeface="PS TT Commons Medium" charset="0"/>
              </a:defRPr>
            </a:lvl1pPr>
          </a:lstStyle>
          <a:p>
            <a:pPr lvl="0"/>
            <a:r>
              <a:rPr lang="en-US" dirty="0"/>
              <a:t>Add text here</a:t>
            </a:r>
          </a:p>
        </p:txBody>
      </p:sp>
      <p:sp>
        <p:nvSpPr>
          <p:cNvPr id="5" name="Content Placeholder 11"/>
          <p:cNvSpPr>
            <a:spLocks noGrp="1"/>
          </p:cNvSpPr>
          <p:nvPr>
            <p:ph sz="quarter" idx="16" hasCustomPrompt="1"/>
          </p:nvPr>
        </p:nvSpPr>
        <p:spPr>
          <a:xfrm>
            <a:off x="838200" y="2415668"/>
            <a:ext cx="1047141" cy="811017"/>
          </a:xfrm>
          <a:prstGeom prst="rect">
            <a:avLst/>
          </a:prstGeom>
        </p:spPr>
        <p:txBody>
          <a:bodyPr lIns="0" tIns="0" rIns="0" bIns="0" anchor="ctr">
            <a:normAutofit/>
          </a:bodyPr>
          <a:lstStyle>
            <a:lvl1pPr marL="0" indent="0" algn="ctr">
              <a:buNone/>
              <a:defRPr sz="1333" b="0" i="0" baseline="0">
                <a:latin typeface="PS TT Commons Light" charset="0"/>
                <a:ea typeface="PS TT Commons Light" charset="0"/>
                <a:cs typeface="PS TT Commons Light" charset="0"/>
              </a:defRPr>
            </a:lvl1pPr>
            <a:lvl2pPr algn="ctr">
              <a:defRPr sz="2933"/>
            </a:lvl2pPr>
            <a:lvl3pPr algn="ctr">
              <a:defRPr sz="2933"/>
            </a:lvl3pPr>
            <a:lvl4pPr algn="ctr">
              <a:defRPr sz="2933"/>
            </a:lvl4pPr>
            <a:lvl5pPr algn="ctr">
              <a:defRPr sz="2933"/>
            </a:lvl5pPr>
          </a:lstStyle>
          <a:p>
            <a:pPr lvl="0"/>
            <a:r>
              <a:rPr lang="en-US"/>
              <a:t>Click icon to add image</a:t>
            </a:r>
            <a:endParaRPr lang="en-US" dirty="0"/>
          </a:p>
        </p:txBody>
      </p:sp>
      <p:sp>
        <p:nvSpPr>
          <p:cNvPr id="6" name="Text Placeholder 3"/>
          <p:cNvSpPr>
            <a:spLocks noGrp="1"/>
          </p:cNvSpPr>
          <p:nvPr>
            <p:ph type="body" sz="quarter" idx="17" hasCustomPrompt="1"/>
          </p:nvPr>
        </p:nvSpPr>
        <p:spPr>
          <a:xfrm>
            <a:off x="2166557" y="2415668"/>
            <a:ext cx="9187243" cy="811017"/>
          </a:xfrm>
          <a:prstGeom prst="rect">
            <a:avLst/>
          </a:prstGeom>
        </p:spPr>
        <p:txBody>
          <a:bodyPr lIns="182880" tIns="0" rIns="182880" bIns="0" anchor="ctr">
            <a:noAutofit/>
          </a:bodyPr>
          <a:lstStyle>
            <a:lvl1pPr marL="0" indent="0" algn="l">
              <a:spcBef>
                <a:spcPts val="0"/>
              </a:spcBef>
              <a:buNone/>
              <a:defRPr sz="2133" b="0" i="0">
                <a:latin typeface="+mn-lt"/>
                <a:ea typeface="PS TT Commons Medium" charset="0"/>
                <a:cs typeface="PS TT Commons Medium" charset="0"/>
              </a:defRPr>
            </a:lvl1pPr>
          </a:lstStyle>
          <a:p>
            <a:pPr lvl="0"/>
            <a:r>
              <a:rPr lang="en-US" dirty="0"/>
              <a:t>Add text here</a:t>
            </a:r>
          </a:p>
        </p:txBody>
      </p:sp>
      <p:sp>
        <p:nvSpPr>
          <p:cNvPr id="7" name="Content Placeholder 11"/>
          <p:cNvSpPr>
            <a:spLocks noGrp="1"/>
          </p:cNvSpPr>
          <p:nvPr>
            <p:ph sz="quarter" idx="18" hasCustomPrompt="1"/>
          </p:nvPr>
        </p:nvSpPr>
        <p:spPr>
          <a:xfrm>
            <a:off x="838200" y="3401210"/>
            <a:ext cx="1047141" cy="811017"/>
          </a:xfrm>
          <a:prstGeom prst="rect">
            <a:avLst/>
          </a:prstGeom>
        </p:spPr>
        <p:txBody>
          <a:bodyPr lIns="0" tIns="0" rIns="0" bIns="0" anchor="ctr">
            <a:normAutofit/>
          </a:bodyPr>
          <a:lstStyle>
            <a:lvl1pPr marL="0" indent="0" algn="ctr">
              <a:buNone/>
              <a:defRPr sz="1333" b="0" i="0" baseline="0">
                <a:latin typeface="PS TT Commons Light" charset="0"/>
                <a:ea typeface="PS TT Commons Light" charset="0"/>
                <a:cs typeface="PS TT Commons Light" charset="0"/>
              </a:defRPr>
            </a:lvl1pPr>
            <a:lvl2pPr algn="ctr">
              <a:defRPr sz="2933"/>
            </a:lvl2pPr>
            <a:lvl3pPr algn="ctr">
              <a:defRPr sz="2933"/>
            </a:lvl3pPr>
            <a:lvl4pPr algn="ctr">
              <a:defRPr sz="2933"/>
            </a:lvl4pPr>
            <a:lvl5pPr algn="ctr">
              <a:defRPr sz="2933"/>
            </a:lvl5pPr>
          </a:lstStyle>
          <a:p>
            <a:pPr lvl="0"/>
            <a:r>
              <a:rPr lang="en-US"/>
              <a:t>Click icon to add image</a:t>
            </a:r>
            <a:endParaRPr lang="en-US" dirty="0"/>
          </a:p>
        </p:txBody>
      </p:sp>
      <p:sp>
        <p:nvSpPr>
          <p:cNvPr id="8" name="Text Placeholder 3"/>
          <p:cNvSpPr>
            <a:spLocks noGrp="1"/>
          </p:cNvSpPr>
          <p:nvPr>
            <p:ph type="body" sz="quarter" idx="19" hasCustomPrompt="1"/>
          </p:nvPr>
        </p:nvSpPr>
        <p:spPr>
          <a:xfrm>
            <a:off x="2166557" y="3401210"/>
            <a:ext cx="9187243" cy="811017"/>
          </a:xfrm>
          <a:prstGeom prst="rect">
            <a:avLst/>
          </a:prstGeom>
        </p:spPr>
        <p:txBody>
          <a:bodyPr lIns="182880" tIns="0" rIns="182880" bIns="0" anchor="ctr">
            <a:noAutofit/>
          </a:bodyPr>
          <a:lstStyle>
            <a:lvl1pPr marL="0" indent="0" algn="l">
              <a:spcBef>
                <a:spcPts val="0"/>
              </a:spcBef>
              <a:buNone/>
              <a:defRPr sz="2133" b="0" i="0">
                <a:latin typeface="+mn-lt"/>
                <a:ea typeface="PS TT Commons Medium" charset="0"/>
                <a:cs typeface="PS TT Commons Medium" charset="0"/>
              </a:defRPr>
            </a:lvl1pPr>
          </a:lstStyle>
          <a:p>
            <a:pPr lvl="0"/>
            <a:r>
              <a:rPr lang="en-US" dirty="0"/>
              <a:t>Add text here</a:t>
            </a:r>
          </a:p>
        </p:txBody>
      </p:sp>
      <p:sp>
        <p:nvSpPr>
          <p:cNvPr id="9" name="Content Placeholder 11"/>
          <p:cNvSpPr>
            <a:spLocks noGrp="1"/>
          </p:cNvSpPr>
          <p:nvPr>
            <p:ph sz="quarter" idx="20" hasCustomPrompt="1"/>
          </p:nvPr>
        </p:nvSpPr>
        <p:spPr>
          <a:xfrm>
            <a:off x="838200" y="4386753"/>
            <a:ext cx="1047141" cy="811017"/>
          </a:xfrm>
          <a:prstGeom prst="rect">
            <a:avLst/>
          </a:prstGeom>
        </p:spPr>
        <p:txBody>
          <a:bodyPr lIns="0" tIns="0" rIns="0" bIns="0" anchor="ctr">
            <a:normAutofit/>
          </a:bodyPr>
          <a:lstStyle>
            <a:lvl1pPr marL="0" indent="0" algn="ctr">
              <a:buNone/>
              <a:defRPr sz="1333" b="0" i="0" baseline="0">
                <a:latin typeface="PS TT Commons Light" charset="0"/>
                <a:ea typeface="PS TT Commons Light" charset="0"/>
                <a:cs typeface="PS TT Commons Light" charset="0"/>
              </a:defRPr>
            </a:lvl1pPr>
            <a:lvl2pPr algn="ctr">
              <a:defRPr sz="2933"/>
            </a:lvl2pPr>
            <a:lvl3pPr algn="ctr">
              <a:defRPr sz="2933"/>
            </a:lvl3pPr>
            <a:lvl4pPr algn="ctr">
              <a:defRPr sz="2933"/>
            </a:lvl4pPr>
            <a:lvl5pPr algn="ctr">
              <a:defRPr sz="2933"/>
            </a:lvl5pPr>
          </a:lstStyle>
          <a:p>
            <a:pPr lvl="0"/>
            <a:r>
              <a:rPr lang="en-US"/>
              <a:t>Click icon to add image</a:t>
            </a:r>
            <a:endParaRPr lang="en-US" dirty="0"/>
          </a:p>
        </p:txBody>
      </p:sp>
      <p:sp>
        <p:nvSpPr>
          <p:cNvPr id="10" name="Text Placeholder 3"/>
          <p:cNvSpPr>
            <a:spLocks noGrp="1"/>
          </p:cNvSpPr>
          <p:nvPr>
            <p:ph type="body" sz="quarter" idx="21" hasCustomPrompt="1"/>
          </p:nvPr>
        </p:nvSpPr>
        <p:spPr>
          <a:xfrm>
            <a:off x="2166557" y="4386753"/>
            <a:ext cx="9187243" cy="811017"/>
          </a:xfrm>
          <a:prstGeom prst="rect">
            <a:avLst/>
          </a:prstGeom>
        </p:spPr>
        <p:txBody>
          <a:bodyPr lIns="182880" tIns="0" rIns="182880" bIns="0" anchor="ctr">
            <a:noAutofit/>
          </a:bodyPr>
          <a:lstStyle>
            <a:lvl1pPr marL="0" indent="0" algn="l">
              <a:spcBef>
                <a:spcPts val="0"/>
              </a:spcBef>
              <a:buNone/>
              <a:defRPr sz="2133" b="0" i="0">
                <a:latin typeface="+mn-lt"/>
                <a:ea typeface="PS TT Commons Medium" charset="0"/>
                <a:cs typeface="PS TT Commons Medium" charset="0"/>
              </a:defRPr>
            </a:lvl1pPr>
          </a:lstStyle>
          <a:p>
            <a:pPr lvl="0"/>
            <a:r>
              <a:rPr lang="en-US" dirty="0"/>
              <a:t>Add text here</a:t>
            </a:r>
          </a:p>
        </p:txBody>
      </p:sp>
      <p:cxnSp>
        <p:nvCxnSpPr>
          <p:cNvPr id="11" name="Straight Connector 10"/>
          <p:cNvCxnSpPr/>
          <p:nvPr/>
        </p:nvCxnSpPr>
        <p:spPr>
          <a:xfrm>
            <a:off x="2046653" y="1491083"/>
            <a:ext cx="0" cy="729916"/>
          </a:xfrm>
          <a:prstGeom prst="line">
            <a:avLst/>
          </a:prstGeom>
          <a:ln w="50800">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a:off x="2046653" y="2476627"/>
            <a:ext cx="0" cy="729916"/>
          </a:xfrm>
          <a:prstGeom prst="line">
            <a:avLst/>
          </a:prstGeom>
          <a:ln w="50800">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2046653" y="3462170"/>
            <a:ext cx="0" cy="729916"/>
          </a:xfrm>
          <a:prstGeom prst="line">
            <a:avLst/>
          </a:prstGeom>
          <a:ln w="50800">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a:off x="2046653" y="4447711"/>
            <a:ext cx="0" cy="729916"/>
          </a:xfrm>
          <a:prstGeom prst="line">
            <a:avLst/>
          </a:prstGeom>
          <a:ln w="50800">
            <a:solidFill>
              <a:schemeClr val="accent1"/>
            </a:solidFill>
          </a:ln>
        </p:spPr>
        <p:style>
          <a:lnRef idx="2">
            <a:schemeClr val="accent1"/>
          </a:lnRef>
          <a:fillRef idx="0">
            <a:schemeClr val="accent1"/>
          </a:fillRef>
          <a:effectRef idx="1">
            <a:schemeClr val="accent1"/>
          </a:effectRef>
          <a:fontRef idx="minor">
            <a:schemeClr val="tx1"/>
          </a:fontRef>
        </p:style>
      </p:cxnSp>
      <p:sp>
        <p:nvSpPr>
          <p:cNvPr id="23" name="Content Placeholder 11"/>
          <p:cNvSpPr>
            <a:spLocks noGrp="1"/>
          </p:cNvSpPr>
          <p:nvPr>
            <p:ph sz="quarter" idx="22" hasCustomPrompt="1"/>
          </p:nvPr>
        </p:nvSpPr>
        <p:spPr>
          <a:xfrm>
            <a:off x="838200" y="5400429"/>
            <a:ext cx="1047141" cy="811017"/>
          </a:xfrm>
          <a:prstGeom prst="rect">
            <a:avLst/>
          </a:prstGeom>
        </p:spPr>
        <p:txBody>
          <a:bodyPr lIns="0" tIns="0" rIns="0" bIns="0" anchor="ctr">
            <a:normAutofit/>
          </a:bodyPr>
          <a:lstStyle>
            <a:lvl1pPr marL="0" indent="0" algn="ctr">
              <a:buNone/>
              <a:defRPr sz="1333" b="0" i="0" baseline="0">
                <a:latin typeface="PS TT Commons Light" charset="0"/>
                <a:ea typeface="PS TT Commons Light" charset="0"/>
                <a:cs typeface="PS TT Commons Light" charset="0"/>
              </a:defRPr>
            </a:lvl1pPr>
            <a:lvl2pPr algn="ctr">
              <a:defRPr sz="2933"/>
            </a:lvl2pPr>
            <a:lvl3pPr algn="ctr">
              <a:defRPr sz="2933"/>
            </a:lvl3pPr>
            <a:lvl4pPr algn="ctr">
              <a:defRPr sz="2933"/>
            </a:lvl4pPr>
            <a:lvl5pPr algn="ctr">
              <a:defRPr sz="2933"/>
            </a:lvl5pPr>
          </a:lstStyle>
          <a:p>
            <a:pPr lvl="0"/>
            <a:r>
              <a:rPr lang="en-US"/>
              <a:t>Click icon to add image</a:t>
            </a:r>
            <a:endParaRPr lang="en-US" dirty="0"/>
          </a:p>
        </p:txBody>
      </p:sp>
      <p:sp>
        <p:nvSpPr>
          <p:cNvPr id="24" name="Text Placeholder 3"/>
          <p:cNvSpPr>
            <a:spLocks noGrp="1"/>
          </p:cNvSpPr>
          <p:nvPr>
            <p:ph type="body" sz="quarter" idx="23" hasCustomPrompt="1"/>
          </p:nvPr>
        </p:nvSpPr>
        <p:spPr>
          <a:xfrm>
            <a:off x="2166557" y="5400429"/>
            <a:ext cx="9187243" cy="811017"/>
          </a:xfrm>
          <a:prstGeom prst="rect">
            <a:avLst/>
          </a:prstGeom>
        </p:spPr>
        <p:txBody>
          <a:bodyPr lIns="182880" tIns="0" rIns="182880" bIns="0" anchor="ctr">
            <a:noAutofit/>
          </a:bodyPr>
          <a:lstStyle>
            <a:lvl1pPr marL="0" indent="0" algn="l">
              <a:spcBef>
                <a:spcPts val="0"/>
              </a:spcBef>
              <a:buNone/>
              <a:defRPr sz="2133" b="0" i="0">
                <a:latin typeface="+mn-lt"/>
                <a:ea typeface="PS TT Commons Medium" charset="0"/>
                <a:cs typeface="PS TT Commons Medium" charset="0"/>
              </a:defRPr>
            </a:lvl1pPr>
          </a:lstStyle>
          <a:p>
            <a:pPr lvl="0"/>
            <a:r>
              <a:rPr lang="en-US" dirty="0"/>
              <a:t>Add text here</a:t>
            </a:r>
          </a:p>
        </p:txBody>
      </p:sp>
      <p:cxnSp>
        <p:nvCxnSpPr>
          <p:cNvPr id="25" name="Straight Connector 24"/>
          <p:cNvCxnSpPr/>
          <p:nvPr/>
        </p:nvCxnSpPr>
        <p:spPr>
          <a:xfrm>
            <a:off x="2046653" y="5461387"/>
            <a:ext cx="0" cy="729916"/>
          </a:xfrm>
          <a:prstGeom prst="line">
            <a:avLst/>
          </a:prstGeom>
          <a:ln w="50800">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1" y="-474034"/>
            <a:ext cx="4776604" cy="338554"/>
          </a:xfrm>
          <a:prstGeom prst="rect">
            <a:avLst/>
          </a:prstGeom>
        </p:spPr>
        <p:txBody>
          <a:bodyPr wrap="square">
            <a:spAutoFit/>
          </a:bodyPr>
          <a:lstStyle/>
          <a:p>
            <a:pPr algn="l" defTabSz="1219232"/>
            <a:r>
              <a:rPr lang="en-US" sz="1600" b="1" i="0">
                <a:solidFill>
                  <a:srgbClr val="404040"/>
                </a:solidFill>
                <a:latin typeface="PS TT Commons DemiBold" charset="0"/>
                <a:ea typeface="PS TT Commons DemiBold" charset="0"/>
                <a:cs typeface="PS TT Commons DemiBold" charset="0"/>
              </a:rPr>
              <a:t>This slidelist is </a:t>
            </a:r>
            <a:r>
              <a:rPr lang="en-US" sz="1600" b="1" i="0">
                <a:solidFill>
                  <a:srgbClr val="F05A28"/>
                </a:solidFill>
                <a:latin typeface="PS TT Commons DemiBold" charset="0"/>
                <a:ea typeface="PS TT Commons DemiBold" charset="0"/>
                <a:cs typeface="PS TT Commons DemiBold" charset="0"/>
              </a:rPr>
              <a:t>preset </a:t>
            </a:r>
            <a:r>
              <a:rPr lang="en-US" sz="1600" b="1" i="0">
                <a:solidFill>
                  <a:srgbClr val="404040"/>
                </a:solidFill>
                <a:latin typeface="PS TT Commons DemiBold" charset="0"/>
                <a:ea typeface="PS TT Commons DemiBold" charset="0"/>
                <a:cs typeface="PS TT Commons DemiBold" charset="0"/>
              </a:rPr>
              <a:t>with</a:t>
            </a:r>
            <a:r>
              <a:rPr lang="en-US" sz="1600" b="1" i="0" baseline="0">
                <a:solidFill>
                  <a:srgbClr val="404040"/>
                </a:solidFill>
                <a:latin typeface="PS TT Commons DemiBold" charset="0"/>
                <a:ea typeface="PS TT Commons DemiBold" charset="0"/>
                <a:cs typeface="PS TT Commons DemiBold" charset="0"/>
              </a:rPr>
              <a:t> </a:t>
            </a:r>
            <a:r>
              <a:rPr lang="en-US" sz="1600" b="1" i="0" baseline="0">
                <a:solidFill>
                  <a:schemeClr val="accent1"/>
                </a:solidFill>
                <a:latin typeface="PS TT Commons DemiBold" charset="0"/>
                <a:ea typeface="PS TT Commons DemiBold" charset="0"/>
                <a:cs typeface="PS TT Commons DemiBold" charset="0"/>
              </a:rPr>
              <a:t>appear</a:t>
            </a:r>
            <a:r>
              <a:rPr lang="en-US" sz="1600" b="1" i="0" baseline="0">
                <a:solidFill>
                  <a:srgbClr val="404040"/>
                </a:solidFill>
                <a:latin typeface="PS TT Commons DemiBold" charset="0"/>
                <a:ea typeface="PS TT Commons DemiBold" charset="0"/>
                <a:cs typeface="PS TT Commons DemiBold" charset="0"/>
              </a:rPr>
              <a:t> </a:t>
            </a:r>
            <a:r>
              <a:rPr lang="en-US" sz="1600" b="1" i="0">
                <a:solidFill>
                  <a:srgbClr val="F05A28"/>
                </a:solidFill>
                <a:latin typeface="PS TT Commons DemiBold" charset="0"/>
                <a:ea typeface="PS TT Commons DemiBold" charset="0"/>
                <a:cs typeface="PS TT Commons DemiBold" charset="0"/>
              </a:rPr>
              <a:t>animations</a:t>
            </a:r>
            <a:endParaRPr lang="en-US" sz="1600" b="1" i="0" dirty="0">
              <a:solidFill>
                <a:srgbClr val="F05A28"/>
              </a:solidFill>
              <a:latin typeface="PS TT Commons DemiBold" charset="0"/>
              <a:ea typeface="PS TT Commons DemiBold" charset="0"/>
              <a:cs typeface="PS TT Commons DemiBold" charset="0"/>
            </a:endParaRPr>
          </a:p>
        </p:txBody>
      </p:sp>
    </p:spTree>
    <p:extLst>
      <p:ext uri="{BB962C8B-B14F-4D97-AF65-F5344CB8AC3E}">
        <p14:creationId xmlns:p14="http://schemas.microsoft.com/office/powerpoint/2010/main" val="1860496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xEl>
                                              <p:pRg st="0" end="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
                                            <p:txEl>
                                              <p:pRg st="0" end="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4">
                                            <p:txEl>
                                              <p:pRg st="0" end="0"/>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
                                            <p:txEl>
                                              <p:pRg st="0" end="0"/>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P spid="4" grpId="0" build="p">
        <p:tmplLst>
          <p:tmpl lvl="1">
            <p:tnLst>
              <p:par>
                <p:cTn presetID="1"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Lst>
      </p:bldP>
      <p:bldP spid="5" grpId="0" build="p">
        <p:tmplLst>
          <p:tmpl lvl="1">
            <p:tnLst>
              <p:par>
                <p:cTn presetID="1" presetClass="entr" presetSubtype="0" fill="hold" nodeType="clickEffect">
                  <p:stCondLst>
                    <p:cond delay="0"/>
                  </p:stCondLst>
                  <p:childTnLst>
                    <p:set>
                      <p:cBhvr>
                        <p:cTn dur="1" fill="hold">
                          <p:stCondLst>
                            <p:cond delay="0"/>
                          </p:stCondLst>
                        </p:cTn>
                        <p:tgtEl>
                          <p:spTgt spid="5"/>
                        </p:tgtEl>
                        <p:attrNameLst>
                          <p:attrName>style.visibility</p:attrName>
                        </p:attrNameLst>
                      </p:cBhvr>
                      <p:to>
                        <p:strVal val="visible"/>
                      </p:to>
                    </p:set>
                  </p:childTnLst>
                </p:cTn>
              </p:par>
            </p:tnLst>
          </p:tmpl>
        </p:tmplLst>
      </p:bldP>
      <p:bldP spid="6" grpId="0" build="p">
        <p:tmplLst>
          <p:tmpl lvl="1">
            <p:tnLst>
              <p:par>
                <p:cTn presetID="1" presetClass="entr" presetSubtype="0" fill="hold" nodeType="withEffect">
                  <p:stCondLst>
                    <p:cond delay="0"/>
                  </p:stCondLst>
                  <p:childTnLst>
                    <p:set>
                      <p:cBhvr>
                        <p:cTn dur="1" fill="hold">
                          <p:stCondLst>
                            <p:cond delay="0"/>
                          </p:stCondLst>
                        </p:cTn>
                        <p:tgtEl>
                          <p:spTgt spid="6"/>
                        </p:tgtEl>
                        <p:attrNameLst>
                          <p:attrName>style.visibility</p:attrName>
                        </p:attrNameLst>
                      </p:cBhvr>
                      <p:to>
                        <p:strVal val="visible"/>
                      </p:to>
                    </p:set>
                  </p:childTnLst>
                </p:cTn>
              </p:par>
            </p:tnLst>
          </p:tmpl>
        </p:tmplLst>
      </p:bldP>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8" grpId="0" build="p">
        <p:tmplLst>
          <p:tmpl lvl="1">
            <p:tnLst>
              <p:par>
                <p:cTn presetID="1"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childTnLst>
                </p:cTn>
              </p:par>
            </p:tnLst>
          </p:tmpl>
        </p:tmplLst>
      </p:bldP>
      <p:bldP spid="9" grpId="0" build="p">
        <p:tmplLst>
          <p:tmpl lvl="1">
            <p:tnLst>
              <p:par>
                <p:cTn presetID="1"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childTnLst>
                </p:cTn>
              </p:par>
            </p:tnLst>
          </p:tmpl>
        </p:tmplLst>
      </p:bldP>
      <p:bldP spid="10" grpId="0" build="p">
        <p:tmplLst>
          <p:tmpl lvl="1">
            <p:tnLst>
              <p:par>
                <p:cTn presetID="1" presetClass="entr" presetSubtype="0" fill="hold" nodeType="clickEffect">
                  <p:stCondLst>
                    <p:cond delay="0"/>
                  </p:stCondLst>
                  <p:childTnLst>
                    <p:set>
                      <p:cBhvr>
                        <p:cTn dur="1" fill="hold">
                          <p:stCondLst>
                            <p:cond delay="0"/>
                          </p:stCondLst>
                        </p:cTn>
                        <p:tgtEl>
                          <p:spTgt spid="10"/>
                        </p:tgtEl>
                        <p:attrNameLst>
                          <p:attrName>style.visibility</p:attrName>
                        </p:attrNameLst>
                      </p:cBhvr>
                      <p:to>
                        <p:strVal val="visible"/>
                      </p:to>
                    </p:set>
                  </p:childTnLst>
                </p:cTn>
              </p:par>
            </p:tnLst>
          </p:tmpl>
        </p:tmplLst>
      </p:bldP>
      <p:bldP spid="23" grpId="0" build="p">
        <p:tmplLst>
          <p:tmpl lvl="1">
            <p:tnLst>
              <p:par>
                <p:cTn presetID="1" presetClass="entr" presetSubtype="0" fill="hold" nodeType="withEffect">
                  <p:stCondLst>
                    <p:cond delay="0"/>
                  </p:stCondLst>
                  <p:childTnLst>
                    <p:set>
                      <p:cBhvr>
                        <p:cTn dur="1" fill="hold">
                          <p:stCondLst>
                            <p:cond delay="0"/>
                          </p:stCondLst>
                        </p:cTn>
                        <p:tgtEl>
                          <p:spTgt spid="23"/>
                        </p:tgtEl>
                        <p:attrNameLst>
                          <p:attrName>style.visibility</p:attrName>
                        </p:attrNameLst>
                      </p:cBhvr>
                      <p:to>
                        <p:strVal val="visible"/>
                      </p:to>
                    </p:set>
                  </p:childTnLst>
                </p:cTn>
              </p:par>
            </p:tnLst>
          </p:tmpl>
        </p:tmplLst>
      </p:bldP>
      <p:bldP spid="24" grpId="0" build="p">
        <p:tmplLst>
          <p:tmpl lvl="1">
            <p:tnLst>
              <p:par>
                <p:cTn presetID="1" presetClass="entr" presetSubtype="0" fill="hold" nodeType="clickEffect">
                  <p:stCondLst>
                    <p:cond delay="0"/>
                  </p:stCondLst>
                  <p:childTnLst>
                    <p:set>
                      <p:cBhvr>
                        <p:cTn dur="1" fill="hold">
                          <p:stCondLst>
                            <p:cond delay="0"/>
                          </p:stCondLst>
                        </p:cTn>
                        <p:tgtEl>
                          <p:spTgt spid="24"/>
                        </p:tgtEl>
                        <p:attrNameLst>
                          <p:attrName>style.visibility</p:attrName>
                        </p:attrNameLst>
                      </p:cBhvr>
                      <p:to>
                        <p:strVal val="visible"/>
                      </p:to>
                    </p:set>
                  </p:childTnLst>
                </p:cTn>
              </p:par>
            </p:tnLst>
          </p:tmpl>
        </p:tmplLst>
      </p:bldP>
    </p:bld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ext Chunking: Two Item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Add Title in Title Case</a:t>
            </a:r>
          </a:p>
        </p:txBody>
      </p:sp>
      <p:sp>
        <p:nvSpPr>
          <p:cNvPr id="3" name="Content Placeholder 10"/>
          <p:cNvSpPr>
            <a:spLocks noGrp="1"/>
          </p:cNvSpPr>
          <p:nvPr>
            <p:ph sz="quarter" idx="11" hasCustomPrompt="1"/>
          </p:nvPr>
        </p:nvSpPr>
        <p:spPr>
          <a:xfrm>
            <a:off x="6320882" y="2042985"/>
            <a:ext cx="5032919" cy="3339071"/>
          </a:xfrm>
          <a:prstGeom prst="rect">
            <a:avLst/>
          </a:prstGeom>
          <a:solidFill>
            <a:schemeClr val="bg2"/>
          </a:solidFill>
        </p:spPr>
        <p:txBody>
          <a:bodyPr lIns="274320" tIns="274320" rIns="274320" bIns="274320" anchor="ctr">
            <a:noAutofit/>
          </a:bodyPr>
          <a:lstStyle>
            <a:lvl1pPr marL="0" indent="0" algn="ctr">
              <a:buNone/>
              <a:defRPr sz="2533" b="0" i="0">
                <a:latin typeface="+mn-lt"/>
                <a:ea typeface="PS TT Commons Medium" charset="0"/>
                <a:cs typeface="PS TT Commons Medium" charset="0"/>
              </a:defRPr>
            </a:lvl1pPr>
          </a:lstStyle>
          <a:p>
            <a:pPr lvl="0"/>
            <a:r>
              <a:rPr lang="en-US" dirty="0"/>
              <a:t>Click to add text</a:t>
            </a:r>
          </a:p>
        </p:txBody>
      </p:sp>
      <p:sp>
        <p:nvSpPr>
          <p:cNvPr id="4" name="Content Placeholder 10"/>
          <p:cNvSpPr>
            <a:spLocks noGrp="1"/>
          </p:cNvSpPr>
          <p:nvPr>
            <p:ph sz="quarter" idx="10" hasCustomPrompt="1"/>
          </p:nvPr>
        </p:nvSpPr>
        <p:spPr>
          <a:xfrm>
            <a:off x="838201" y="2042985"/>
            <a:ext cx="5032919" cy="3339071"/>
          </a:xfrm>
          <a:prstGeom prst="rect">
            <a:avLst/>
          </a:prstGeom>
          <a:solidFill>
            <a:schemeClr val="bg2"/>
          </a:solidFill>
        </p:spPr>
        <p:txBody>
          <a:bodyPr lIns="274320" tIns="274320" rIns="274320" bIns="274320" anchor="ctr">
            <a:noAutofit/>
          </a:bodyPr>
          <a:lstStyle>
            <a:lvl1pPr marL="0" indent="0" algn="ctr">
              <a:buNone/>
              <a:defRPr sz="2533" b="0" i="0">
                <a:latin typeface="+mn-lt"/>
                <a:ea typeface="PS TT Commons Medium" charset="0"/>
                <a:cs typeface="PS TT Commons Medium" charset="0"/>
              </a:defRPr>
            </a:lvl1pPr>
          </a:lstStyle>
          <a:p>
            <a:pPr lvl="0"/>
            <a:r>
              <a:rPr lang="en-US" dirty="0"/>
              <a:t>Click to add text</a:t>
            </a:r>
          </a:p>
        </p:txBody>
      </p:sp>
    </p:spTree>
    <p:extLst>
      <p:ext uri="{BB962C8B-B14F-4D97-AF65-F5344CB8AC3E}">
        <p14:creationId xmlns:p14="http://schemas.microsoft.com/office/powerpoint/2010/main" val="138433960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ext Chunking: Three Item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Add Title in Title Case</a:t>
            </a:r>
          </a:p>
        </p:txBody>
      </p:sp>
      <p:sp>
        <p:nvSpPr>
          <p:cNvPr id="3" name="Content Placeholder 10"/>
          <p:cNvSpPr>
            <a:spLocks noGrp="1"/>
          </p:cNvSpPr>
          <p:nvPr>
            <p:ph sz="quarter" idx="11" hasCustomPrompt="1"/>
          </p:nvPr>
        </p:nvSpPr>
        <p:spPr>
          <a:xfrm>
            <a:off x="4432845" y="2218724"/>
            <a:ext cx="3326313" cy="3339071"/>
          </a:xfrm>
          <a:prstGeom prst="rect">
            <a:avLst/>
          </a:prstGeom>
          <a:solidFill>
            <a:schemeClr val="bg2"/>
          </a:solidFill>
        </p:spPr>
        <p:txBody>
          <a:bodyPr lIns="274320" tIns="274320" rIns="274320" bIns="274320" anchor="ctr">
            <a:noAutofit/>
          </a:bodyPr>
          <a:lstStyle>
            <a:lvl1pPr marL="0" indent="0" algn="ctr">
              <a:buNone/>
              <a:defRPr sz="2533" b="0" i="0">
                <a:latin typeface="+mn-lt"/>
                <a:ea typeface="PS TT Commons Medium" charset="0"/>
                <a:cs typeface="PS TT Commons Medium" charset="0"/>
              </a:defRPr>
            </a:lvl1pPr>
          </a:lstStyle>
          <a:p>
            <a:pPr lvl="0"/>
            <a:r>
              <a:rPr lang="en-US" dirty="0"/>
              <a:t>Click to add text</a:t>
            </a:r>
          </a:p>
        </p:txBody>
      </p:sp>
      <p:sp>
        <p:nvSpPr>
          <p:cNvPr id="4" name="Content Placeholder 10"/>
          <p:cNvSpPr>
            <a:spLocks noGrp="1"/>
          </p:cNvSpPr>
          <p:nvPr>
            <p:ph sz="quarter" idx="10" hasCustomPrompt="1"/>
          </p:nvPr>
        </p:nvSpPr>
        <p:spPr>
          <a:xfrm>
            <a:off x="838201" y="2218724"/>
            <a:ext cx="3326313" cy="3339071"/>
          </a:xfrm>
          <a:prstGeom prst="rect">
            <a:avLst/>
          </a:prstGeom>
          <a:solidFill>
            <a:schemeClr val="bg2"/>
          </a:solidFill>
        </p:spPr>
        <p:txBody>
          <a:bodyPr lIns="274320" tIns="274320" rIns="274320" bIns="274320" anchor="ctr">
            <a:noAutofit/>
          </a:bodyPr>
          <a:lstStyle>
            <a:lvl1pPr marL="0" indent="0" algn="ctr">
              <a:buNone/>
              <a:defRPr sz="2533" b="0" i="0">
                <a:latin typeface="+mn-lt"/>
                <a:ea typeface="PS TT Commons Medium" charset="0"/>
                <a:cs typeface="PS TT Commons Medium" charset="0"/>
              </a:defRPr>
            </a:lvl1pPr>
          </a:lstStyle>
          <a:p>
            <a:pPr lvl="0"/>
            <a:r>
              <a:rPr lang="en-US" dirty="0"/>
              <a:t>Click to add text</a:t>
            </a:r>
          </a:p>
        </p:txBody>
      </p:sp>
      <p:sp>
        <p:nvSpPr>
          <p:cNvPr id="5" name="Content Placeholder 10"/>
          <p:cNvSpPr>
            <a:spLocks noGrp="1"/>
          </p:cNvSpPr>
          <p:nvPr>
            <p:ph sz="quarter" idx="12" hasCustomPrompt="1"/>
          </p:nvPr>
        </p:nvSpPr>
        <p:spPr>
          <a:xfrm>
            <a:off x="8027488" y="2218724"/>
            <a:ext cx="3326313" cy="3339071"/>
          </a:xfrm>
          <a:prstGeom prst="rect">
            <a:avLst/>
          </a:prstGeom>
          <a:solidFill>
            <a:schemeClr val="bg2"/>
          </a:solidFill>
        </p:spPr>
        <p:txBody>
          <a:bodyPr lIns="274320" tIns="274320" rIns="274320" bIns="274320" anchor="ctr">
            <a:noAutofit/>
          </a:bodyPr>
          <a:lstStyle>
            <a:lvl1pPr marL="0" indent="0" algn="ctr">
              <a:buNone/>
              <a:defRPr sz="2533" b="0" i="0">
                <a:latin typeface="+mn-lt"/>
                <a:ea typeface="PS TT Commons Medium" charset="0"/>
                <a:cs typeface="PS TT Commons Medium" charset="0"/>
              </a:defRPr>
            </a:lvl1pPr>
          </a:lstStyle>
          <a:p>
            <a:pPr lvl="0"/>
            <a:r>
              <a:rPr lang="en-US" dirty="0"/>
              <a:t>Click to add text</a:t>
            </a:r>
          </a:p>
        </p:txBody>
      </p:sp>
    </p:spTree>
    <p:extLst>
      <p:ext uri="{BB962C8B-B14F-4D97-AF65-F5344CB8AC3E}">
        <p14:creationId xmlns:p14="http://schemas.microsoft.com/office/powerpoint/2010/main" val="69353966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ext Chunking: Four Item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Add Title in Title Case</a:t>
            </a:r>
          </a:p>
        </p:txBody>
      </p:sp>
      <p:sp>
        <p:nvSpPr>
          <p:cNvPr id="4" name="Content Placeholder 10"/>
          <p:cNvSpPr>
            <a:spLocks noGrp="1"/>
          </p:cNvSpPr>
          <p:nvPr>
            <p:ph sz="quarter" idx="11" hasCustomPrompt="1"/>
          </p:nvPr>
        </p:nvSpPr>
        <p:spPr>
          <a:xfrm>
            <a:off x="6216821" y="2042985"/>
            <a:ext cx="5136979" cy="1691503"/>
          </a:xfrm>
          <a:prstGeom prst="rect">
            <a:avLst/>
          </a:prstGeom>
          <a:solidFill>
            <a:schemeClr val="bg2"/>
          </a:solidFill>
        </p:spPr>
        <p:txBody>
          <a:bodyPr lIns="274320" tIns="274320" rIns="274320" bIns="274320" anchor="ctr">
            <a:noAutofit/>
          </a:bodyPr>
          <a:lstStyle>
            <a:lvl1pPr marL="0" indent="0" algn="ctr">
              <a:buNone/>
              <a:defRPr sz="2400" b="0" i="0">
                <a:latin typeface="+mn-lt"/>
                <a:ea typeface="PS TT Commons Medium" charset="0"/>
                <a:cs typeface="PS TT Commons Medium" charset="0"/>
              </a:defRPr>
            </a:lvl1pPr>
          </a:lstStyle>
          <a:p>
            <a:pPr lvl="0"/>
            <a:r>
              <a:rPr lang="en-US" dirty="0"/>
              <a:t>Click to add text</a:t>
            </a:r>
          </a:p>
        </p:txBody>
      </p:sp>
      <p:sp>
        <p:nvSpPr>
          <p:cNvPr id="5" name="Content Placeholder 10"/>
          <p:cNvSpPr>
            <a:spLocks noGrp="1"/>
          </p:cNvSpPr>
          <p:nvPr>
            <p:ph sz="quarter" idx="10" hasCustomPrompt="1"/>
          </p:nvPr>
        </p:nvSpPr>
        <p:spPr>
          <a:xfrm>
            <a:off x="838200" y="2042985"/>
            <a:ext cx="5136979" cy="1691503"/>
          </a:xfrm>
          <a:prstGeom prst="rect">
            <a:avLst/>
          </a:prstGeom>
          <a:solidFill>
            <a:schemeClr val="bg2"/>
          </a:solidFill>
        </p:spPr>
        <p:txBody>
          <a:bodyPr lIns="274320" tIns="274320" rIns="274320" bIns="274320" anchor="ctr">
            <a:noAutofit/>
          </a:bodyPr>
          <a:lstStyle>
            <a:lvl1pPr marL="0" indent="0" algn="ctr">
              <a:buNone/>
              <a:defRPr sz="2400" b="0" i="0">
                <a:latin typeface="+mn-lt"/>
                <a:ea typeface="PS TT Commons Medium" charset="0"/>
                <a:cs typeface="PS TT Commons Medium" charset="0"/>
              </a:defRPr>
            </a:lvl1pPr>
          </a:lstStyle>
          <a:p>
            <a:pPr lvl="0"/>
            <a:r>
              <a:rPr lang="en-US" dirty="0"/>
              <a:t>Click to add text</a:t>
            </a:r>
          </a:p>
        </p:txBody>
      </p:sp>
      <p:sp>
        <p:nvSpPr>
          <p:cNvPr id="6" name="Content Placeholder 10"/>
          <p:cNvSpPr>
            <a:spLocks noGrp="1"/>
          </p:cNvSpPr>
          <p:nvPr>
            <p:ph sz="quarter" idx="12" hasCustomPrompt="1"/>
          </p:nvPr>
        </p:nvSpPr>
        <p:spPr>
          <a:xfrm>
            <a:off x="6216821" y="3992605"/>
            <a:ext cx="5136979" cy="1691503"/>
          </a:xfrm>
          <a:prstGeom prst="rect">
            <a:avLst/>
          </a:prstGeom>
          <a:solidFill>
            <a:schemeClr val="bg2"/>
          </a:solidFill>
        </p:spPr>
        <p:txBody>
          <a:bodyPr lIns="274320" tIns="274320" rIns="274320" bIns="274320" anchor="ctr">
            <a:noAutofit/>
          </a:bodyPr>
          <a:lstStyle>
            <a:lvl1pPr marL="0" indent="0" algn="ctr">
              <a:buNone/>
              <a:defRPr sz="2400" b="0" i="0">
                <a:latin typeface="+mn-lt"/>
                <a:ea typeface="PS TT Commons Medium" charset="0"/>
                <a:cs typeface="PS TT Commons Medium" charset="0"/>
              </a:defRPr>
            </a:lvl1pPr>
          </a:lstStyle>
          <a:p>
            <a:pPr lvl="0"/>
            <a:r>
              <a:rPr lang="en-US" dirty="0"/>
              <a:t>Click to add text</a:t>
            </a:r>
          </a:p>
        </p:txBody>
      </p:sp>
      <p:sp>
        <p:nvSpPr>
          <p:cNvPr id="7" name="Content Placeholder 10"/>
          <p:cNvSpPr>
            <a:spLocks noGrp="1"/>
          </p:cNvSpPr>
          <p:nvPr>
            <p:ph sz="quarter" idx="13" hasCustomPrompt="1"/>
          </p:nvPr>
        </p:nvSpPr>
        <p:spPr>
          <a:xfrm>
            <a:off x="838200" y="3992605"/>
            <a:ext cx="5136979" cy="1691503"/>
          </a:xfrm>
          <a:prstGeom prst="rect">
            <a:avLst/>
          </a:prstGeom>
          <a:solidFill>
            <a:schemeClr val="bg2"/>
          </a:solidFill>
        </p:spPr>
        <p:txBody>
          <a:bodyPr lIns="274320" tIns="274320" rIns="274320" bIns="274320" anchor="ctr">
            <a:noAutofit/>
          </a:bodyPr>
          <a:lstStyle>
            <a:lvl1pPr marL="0" indent="0" algn="ctr">
              <a:buNone/>
              <a:defRPr sz="2400" b="0" i="0">
                <a:latin typeface="+mn-lt"/>
                <a:ea typeface="PS TT Commons Medium" charset="0"/>
                <a:cs typeface="PS TT Commons Medium" charset="0"/>
              </a:defRPr>
            </a:lvl1pPr>
          </a:lstStyle>
          <a:p>
            <a:pPr lvl="0"/>
            <a:r>
              <a:rPr lang="en-US" dirty="0"/>
              <a:t>Click to add text</a:t>
            </a:r>
          </a:p>
        </p:txBody>
      </p:sp>
    </p:spTree>
    <p:extLst>
      <p:ext uri="{BB962C8B-B14F-4D97-AF65-F5344CB8AC3E}">
        <p14:creationId xmlns:p14="http://schemas.microsoft.com/office/powerpoint/2010/main" val="402706956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ext Chunking: Five Item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Add Title in Title Case</a:t>
            </a:r>
          </a:p>
        </p:txBody>
      </p:sp>
      <p:sp>
        <p:nvSpPr>
          <p:cNvPr id="3" name="Content Placeholder 10"/>
          <p:cNvSpPr>
            <a:spLocks noGrp="1"/>
          </p:cNvSpPr>
          <p:nvPr>
            <p:ph sz="quarter" idx="11" hasCustomPrompt="1"/>
          </p:nvPr>
        </p:nvSpPr>
        <p:spPr>
          <a:xfrm>
            <a:off x="4432845" y="2021018"/>
            <a:ext cx="3326313" cy="1790357"/>
          </a:xfrm>
          <a:prstGeom prst="rect">
            <a:avLst/>
          </a:prstGeom>
          <a:solidFill>
            <a:schemeClr val="bg2"/>
          </a:solidFill>
        </p:spPr>
        <p:txBody>
          <a:bodyPr lIns="274320" tIns="274320" rIns="274320" bIns="274320" anchor="ctr">
            <a:noAutofit/>
          </a:bodyPr>
          <a:lstStyle>
            <a:lvl1pPr marL="0" indent="0" algn="ctr">
              <a:buNone/>
              <a:defRPr sz="2400" b="0" i="0">
                <a:latin typeface="+mn-lt"/>
                <a:ea typeface="PS TT Commons Medium" charset="0"/>
                <a:cs typeface="PS TT Commons Medium" charset="0"/>
              </a:defRPr>
            </a:lvl1pPr>
          </a:lstStyle>
          <a:p>
            <a:pPr lvl="0"/>
            <a:r>
              <a:rPr lang="en-US" dirty="0"/>
              <a:t>Click to add text</a:t>
            </a:r>
          </a:p>
        </p:txBody>
      </p:sp>
      <p:sp>
        <p:nvSpPr>
          <p:cNvPr id="4" name="Content Placeholder 10"/>
          <p:cNvSpPr>
            <a:spLocks noGrp="1"/>
          </p:cNvSpPr>
          <p:nvPr>
            <p:ph sz="quarter" idx="10" hasCustomPrompt="1"/>
          </p:nvPr>
        </p:nvSpPr>
        <p:spPr>
          <a:xfrm>
            <a:off x="838201" y="2021018"/>
            <a:ext cx="3326313" cy="1790357"/>
          </a:xfrm>
          <a:prstGeom prst="rect">
            <a:avLst/>
          </a:prstGeom>
          <a:solidFill>
            <a:schemeClr val="bg2"/>
          </a:solidFill>
        </p:spPr>
        <p:txBody>
          <a:bodyPr lIns="274320" tIns="274320" rIns="274320" bIns="274320" anchor="ctr">
            <a:noAutofit/>
          </a:bodyPr>
          <a:lstStyle>
            <a:lvl1pPr marL="0" indent="0" algn="ctr">
              <a:buNone/>
              <a:defRPr sz="2400" b="0" i="0">
                <a:latin typeface="+mn-lt"/>
                <a:ea typeface="PS TT Commons Medium" charset="0"/>
                <a:cs typeface="PS TT Commons Medium" charset="0"/>
              </a:defRPr>
            </a:lvl1pPr>
          </a:lstStyle>
          <a:p>
            <a:pPr lvl="0"/>
            <a:r>
              <a:rPr lang="en-US" dirty="0"/>
              <a:t>Click to add text</a:t>
            </a:r>
          </a:p>
        </p:txBody>
      </p:sp>
      <p:sp>
        <p:nvSpPr>
          <p:cNvPr id="5" name="Content Placeholder 10"/>
          <p:cNvSpPr>
            <a:spLocks noGrp="1"/>
          </p:cNvSpPr>
          <p:nvPr>
            <p:ph sz="quarter" idx="12" hasCustomPrompt="1"/>
          </p:nvPr>
        </p:nvSpPr>
        <p:spPr>
          <a:xfrm>
            <a:off x="8027488" y="2021018"/>
            <a:ext cx="3326313" cy="1790357"/>
          </a:xfrm>
          <a:prstGeom prst="rect">
            <a:avLst/>
          </a:prstGeom>
          <a:solidFill>
            <a:schemeClr val="bg2"/>
          </a:solidFill>
        </p:spPr>
        <p:txBody>
          <a:bodyPr lIns="274320" tIns="274320" rIns="274320" bIns="274320" anchor="ctr">
            <a:noAutofit/>
          </a:bodyPr>
          <a:lstStyle>
            <a:lvl1pPr marL="0" indent="0" algn="ctr">
              <a:buNone/>
              <a:defRPr sz="2400" b="0" i="0">
                <a:latin typeface="+mn-lt"/>
                <a:ea typeface="PS TT Commons Medium" charset="0"/>
                <a:cs typeface="PS TT Commons Medium" charset="0"/>
              </a:defRPr>
            </a:lvl1pPr>
          </a:lstStyle>
          <a:p>
            <a:pPr lvl="0"/>
            <a:r>
              <a:rPr lang="en-US" dirty="0"/>
              <a:t>Click to add text</a:t>
            </a:r>
          </a:p>
        </p:txBody>
      </p:sp>
      <p:sp>
        <p:nvSpPr>
          <p:cNvPr id="6" name="Content Placeholder 10"/>
          <p:cNvSpPr>
            <a:spLocks noGrp="1"/>
          </p:cNvSpPr>
          <p:nvPr>
            <p:ph sz="quarter" idx="13" hasCustomPrompt="1"/>
          </p:nvPr>
        </p:nvSpPr>
        <p:spPr>
          <a:xfrm>
            <a:off x="2501358" y="4113430"/>
            <a:ext cx="3326313" cy="1790357"/>
          </a:xfrm>
          <a:prstGeom prst="rect">
            <a:avLst/>
          </a:prstGeom>
          <a:solidFill>
            <a:schemeClr val="bg2"/>
          </a:solidFill>
        </p:spPr>
        <p:txBody>
          <a:bodyPr lIns="274320" tIns="274320" rIns="274320" bIns="274320" anchor="ctr">
            <a:noAutofit/>
          </a:bodyPr>
          <a:lstStyle>
            <a:lvl1pPr marL="0" indent="0" algn="ctr">
              <a:buNone/>
              <a:defRPr sz="2400" b="0" i="0">
                <a:latin typeface="+mn-lt"/>
                <a:ea typeface="PS TT Commons Medium" charset="0"/>
                <a:cs typeface="PS TT Commons Medium" charset="0"/>
              </a:defRPr>
            </a:lvl1pPr>
          </a:lstStyle>
          <a:p>
            <a:pPr lvl="0"/>
            <a:r>
              <a:rPr lang="en-US" dirty="0"/>
              <a:t>Click to add text</a:t>
            </a:r>
          </a:p>
        </p:txBody>
      </p:sp>
      <p:sp>
        <p:nvSpPr>
          <p:cNvPr id="7" name="Content Placeholder 10"/>
          <p:cNvSpPr>
            <a:spLocks noGrp="1"/>
          </p:cNvSpPr>
          <p:nvPr>
            <p:ph sz="quarter" idx="15" hasCustomPrompt="1"/>
          </p:nvPr>
        </p:nvSpPr>
        <p:spPr>
          <a:xfrm>
            <a:off x="6096001" y="4113430"/>
            <a:ext cx="3326313" cy="1790357"/>
          </a:xfrm>
          <a:prstGeom prst="rect">
            <a:avLst/>
          </a:prstGeom>
          <a:solidFill>
            <a:schemeClr val="bg2"/>
          </a:solidFill>
        </p:spPr>
        <p:txBody>
          <a:bodyPr lIns="274320" tIns="274320" rIns="274320" bIns="274320" anchor="ctr">
            <a:noAutofit/>
          </a:bodyPr>
          <a:lstStyle>
            <a:lvl1pPr marL="0" indent="0" algn="ctr">
              <a:buNone/>
              <a:defRPr sz="2400" b="0" i="0">
                <a:latin typeface="+mn-lt"/>
                <a:ea typeface="PS TT Commons Medium" charset="0"/>
                <a:cs typeface="PS TT Commons Medium" charset="0"/>
              </a:defRPr>
            </a:lvl1pPr>
          </a:lstStyle>
          <a:p>
            <a:pPr lvl="0"/>
            <a:r>
              <a:rPr lang="en-US" dirty="0"/>
              <a:t>Click to add text</a:t>
            </a:r>
          </a:p>
        </p:txBody>
      </p:sp>
    </p:spTree>
    <p:extLst>
      <p:ext uri="{BB962C8B-B14F-4D97-AF65-F5344CB8AC3E}">
        <p14:creationId xmlns:p14="http://schemas.microsoft.com/office/powerpoint/2010/main" val="119879153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ext Chunking: Six Item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Add Title in Title Case</a:t>
            </a:r>
          </a:p>
        </p:txBody>
      </p:sp>
      <p:sp>
        <p:nvSpPr>
          <p:cNvPr id="3" name="Content Placeholder 10"/>
          <p:cNvSpPr>
            <a:spLocks noGrp="1"/>
          </p:cNvSpPr>
          <p:nvPr>
            <p:ph sz="quarter" idx="11" hasCustomPrompt="1"/>
          </p:nvPr>
        </p:nvSpPr>
        <p:spPr>
          <a:xfrm>
            <a:off x="4432845" y="2021018"/>
            <a:ext cx="3326313" cy="1790357"/>
          </a:xfrm>
          <a:prstGeom prst="rect">
            <a:avLst/>
          </a:prstGeom>
          <a:solidFill>
            <a:schemeClr val="bg2"/>
          </a:solidFill>
        </p:spPr>
        <p:txBody>
          <a:bodyPr lIns="274320" tIns="274320" rIns="274320" bIns="274320" anchor="ctr">
            <a:noAutofit/>
          </a:bodyPr>
          <a:lstStyle>
            <a:lvl1pPr marL="0" indent="0" algn="ctr">
              <a:buNone/>
              <a:defRPr sz="2400" b="0" i="0">
                <a:latin typeface="+mn-lt"/>
                <a:ea typeface="PS TT Commons Medium" charset="0"/>
                <a:cs typeface="PS TT Commons Medium" charset="0"/>
              </a:defRPr>
            </a:lvl1pPr>
          </a:lstStyle>
          <a:p>
            <a:pPr lvl="0"/>
            <a:r>
              <a:rPr lang="en-US" dirty="0"/>
              <a:t>Click to add text</a:t>
            </a:r>
          </a:p>
        </p:txBody>
      </p:sp>
      <p:sp>
        <p:nvSpPr>
          <p:cNvPr id="4" name="Content Placeholder 10"/>
          <p:cNvSpPr>
            <a:spLocks noGrp="1"/>
          </p:cNvSpPr>
          <p:nvPr>
            <p:ph sz="quarter" idx="10" hasCustomPrompt="1"/>
          </p:nvPr>
        </p:nvSpPr>
        <p:spPr>
          <a:xfrm>
            <a:off x="838201" y="2021018"/>
            <a:ext cx="3326313" cy="1790357"/>
          </a:xfrm>
          <a:prstGeom prst="rect">
            <a:avLst/>
          </a:prstGeom>
          <a:solidFill>
            <a:schemeClr val="bg2"/>
          </a:solidFill>
        </p:spPr>
        <p:txBody>
          <a:bodyPr lIns="274320" tIns="274320" rIns="274320" bIns="274320" anchor="ctr">
            <a:noAutofit/>
          </a:bodyPr>
          <a:lstStyle>
            <a:lvl1pPr marL="0" indent="0" algn="ctr">
              <a:buNone/>
              <a:defRPr sz="2400" b="0" i="0">
                <a:latin typeface="+mn-lt"/>
                <a:ea typeface="PS TT Commons Medium" charset="0"/>
                <a:cs typeface="PS TT Commons Medium" charset="0"/>
              </a:defRPr>
            </a:lvl1pPr>
          </a:lstStyle>
          <a:p>
            <a:pPr lvl="0"/>
            <a:r>
              <a:rPr lang="en-US" dirty="0"/>
              <a:t>Click to add text</a:t>
            </a:r>
          </a:p>
        </p:txBody>
      </p:sp>
      <p:sp>
        <p:nvSpPr>
          <p:cNvPr id="5" name="Content Placeholder 10"/>
          <p:cNvSpPr>
            <a:spLocks noGrp="1"/>
          </p:cNvSpPr>
          <p:nvPr>
            <p:ph sz="quarter" idx="12" hasCustomPrompt="1"/>
          </p:nvPr>
        </p:nvSpPr>
        <p:spPr>
          <a:xfrm>
            <a:off x="8027488" y="2021018"/>
            <a:ext cx="3326313" cy="1790357"/>
          </a:xfrm>
          <a:prstGeom prst="rect">
            <a:avLst/>
          </a:prstGeom>
          <a:solidFill>
            <a:schemeClr val="bg2"/>
          </a:solidFill>
        </p:spPr>
        <p:txBody>
          <a:bodyPr lIns="274320" tIns="274320" rIns="274320" bIns="274320" anchor="ctr">
            <a:noAutofit/>
          </a:bodyPr>
          <a:lstStyle>
            <a:lvl1pPr marL="0" indent="0" algn="ctr">
              <a:buNone/>
              <a:defRPr sz="2400" b="0" i="0">
                <a:latin typeface="+mn-lt"/>
                <a:ea typeface="PS TT Commons Medium" charset="0"/>
                <a:cs typeface="PS TT Commons Medium" charset="0"/>
              </a:defRPr>
            </a:lvl1pPr>
          </a:lstStyle>
          <a:p>
            <a:pPr lvl="0"/>
            <a:r>
              <a:rPr lang="en-US" dirty="0"/>
              <a:t>Click to add text</a:t>
            </a:r>
          </a:p>
        </p:txBody>
      </p:sp>
      <p:sp>
        <p:nvSpPr>
          <p:cNvPr id="6" name="Content Placeholder 10"/>
          <p:cNvSpPr>
            <a:spLocks noGrp="1"/>
          </p:cNvSpPr>
          <p:nvPr>
            <p:ph sz="quarter" idx="13" hasCustomPrompt="1"/>
          </p:nvPr>
        </p:nvSpPr>
        <p:spPr>
          <a:xfrm>
            <a:off x="4432845" y="4113430"/>
            <a:ext cx="3326313" cy="1790357"/>
          </a:xfrm>
          <a:prstGeom prst="rect">
            <a:avLst/>
          </a:prstGeom>
          <a:solidFill>
            <a:schemeClr val="bg2"/>
          </a:solidFill>
        </p:spPr>
        <p:txBody>
          <a:bodyPr lIns="274320" tIns="274320" rIns="274320" bIns="274320" anchor="ctr">
            <a:noAutofit/>
          </a:bodyPr>
          <a:lstStyle>
            <a:lvl1pPr marL="0" indent="0" algn="ctr">
              <a:buNone/>
              <a:defRPr sz="2400" b="0" i="0">
                <a:latin typeface="+mn-lt"/>
                <a:ea typeface="PS TT Commons Medium" charset="0"/>
                <a:cs typeface="PS TT Commons Medium" charset="0"/>
              </a:defRPr>
            </a:lvl1pPr>
          </a:lstStyle>
          <a:p>
            <a:pPr lvl="0"/>
            <a:r>
              <a:rPr lang="en-US" dirty="0"/>
              <a:t>Click to add text</a:t>
            </a:r>
          </a:p>
        </p:txBody>
      </p:sp>
      <p:sp>
        <p:nvSpPr>
          <p:cNvPr id="7" name="Content Placeholder 10"/>
          <p:cNvSpPr>
            <a:spLocks noGrp="1"/>
          </p:cNvSpPr>
          <p:nvPr>
            <p:ph sz="quarter" idx="14" hasCustomPrompt="1"/>
          </p:nvPr>
        </p:nvSpPr>
        <p:spPr>
          <a:xfrm>
            <a:off x="838201" y="4113430"/>
            <a:ext cx="3326313" cy="1790357"/>
          </a:xfrm>
          <a:prstGeom prst="rect">
            <a:avLst/>
          </a:prstGeom>
          <a:solidFill>
            <a:schemeClr val="bg2"/>
          </a:solidFill>
        </p:spPr>
        <p:txBody>
          <a:bodyPr lIns="274320" tIns="274320" rIns="274320" bIns="274320" anchor="ctr">
            <a:noAutofit/>
          </a:bodyPr>
          <a:lstStyle>
            <a:lvl1pPr marL="0" indent="0" algn="ctr">
              <a:buNone/>
              <a:defRPr sz="2400" b="0" i="0">
                <a:latin typeface="+mn-lt"/>
                <a:ea typeface="PS TT Commons Medium" charset="0"/>
                <a:cs typeface="PS TT Commons Medium" charset="0"/>
              </a:defRPr>
            </a:lvl1pPr>
          </a:lstStyle>
          <a:p>
            <a:pPr lvl="0"/>
            <a:r>
              <a:rPr lang="en-US" dirty="0"/>
              <a:t>Click to add text</a:t>
            </a:r>
          </a:p>
        </p:txBody>
      </p:sp>
      <p:sp>
        <p:nvSpPr>
          <p:cNvPr id="8" name="Content Placeholder 10"/>
          <p:cNvSpPr>
            <a:spLocks noGrp="1"/>
          </p:cNvSpPr>
          <p:nvPr>
            <p:ph sz="quarter" idx="15" hasCustomPrompt="1"/>
          </p:nvPr>
        </p:nvSpPr>
        <p:spPr>
          <a:xfrm>
            <a:off x="8027488" y="4113430"/>
            <a:ext cx="3326313" cy="1790357"/>
          </a:xfrm>
          <a:prstGeom prst="rect">
            <a:avLst/>
          </a:prstGeom>
          <a:solidFill>
            <a:schemeClr val="bg2"/>
          </a:solidFill>
        </p:spPr>
        <p:txBody>
          <a:bodyPr lIns="274320" tIns="274320" rIns="274320" bIns="274320" anchor="ctr">
            <a:noAutofit/>
          </a:bodyPr>
          <a:lstStyle>
            <a:lvl1pPr marL="0" indent="0" algn="ctr">
              <a:buNone/>
              <a:defRPr sz="2400" b="0" i="0">
                <a:latin typeface="+mn-lt"/>
                <a:ea typeface="PS TT Commons Medium" charset="0"/>
                <a:cs typeface="PS TT Commons Medium" charset="0"/>
              </a:defRPr>
            </a:lvl1pPr>
          </a:lstStyle>
          <a:p>
            <a:pPr lvl="0"/>
            <a:r>
              <a:rPr lang="en-US" dirty="0"/>
              <a:t>Click to add text</a:t>
            </a:r>
          </a:p>
        </p:txBody>
      </p:sp>
    </p:spTree>
    <p:extLst>
      <p:ext uri="{BB962C8B-B14F-4D97-AF65-F5344CB8AC3E}">
        <p14:creationId xmlns:p14="http://schemas.microsoft.com/office/powerpoint/2010/main" val="10262384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de: Title with Description and Tab">
    <p:bg>
      <p:bgPr>
        <a:solidFill>
          <a:schemeClr val="bg2">
            <a:lumMod val="2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573024"/>
            <a:ext cx="10515600" cy="543832"/>
          </a:xfrm>
        </p:spPr>
        <p:txBody>
          <a:bodyPr/>
          <a:lstStyle>
            <a:lvl1pPr>
              <a:defRPr>
                <a:solidFill>
                  <a:schemeClr val="bg1"/>
                </a:solidFill>
              </a:defRPr>
            </a:lvl1pPr>
          </a:lstStyle>
          <a:p>
            <a:r>
              <a:rPr lang="en-US"/>
              <a:t>Add Title Slide in Title Case</a:t>
            </a:r>
          </a:p>
        </p:txBody>
      </p:sp>
      <p:sp>
        <p:nvSpPr>
          <p:cNvPr id="3" name="Rectangle 2"/>
          <p:cNvSpPr/>
          <p:nvPr/>
        </p:nvSpPr>
        <p:spPr>
          <a:xfrm>
            <a:off x="0" y="2444496"/>
            <a:ext cx="12192000" cy="4413504"/>
          </a:xfrm>
          <a:prstGeom prst="rect">
            <a:avLst/>
          </a:prstGeom>
          <a:solidFill>
            <a:schemeClr val="bg2">
              <a:lumMod val="10000"/>
            </a:schemeClr>
          </a:solidFill>
          <a:ln>
            <a:noFill/>
          </a:ln>
          <a:effectLst/>
        </p:spPr>
        <p:style>
          <a:lnRef idx="2">
            <a:schemeClr val="accent1"/>
          </a:lnRef>
          <a:fillRef idx="0">
            <a:schemeClr val="accent1"/>
          </a:fillRef>
          <a:effectRef idx="1">
            <a:schemeClr val="accent1"/>
          </a:effectRef>
          <a:fontRef idx="minor">
            <a:schemeClr val="tx1"/>
          </a:fontRef>
        </p:style>
        <p:txBody>
          <a:bodyPr lIns="243840" tIns="243840" rIns="243840" bIns="243840" rtlCol="0" anchor="t" anchorCtr="0"/>
          <a:lstStyle/>
          <a:p>
            <a:pPr algn="ctr">
              <a:spcBef>
                <a:spcPts val="800"/>
              </a:spcBef>
            </a:pPr>
            <a:endParaRPr lang="en-US" sz="2667" b="0" i="0" dirty="0">
              <a:solidFill>
                <a:schemeClr val="bg1"/>
              </a:solidFill>
              <a:latin typeface="PS TT Commons" charset="0"/>
              <a:ea typeface="PS TT Commons" charset="0"/>
              <a:cs typeface="PS TT Commons" charset="0"/>
            </a:endParaRPr>
          </a:p>
        </p:txBody>
      </p:sp>
      <p:sp>
        <p:nvSpPr>
          <p:cNvPr id="4" name="Rectangle 3"/>
          <p:cNvSpPr/>
          <p:nvPr/>
        </p:nvSpPr>
        <p:spPr>
          <a:xfrm>
            <a:off x="0" y="1883665"/>
            <a:ext cx="5387163" cy="705215"/>
          </a:xfrm>
          <a:prstGeom prst="rect">
            <a:avLst/>
          </a:prstGeom>
          <a:solidFill>
            <a:schemeClr val="bg2">
              <a:lumMod val="10000"/>
            </a:schemeClr>
          </a:solidFill>
          <a:ln>
            <a:noFill/>
          </a:ln>
          <a:effectLst/>
        </p:spPr>
        <p:style>
          <a:lnRef idx="2">
            <a:schemeClr val="accent1"/>
          </a:lnRef>
          <a:fillRef idx="0">
            <a:schemeClr val="accent1"/>
          </a:fillRef>
          <a:effectRef idx="1">
            <a:schemeClr val="accent1"/>
          </a:effectRef>
          <a:fontRef idx="minor">
            <a:schemeClr val="tx1"/>
          </a:fontRef>
        </p:style>
        <p:txBody>
          <a:bodyPr lIns="243840" tIns="243840" rIns="243840" bIns="243840" rtlCol="0" anchor="ctr"/>
          <a:lstStyle/>
          <a:p>
            <a:pPr algn="ctr">
              <a:spcBef>
                <a:spcPts val="800"/>
              </a:spcBef>
            </a:pPr>
            <a:endParaRPr lang="en-US" sz="2667" b="0" i="0" dirty="0">
              <a:solidFill>
                <a:schemeClr val="bg1"/>
              </a:solidFill>
              <a:latin typeface="PS TT Commons" charset="0"/>
              <a:ea typeface="PS TT Commons" charset="0"/>
              <a:cs typeface="PS TT Commons" charset="0"/>
            </a:endParaRPr>
          </a:p>
        </p:txBody>
      </p:sp>
      <p:sp>
        <p:nvSpPr>
          <p:cNvPr id="5" name="Text Placeholder 6"/>
          <p:cNvSpPr>
            <a:spLocks noGrp="1"/>
          </p:cNvSpPr>
          <p:nvPr>
            <p:ph type="body" sz="quarter" idx="10" hasCustomPrompt="1"/>
          </p:nvPr>
        </p:nvSpPr>
        <p:spPr>
          <a:xfrm>
            <a:off x="268189" y="2695635"/>
            <a:ext cx="11545860" cy="3900037"/>
          </a:xfrm>
          <a:prstGeom prst="rect">
            <a:avLst/>
          </a:prstGeom>
        </p:spPr>
        <p:txBody>
          <a:bodyPr anchor="ctr">
            <a:noAutofit/>
          </a:bodyPr>
          <a:lstStyle>
            <a:lvl1pPr marL="0" indent="0">
              <a:lnSpc>
                <a:spcPct val="110000"/>
              </a:lnSpc>
              <a:spcBef>
                <a:spcPts val="0"/>
              </a:spcBef>
              <a:buNone/>
              <a:defRPr sz="1733" baseline="0">
                <a:solidFill>
                  <a:schemeClr val="bg1"/>
                </a:solidFill>
                <a:latin typeface="Roboto Mono" pitchFamily="2" charset="0"/>
                <a:ea typeface="Roboto Mono" pitchFamily="2" charset="0"/>
                <a:cs typeface="Consolas" panose="020B0609020204030204" pitchFamily="49" charset="0"/>
              </a:defRPr>
            </a:lvl1pPr>
            <a:lvl2pPr marL="396117" indent="0">
              <a:buNone/>
              <a:defRPr>
                <a:solidFill>
                  <a:schemeClr val="bg1"/>
                </a:solidFill>
                <a:latin typeface="Consolas" panose="020B0609020204030204" pitchFamily="49" charset="0"/>
                <a:cs typeface="Consolas" panose="020B0609020204030204" pitchFamily="49" charset="0"/>
              </a:defRPr>
            </a:lvl2pPr>
            <a:lvl3pPr marL="794938" indent="0">
              <a:buNone/>
              <a:defRPr>
                <a:solidFill>
                  <a:schemeClr val="bg1"/>
                </a:solidFill>
                <a:latin typeface="Consolas" panose="020B0609020204030204" pitchFamily="49" charset="0"/>
                <a:cs typeface="Consolas" panose="020B0609020204030204" pitchFamily="49" charset="0"/>
              </a:defRPr>
            </a:lvl3pPr>
            <a:lvl4pPr marL="1177492" indent="0">
              <a:buNone/>
              <a:defRPr>
                <a:solidFill>
                  <a:schemeClr val="bg1"/>
                </a:solidFill>
                <a:latin typeface="Consolas" panose="020B0609020204030204" pitchFamily="49" charset="0"/>
                <a:cs typeface="Consolas" panose="020B0609020204030204" pitchFamily="49" charset="0"/>
              </a:defRPr>
            </a:lvl4pPr>
            <a:lvl5pPr marL="1462366" indent="0">
              <a:buNone/>
              <a:defRPr>
                <a:solidFill>
                  <a:schemeClr val="bg1"/>
                </a:solidFill>
                <a:latin typeface="Consolas" panose="020B0609020204030204" pitchFamily="49" charset="0"/>
                <a:cs typeface="Consolas" panose="020B0609020204030204" pitchFamily="49" charset="0"/>
              </a:defRPr>
            </a:lvl5pPr>
          </a:lstStyle>
          <a:p>
            <a:pPr lvl="0"/>
            <a:r>
              <a:rPr lang="en-US" dirty="0"/>
              <a:t>Add code here</a:t>
            </a:r>
          </a:p>
        </p:txBody>
      </p:sp>
      <p:sp>
        <p:nvSpPr>
          <p:cNvPr id="6" name="Text Placeholder 9"/>
          <p:cNvSpPr>
            <a:spLocks noGrp="1"/>
          </p:cNvSpPr>
          <p:nvPr>
            <p:ph type="body" sz="quarter" idx="17" hasCustomPrompt="1"/>
          </p:nvPr>
        </p:nvSpPr>
        <p:spPr>
          <a:xfrm>
            <a:off x="268189" y="2023872"/>
            <a:ext cx="4469770" cy="419853"/>
          </a:xfrm>
          <a:prstGeom prst="rect">
            <a:avLst/>
          </a:prstGeom>
        </p:spPr>
        <p:txBody>
          <a:bodyPr lIns="0" anchor="ctr">
            <a:noAutofit/>
          </a:bodyPr>
          <a:lstStyle>
            <a:lvl1pPr>
              <a:defRPr sz="1867" b="1" i="0">
                <a:solidFill>
                  <a:schemeClr val="bg1"/>
                </a:solidFill>
                <a:latin typeface="+mn-lt"/>
                <a:ea typeface="PS TT Commons DemiBold" charset="0"/>
                <a:cs typeface="PS TT Commons DemiBold" charset="0"/>
              </a:defRPr>
            </a:lvl1pPr>
          </a:lstStyle>
          <a:p>
            <a:pPr lvl="0"/>
            <a:r>
              <a:rPr lang="en-US"/>
              <a:t>Filename.here</a:t>
            </a:r>
            <a:endParaRPr lang="en-US" dirty="0"/>
          </a:p>
        </p:txBody>
      </p:sp>
      <p:sp>
        <p:nvSpPr>
          <p:cNvPr id="9" name="Text Placeholder 8"/>
          <p:cNvSpPr>
            <a:spLocks noGrp="1"/>
          </p:cNvSpPr>
          <p:nvPr>
            <p:ph type="body" sz="quarter" idx="18" hasCustomPrompt="1"/>
          </p:nvPr>
        </p:nvSpPr>
        <p:spPr>
          <a:xfrm>
            <a:off x="838200" y="1127760"/>
            <a:ext cx="10515600" cy="502705"/>
          </a:xfrm>
          <a:prstGeom prst="rect">
            <a:avLst/>
          </a:prstGeom>
        </p:spPr>
        <p:txBody>
          <a:bodyPr>
            <a:noAutofit/>
          </a:bodyPr>
          <a:lstStyle>
            <a:lvl1pPr algn="ctr">
              <a:defRPr sz="2133">
                <a:solidFill>
                  <a:schemeClr val="bg1"/>
                </a:solidFill>
                <a:latin typeface="PS TT Commons" charset="0"/>
                <a:ea typeface="PS TT Commons" charset="0"/>
                <a:cs typeface="PS TT Commons" charset="0"/>
              </a:defRPr>
            </a:lvl1pPr>
          </a:lstStyle>
          <a:p>
            <a:pPr lvl="0"/>
            <a:r>
              <a:rPr lang="en-US"/>
              <a:t>Add a line of text here if needed</a:t>
            </a:r>
          </a:p>
        </p:txBody>
      </p:sp>
    </p:spTree>
    <p:extLst>
      <p:ext uri="{BB962C8B-B14F-4D97-AF65-F5344CB8AC3E}">
        <p14:creationId xmlns:p14="http://schemas.microsoft.com/office/powerpoint/2010/main" val="76814959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de: Title with Description and Two Tab">
    <p:bg>
      <p:bgPr>
        <a:solidFill>
          <a:schemeClr val="bg2">
            <a:lumMod val="2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41248" y="573024"/>
            <a:ext cx="10515600" cy="543832"/>
          </a:xfrm>
        </p:spPr>
        <p:txBody>
          <a:bodyPr/>
          <a:lstStyle>
            <a:lvl1pPr>
              <a:defRPr>
                <a:solidFill>
                  <a:schemeClr val="bg1"/>
                </a:solidFill>
              </a:defRPr>
            </a:lvl1pPr>
          </a:lstStyle>
          <a:p>
            <a:r>
              <a:rPr lang="en-US"/>
              <a:t>Add Title Slide in Title Case</a:t>
            </a:r>
          </a:p>
        </p:txBody>
      </p:sp>
      <p:sp>
        <p:nvSpPr>
          <p:cNvPr id="7" name="Text Placeholder 8"/>
          <p:cNvSpPr>
            <a:spLocks noGrp="1"/>
          </p:cNvSpPr>
          <p:nvPr>
            <p:ph type="body" sz="quarter" idx="18" hasCustomPrompt="1"/>
          </p:nvPr>
        </p:nvSpPr>
        <p:spPr>
          <a:xfrm>
            <a:off x="838200" y="1127760"/>
            <a:ext cx="10515600" cy="502705"/>
          </a:xfrm>
          <a:prstGeom prst="rect">
            <a:avLst/>
          </a:prstGeom>
        </p:spPr>
        <p:txBody>
          <a:bodyPr>
            <a:noAutofit/>
          </a:bodyPr>
          <a:lstStyle>
            <a:lvl1pPr algn="ctr">
              <a:defRPr sz="2133">
                <a:solidFill>
                  <a:schemeClr val="bg1"/>
                </a:solidFill>
                <a:latin typeface="PS TT Commons" charset="0"/>
                <a:ea typeface="PS TT Commons" charset="0"/>
                <a:cs typeface="PS TT Commons" charset="0"/>
              </a:defRPr>
            </a:lvl1pPr>
          </a:lstStyle>
          <a:p>
            <a:pPr lvl="0"/>
            <a:r>
              <a:rPr lang="en-US"/>
              <a:t>Add a line of text here if needed</a:t>
            </a:r>
          </a:p>
        </p:txBody>
      </p:sp>
      <p:sp>
        <p:nvSpPr>
          <p:cNvPr id="8" name="Rectangle 7"/>
          <p:cNvSpPr/>
          <p:nvPr/>
        </p:nvSpPr>
        <p:spPr>
          <a:xfrm>
            <a:off x="-1" y="2452374"/>
            <a:ext cx="5974080" cy="4411565"/>
          </a:xfrm>
          <a:prstGeom prst="rect">
            <a:avLst/>
          </a:prstGeom>
          <a:solidFill>
            <a:schemeClr val="bg2">
              <a:lumMod val="10000"/>
            </a:schemeClr>
          </a:solidFill>
          <a:ln>
            <a:noFill/>
          </a:ln>
          <a:effectLst/>
        </p:spPr>
        <p:style>
          <a:lnRef idx="2">
            <a:schemeClr val="accent1"/>
          </a:lnRef>
          <a:fillRef idx="0">
            <a:schemeClr val="accent1"/>
          </a:fillRef>
          <a:effectRef idx="1">
            <a:schemeClr val="accent1"/>
          </a:effectRef>
          <a:fontRef idx="minor">
            <a:schemeClr val="tx1"/>
          </a:fontRef>
        </p:style>
        <p:txBody>
          <a:bodyPr lIns="243840" tIns="243840" rIns="243840" bIns="243840" rtlCol="0" anchor="t" anchorCtr="0"/>
          <a:lstStyle/>
          <a:p>
            <a:pPr algn="ctr">
              <a:spcBef>
                <a:spcPts val="800"/>
              </a:spcBef>
            </a:pPr>
            <a:endParaRPr lang="en-US" sz="2667" b="0" i="0" dirty="0">
              <a:solidFill>
                <a:schemeClr val="bg1"/>
              </a:solidFill>
              <a:latin typeface="PS TT Commons" charset="0"/>
              <a:ea typeface="PS TT Commons" charset="0"/>
              <a:cs typeface="PS TT Commons" charset="0"/>
            </a:endParaRPr>
          </a:p>
        </p:txBody>
      </p:sp>
      <p:sp>
        <p:nvSpPr>
          <p:cNvPr id="9" name="Rectangle 8"/>
          <p:cNvSpPr/>
          <p:nvPr/>
        </p:nvSpPr>
        <p:spPr>
          <a:xfrm>
            <a:off x="0" y="1885507"/>
            <a:ext cx="4401312" cy="713882"/>
          </a:xfrm>
          <a:prstGeom prst="rect">
            <a:avLst/>
          </a:prstGeom>
          <a:solidFill>
            <a:schemeClr val="bg2">
              <a:lumMod val="10000"/>
            </a:schemeClr>
          </a:solidFill>
          <a:ln>
            <a:noFill/>
          </a:ln>
          <a:effectLst/>
        </p:spPr>
        <p:style>
          <a:lnRef idx="2">
            <a:schemeClr val="accent1"/>
          </a:lnRef>
          <a:fillRef idx="0">
            <a:schemeClr val="accent1"/>
          </a:fillRef>
          <a:effectRef idx="1">
            <a:schemeClr val="accent1"/>
          </a:effectRef>
          <a:fontRef idx="minor">
            <a:schemeClr val="tx1"/>
          </a:fontRef>
        </p:style>
        <p:txBody>
          <a:bodyPr lIns="243840" tIns="243840" rIns="243840" bIns="243840" rtlCol="0" anchor="ctr"/>
          <a:lstStyle/>
          <a:p>
            <a:pPr algn="ctr">
              <a:spcBef>
                <a:spcPts val="800"/>
              </a:spcBef>
            </a:pPr>
            <a:endParaRPr lang="en-US" sz="2667" b="0" i="0" dirty="0">
              <a:solidFill>
                <a:schemeClr val="bg1"/>
              </a:solidFill>
              <a:latin typeface="PS TT Commons" charset="0"/>
              <a:ea typeface="PS TT Commons" charset="0"/>
              <a:cs typeface="PS TT Commons" charset="0"/>
            </a:endParaRPr>
          </a:p>
        </p:txBody>
      </p:sp>
      <p:sp>
        <p:nvSpPr>
          <p:cNvPr id="10" name="Text Placeholder 6"/>
          <p:cNvSpPr>
            <a:spLocks noGrp="1"/>
          </p:cNvSpPr>
          <p:nvPr>
            <p:ph type="body" sz="quarter" idx="10" hasCustomPrompt="1"/>
          </p:nvPr>
        </p:nvSpPr>
        <p:spPr>
          <a:xfrm>
            <a:off x="268189" y="2695635"/>
            <a:ext cx="5376708" cy="3900037"/>
          </a:xfrm>
          <a:prstGeom prst="rect">
            <a:avLst/>
          </a:prstGeom>
        </p:spPr>
        <p:txBody>
          <a:bodyPr anchor="ctr">
            <a:noAutofit/>
          </a:bodyPr>
          <a:lstStyle>
            <a:lvl1pPr marL="0" indent="0">
              <a:lnSpc>
                <a:spcPct val="110000"/>
              </a:lnSpc>
              <a:spcBef>
                <a:spcPts val="0"/>
              </a:spcBef>
              <a:buNone/>
              <a:defRPr sz="1733" baseline="0">
                <a:solidFill>
                  <a:schemeClr val="bg1"/>
                </a:solidFill>
                <a:latin typeface="Roboto Mono" pitchFamily="2" charset="0"/>
                <a:ea typeface="Roboto Mono" pitchFamily="2" charset="0"/>
                <a:cs typeface="Consolas" panose="020B0609020204030204" pitchFamily="49" charset="0"/>
              </a:defRPr>
            </a:lvl1pPr>
            <a:lvl2pPr marL="396117" indent="0">
              <a:buNone/>
              <a:defRPr>
                <a:solidFill>
                  <a:schemeClr val="bg1"/>
                </a:solidFill>
                <a:latin typeface="Consolas" panose="020B0609020204030204" pitchFamily="49" charset="0"/>
                <a:cs typeface="Consolas" panose="020B0609020204030204" pitchFamily="49" charset="0"/>
              </a:defRPr>
            </a:lvl2pPr>
            <a:lvl3pPr marL="794938" indent="0">
              <a:buNone/>
              <a:defRPr>
                <a:solidFill>
                  <a:schemeClr val="bg1"/>
                </a:solidFill>
                <a:latin typeface="Consolas" panose="020B0609020204030204" pitchFamily="49" charset="0"/>
                <a:cs typeface="Consolas" panose="020B0609020204030204" pitchFamily="49" charset="0"/>
              </a:defRPr>
            </a:lvl3pPr>
            <a:lvl4pPr marL="1177492" indent="0">
              <a:buNone/>
              <a:defRPr>
                <a:solidFill>
                  <a:schemeClr val="bg1"/>
                </a:solidFill>
                <a:latin typeface="Consolas" panose="020B0609020204030204" pitchFamily="49" charset="0"/>
                <a:cs typeface="Consolas" panose="020B0609020204030204" pitchFamily="49" charset="0"/>
              </a:defRPr>
            </a:lvl4pPr>
            <a:lvl5pPr marL="1462366" indent="0">
              <a:buNone/>
              <a:defRPr>
                <a:solidFill>
                  <a:schemeClr val="bg1"/>
                </a:solidFill>
                <a:latin typeface="Consolas" panose="020B0609020204030204" pitchFamily="49" charset="0"/>
                <a:cs typeface="Consolas" panose="020B0609020204030204" pitchFamily="49" charset="0"/>
              </a:defRPr>
            </a:lvl5pPr>
          </a:lstStyle>
          <a:p>
            <a:pPr lvl="0"/>
            <a:r>
              <a:rPr lang="en-US" dirty="0"/>
              <a:t>Add code here</a:t>
            </a:r>
          </a:p>
        </p:txBody>
      </p:sp>
      <p:sp>
        <p:nvSpPr>
          <p:cNvPr id="11" name="Text Placeholder 9"/>
          <p:cNvSpPr>
            <a:spLocks noGrp="1"/>
          </p:cNvSpPr>
          <p:nvPr>
            <p:ph type="body" sz="quarter" idx="17" hasCustomPrompt="1"/>
          </p:nvPr>
        </p:nvSpPr>
        <p:spPr>
          <a:xfrm>
            <a:off x="268188" y="2026582"/>
            <a:ext cx="3899775" cy="419853"/>
          </a:xfrm>
          <a:prstGeom prst="rect">
            <a:avLst/>
          </a:prstGeom>
        </p:spPr>
        <p:txBody>
          <a:bodyPr lIns="0" anchor="ctr">
            <a:noAutofit/>
          </a:bodyPr>
          <a:lstStyle>
            <a:lvl1pPr>
              <a:defRPr sz="1867" b="1" i="0">
                <a:solidFill>
                  <a:schemeClr val="bg1"/>
                </a:solidFill>
                <a:latin typeface="+mn-lt"/>
                <a:ea typeface="PS TT Commons DemiBold" charset="0"/>
                <a:cs typeface="PS TT Commons DemiBold" charset="0"/>
              </a:defRPr>
            </a:lvl1pPr>
          </a:lstStyle>
          <a:p>
            <a:pPr lvl="0"/>
            <a:r>
              <a:rPr lang="en-US"/>
              <a:t>Filename.here</a:t>
            </a:r>
            <a:endParaRPr lang="en-US" dirty="0"/>
          </a:p>
        </p:txBody>
      </p:sp>
      <p:sp>
        <p:nvSpPr>
          <p:cNvPr id="12" name="Rectangle 11"/>
          <p:cNvSpPr/>
          <p:nvPr/>
        </p:nvSpPr>
        <p:spPr>
          <a:xfrm>
            <a:off x="6217920" y="2446435"/>
            <a:ext cx="5974080" cy="4411565"/>
          </a:xfrm>
          <a:prstGeom prst="rect">
            <a:avLst/>
          </a:prstGeom>
          <a:solidFill>
            <a:schemeClr val="bg2">
              <a:lumMod val="10000"/>
            </a:schemeClr>
          </a:solidFill>
          <a:ln>
            <a:noFill/>
          </a:ln>
          <a:effectLst/>
        </p:spPr>
        <p:style>
          <a:lnRef idx="2">
            <a:schemeClr val="accent1"/>
          </a:lnRef>
          <a:fillRef idx="0">
            <a:schemeClr val="accent1"/>
          </a:fillRef>
          <a:effectRef idx="1">
            <a:schemeClr val="accent1"/>
          </a:effectRef>
          <a:fontRef idx="minor">
            <a:schemeClr val="tx1"/>
          </a:fontRef>
        </p:style>
        <p:txBody>
          <a:bodyPr lIns="243840" tIns="243840" rIns="243840" bIns="243840" rtlCol="0" anchor="t" anchorCtr="0"/>
          <a:lstStyle/>
          <a:p>
            <a:pPr algn="ctr">
              <a:spcBef>
                <a:spcPts val="800"/>
              </a:spcBef>
            </a:pPr>
            <a:endParaRPr lang="en-US" sz="2667" b="0" i="0" dirty="0">
              <a:solidFill>
                <a:schemeClr val="bg1"/>
              </a:solidFill>
              <a:latin typeface="PS TT Commons" charset="0"/>
              <a:ea typeface="PS TT Commons" charset="0"/>
              <a:cs typeface="PS TT Commons" charset="0"/>
            </a:endParaRPr>
          </a:p>
        </p:txBody>
      </p:sp>
      <p:sp>
        <p:nvSpPr>
          <p:cNvPr id="13" name="Rectangle 12"/>
          <p:cNvSpPr/>
          <p:nvPr/>
        </p:nvSpPr>
        <p:spPr>
          <a:xfrm>
            <a:off x="6217919" y="1885507"/>
            <a:ext cx="4400462" cy="713882"/>
          </a:xfrm>
          <a:prstGeom prst="rect">
            <a:avLst/>
          </a:prstGeom>
          <a:solidFill>
            <a:schemeClr val="bg2">
              <a:lumMod val="10000"/>
            </a:schemeClr>
          </a:solidFill>
          <a:ln>
            <a:noFill/>
          </a:ln>
          <a:effectLst/>
        </p:spPr>
        <p:style>
          <a:lnRef idx="2">
            <a:schemeClr val="accent1"/>
          </a:lnRef>
          <a:fillRef idx="0">
            <a:schemeClr val="accent1"/>
          </a:fillRef>
          <a:effectRef idx="1">
            <a:schemeClr val="accent1"/>
          </a:effectRef>
          <a:fontRef idx="minor">
            <a:schemeClr val="tx1"/>
          </a:fontRef>
        </p:style>
        <p:txBody>
          <a:bodyPr lIns="243840" tIns="243840" rIns="243840" bIns="243840" rtlCol="0" anchor="ctr"/>
          <a:lstStyle/>
          <a:p>
            <a:pPr algn="ctr">
              <a:spcBef>
                <a:spcPts val="800"/>
              </a:spcBef>
            </a:pPr>
            <a:endParaRPr lang="en-US" sz="2667" b="0" i="0" dirty="0">
              <a:solidFill>
                <a:schemeClr val="bg1"/>
              </a:solidFill>
              <a:latin typeface="PS TT Commons" charset="0"/>
              <a:ea typeface="PS TT Commons" charset="0"/>
              <a:cs typeface="PS TT Commons" charset="0"/>
            </a:endParaRPr>
          </a:p>
        </p:txBody>
      </p:sp>
      <p:sp>
        <p:nvSpPr>
          <p:cNvPr id="14" name="Text Placeholder 6"/>
          <p:cNvSpPr>
            <a:spLocks noGrp="1"/>
          </p:cNvSpPr>
          <p:nvPr>
            <p:ph type="body" sz="quarter" idx="19" hasCustomPrompt="1"/>
          </p:nvPr>
        </p:nvSpPr>
        <p:spPr>
          <a:xfrm>
            <a:off x="6530907" y="2695635"/>
            <a:ext cx="5376708" cy="3900037"/>
          </a:xfrm>
          <a:prstGeom prst="rect">
            <a:avLst/>
          </a:prstGeom>
        </p:spPr>
        <p:txBody>
          <a:bodyPr anchor="ctr">
            <a:noAutofit/>
          </a:bodyPr>
          <a:lstStyle>
            <a:lvl1pPr marL="0" indent="0">
              <a:lnSpc>
                <a:spcPct val="110000"/>
              </a:lnSpc>
              <a:spcBef>
                <a:spcPts val="0"/>
              </a:spcBef>
              <a:buNone/>
              <a:defRPr sz="1733" baseline="0">
                <a:solidFill>
                  <a:schemeClr val="bg1"/>
                </a:solidFill>
                <a:latin typeface="Roboto Mono" pitchFamily="2" charset="0"/>
                <a:ea typeface="Roboto Mono" pitchFamily="2" charset="0"/>
                <a:cs typeface="Consolas" panose="020B0609020204030204" pitchFamily="49" charset="0"/>
              </a:defRPr>
            </a:lvl1pPr>
            <a:lvl2pPr marL="396117" indent="0">
              <a:buNone/>
              <a:defRPr>
                <a:solidFill>
                  <a:schemeClr val="bg1"/>
                </a:solidFill>
                <a:latin typeface="Consolas" panose="020B0609020204030204" pitchFamily="49" charset="0"/>
                <a:cs typeface="Consolas" panose="020B0609020204030204" pitchFamily="49" charset="0"/>
              </a:defRPr>
            </a:lvl2pPr>
            <a:lvl3pPr marL="794938" indent="0">
              <a:buNone/>
              <a:defRPr>
                <a:solidFill>
                  <a:schemeClr val="bg1"/>
                </a:solidFill>
                <a:latin typeface="Consolas" panose="020B0609020204030204" pitchFamily="49" charset="0"/>
                <a:cs typeface="Consolas" panose="020B0609020204030204" pitchFamily="49" charset="0"/>
              </a:defRPr>
            </a:lvl3pPr>
            <a:lvl4pPr marL="1177492" indent="0">
              <a:buNone/>
              <a:defRPr>
                <a:solidFill>
                  <a:schemeClr val="bg1"/>
                </a:solidFill>
                <a:latin typeface="Consolas" panose="020B0609020204030204" pitchFamily="49" charset="0"/>
                <a:cs typeface="Consolas" panose="020B0609020204030204" pitchFamily="49" charset="0"/>
              </a:defRPr>
            </a:lvl4pPr>
            <a:lvl5pPr marL="1462366" indent="0">
              <a:buNone/>
              <a:defRPr>
                <a:solidFill>
                  <a:schemeClr val="bg1"/>
                </a:solidFill>
                <a:latin typeface="Consolas" panose="020B0609020204030204" pitchFamily="49" charset="0"/>
                <a:cs typeface="Consolas" panose="020B0609020204030204" pitchFamily="49" charset="0"/>
              </a:defRPr>
            </a:lvl5pPr>
          </a:lstStyle>
          <a:p>
            <a:pPr lvl="0"/>
            <a:r>
              <a:rPr lang="en-US" dirty="0"/>
              <a:t>Add code here</a:t>
            </a:r>
          </a:p>
        </p:txBody>
      </p:sp>
      <p:sp>
        <p:nvSpPr>
          <p:cNvPr id="15" name="Text Placeholder 9"/>
          <p:cNvSpPr>
            <a:spLocks noGrp="1"/>
          </p:cNvSpPr>
          <p:nvPr>
            <p:ph type="body" sz="quarter" idx="20" hasCustomPrompt="1"/>
          </p:nvPr>
        </p:nvSpPr>
        <p:spPr>
          <a:xfrm>
            <a:off x="6530907" y="2032521"/>
            <a:ext cx="3901440" cy="419853"/>
          </a:xfrm>
          <a:prstGeom prst="rect">
            <a:avLst/>
          </a:prstGeom>
        </p:spPr>
        <p:txBody>
          <a:bodyPr lIns="0" anchor="ctr">
            <a:noAutofit/>
          </a:bodyPr>
          <a:lstStyle>
            <a:lvl1pPr>
              <a:defRPr sz="1867" b="1" i="0">
                <a:solidFill>
                  <a:schemeClr val="bg1"/>
                </a:solidFill>
                <a:latin typeface="+mn-lt"/>
                <a:ea typeface="PS TT Commons DemiBold" charset="0"/>
                <a:cs typeface="PS TT Commons DemiBold" charset="0"/>
              </a:defRPr>
            </a:lvl1pPr>
          </a:lstStyle>
          <a:p>
            <a:pPr lvl="0"/>
            <a:r>
              <a:rPr lang="en-US"/>
              <a:t>Filename.here</a:t>
            </a:r>
            <a:endParaRPr lang="en-US" dirty="0"/>
          </a:p>
        </p:txBody>
      </p:sp>
    </p:spTree>
    <p:extLst>
      <p:ext uri="{BB962C8B-B14F-4D97-AF65-F5344CB8AC3E}">
        <p14:creationId xmlns:p14="http://schemas.microsoft.com/office/powerpoint/2010/main" val="172230925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de: Half Page with Tab and Output Section">
    <p:bg>
      <p:bgPr>
        <a:solidFill>
          <a:schemeClr val="bg2">
            <a:lumMod val="25000"/>
          </a:schemeClr>
        </a:solidFill>
        <a:effectLst/>
      </p:bgPr>
    </p:bg>
    <p:spTree>
      <p:nvGrpSpPr>
        <p:cNvPr id="1" name=""/>
        <p:cNvGrpSpPr/>
        <p:nvPr/>
      </p:nvGrpSpPr>
      <p:grpSpPr>
        <a:xfrm>
          <a:off x="0" y="0"/>
          <a:ext cx="0" cy="0"/>
          <a:chOff x="0" y="0"/>
          <a:chExt cx="0" cy="0"/>
        </a:xfrm>
      </p:grpSpPr>
      <p:sp>
        <p:nvSpPr>
          <p:cNvPr id="11" name="Rectangle 10"/>
          <p:cNvSpPr/>
          <p:nvPr userDrawn="1"/>
        </p:nvSpPr>
        <p:spPr>
          <a:xfrm>
            <a:off x="-1" y="2452374"/>
            <a:ext cx="7851649" cy="4411565"/>
          </a:xfrm>
          <a:prstGeom prst="rect">
            <a:avLst/>
          </a:prstGeom>
          <a:solidFill>
            <a:schemeClr val="bg2">
              <a:lumMod val="10000"/>
            </a:schemeClr>
          </a:solidFill>
          <a:ln>
            <a:noFill/>
          </a:ln>
          <a:effectLst/>
        </p:spPr>
        <p:style>
          <a:lnRef idx="2">
            <a:schemeClr val="accent1"/>
          </a:lnRef>
          <a:fillRef idx="0">
            <a:schemeClr val="accent1"/>
          </a:fillRef>
          <a:effectRef idx="1">
            <a:schemeClr val="accent1"/>
          </a:effectRef>
          <a:fontRef idx="minor">
            <a:schemeClr val="tx1"/>
          </a:fontRef>
        </p:style>
        <p:txBody>
          <a:bodyPr lIns="243840" tIns="243840" rIns="243840" bIns="243840" rtlCol="0" anchor="t" anchorCtr="0"/>
          <a:lstStyle/>
          <a:p>
            <a:pPr algn="ctr">
              <a:spcBef>
                <a:spcPts val="800"/>
              </a:spcBef>
            </a:pPr>
            <a:endParaRPr lang="en-US" sz="2667" b="0" i="0" dirty="0">
              <a:solidFill>
                <a:schemeClr val="bg1"/>
              </a:solidFill>
              <a:latin typeface="PS TT Commons" charset="0"/>
              <a:ea typeface="PS TT Commons" charset="0"/>
              <a:cs typeface="PS TT Commons" charset="0"/>
            </a:endParaRPr>
          </a:p>
        </p:txBody>
      </p:sp>
      <p:sp>
        <p:nvSpPr>
          <p:cNvPr id="12" name="Rectangle 11"/>
          <p:cNvSpPr/>
          <p:nvPr userDrawn="1"/>
        </p:nvSpPr>
        <p:spPr>
          <a:xfrm>
            <a:off x="0" y="1885507"/>
            <a:ext cx="5389362" cy="713882"/>
          </a:xfrm>
          <a:prstGeom prst="rect">
            <a:avLst/>
          </a:prstGeom>
          <a:solidFill>
            <a:schemeClr val="bg2">
              <a:lumMod val="10000"/>
            </a:schemeClr>
          </a:solidFill>
          <a:ln>
            <a:noFill/>
          </a:ln>
          <a:effectLst/>
        </p:spPr>
        <p:style>
          <a:lnRef idx="2">
            <a:schemeClr val="accent1"/>
          </a:lnRef>
          <a:fillRef idx="0">
            <a:schemeClr val="accent1"/>
          </a:fillRef>
          <a:effectRef idx="1">
            <a:schemeClr val="accent1"/>
          </a:effectRef>
          <a:fontRef idx="minor">
            <a:schemeClr val="tx1"/>
          </a:fontRef>
        </p:style>
        <p:txBody>
          <a:bodyPr lIns="243840" tIns="243840" rIns="243840" bIns="243840" rtlCol="0" anchor="ctr"/>
          <a:lstStyle/>
          <a:p>
            <a:pPr algn="ctr">
              <a:spcBef>
                <a:spcPts val="800"/>
              </a:spcBef>
            </a:pPr>
            <a:endParaRPr lang="en-US" sz="2667" b="0" i="0" dirty="0">
              <a:solidFill>
                <a:schemeClr val="bg1"/>
              </a:solidFill>
              <a:latin typeface="PS TT Commons" charset="0"/>
              <a:ea typeface="PS TT Commons" charset="0"/>
              <a:cs typeface="PS TT Commons" charset="0"/>
            </a:endParaRPr>
          </a:p>
        </p:txBody>
      </p:sp>
      <p:sp>
        <p:nvSpPr>
          <p:cNvPr id="2" name="Title 1"/>
          <p:cNvSpPr>
            <a:spLocks noGrp="1"/>
          </p:cNvSpPr>
          <p:nvPr>
            <p:ph type="title" hasCustomPrompt="1"/>
          </p:nvPr>
        </p:nvSpPr>
        <p:spPr>
          <a:xfrm>
            <a:off x="838200" y="573024"/>
            <a:ext cx="10515600" cy="543832"/>
          </a:xfrm>
        </p:spPr>
        <p:txBody>
          <a:bodyPr/>
          <a:lstStyle>
            <a:lvl1pPr>
              <a:defRPr>
                <a:solidFill>
                  <a:schemeClr val="bg1"/>
                </a:solidFill>
              </a:defRPr>
            </a:lvl1pPr>
          </a:lstStyle>
          <a:p>
            <a:r>
              <a:rPr lang="en-US"/>
              <a:t>Add Title Slide in Title Case</a:t>
            </a:r>
          </a:p>
        </p:txBody>
      </p:sp>
      <p:sp>
        <p:nvSpPr>
          <p:cNvPr id="3" name="Text Placeholder 8"/>
          <p:cNvSpPr>
            <a:spLocks noGrp="1"/>
          </p:cNvSpPr>
          <p:nvPr>
            <p:ph type="body" sz="quarter" idx="18" hasCustomPrompt="1"/>
          </p:nvPr>
        </p:nvSpPr>
        <p:spPr>
          <a:xfrm>
            <a:off x="838200" y="1127760"/>
            <a:ext cx="10515600" cy="502705"/>
          </a:xfrm>
          <a:prstGeom prst="rect">
            <a:avLst/>
          </a:prstGeom>
        </p:spPr>
        <p:txBody>
          <a:bodyPr>
            <a:noAutofit/>
          </a:bodyPr>
          <a:lstStyle>
            <a:lvl1pPr algn="ctr">
              <a:defRPr sz="2133">
                <a:solidFill>
                  <a:schemeClr val="bg1"/>
                </a:solidFill>
                <a:latin typeface="PS TT Commons" charset="0"/>
                <a:ea typeface="PS TT Commons" charset="0"/>
                <a:cs typeface="PS TT Commons" charset="0"/>
              </a:defRPr>
            </a:lvl1pPr>
          </a:lstStyle>
          <a:p>
            <a:pPr lvl="0"/>
            <a:r>
              <a:rPr lang="en-US"/>
              <a:t>Add a line of text here if needed</a:t>
            </a:r>
          </a:p>
        </p:txBody>
      </p:sp>
      <p:sp>
        <p:nvSpPr>
          <p:cNvPr id="6" name="Text Placeholder 6"/>
          <p:cNvSpPr>
            <a:spLocks noGrp="1"/>
          </p:cNvSpPr>
          <p:nvPr>
            <p:ph type="body" sz="quarter" idx="10" hasCustomPrompt="1"/>
          </p:nvPr>
        </p:nvSpPr>
        <p:spPr>
          <a:xfrm>
            <a:off x="268189" y="2694432"/>
            <a:ext cx="7205508" cy="3901440"/>
          </a:xfrm>
          <a:prstGeom prst="rect">
            <a:avLst/>
          </a:prstGeom>
        </p:spPr>
        <p:txBody>
          <a:bodyPr anchor="ctr">
            <a:noAutofit/>
          </a:bodyPr>
          <a:lstStyle>
            <a:lvl1pPr marL="0" indent="0">
              <a:lnSpc>
                <a:spcPct val="110000"/>
              </a:lnSpc>
              <a:spcBef>
                <a:spcPts val="0"/>
              </a:spcBef>
              <a:buNone/>
              <a:defRPr sz="1733" baseline="0">
                <a:solidFill>
                  <a:schemeClr val="bg1"/>
                </a:solidFill>
                <a:latin typeface="Roboto Mono" pitchFamily="2" charset="0"/>
                <a:ea typeface="Roboto Mono" pitchFamily="2" charset="0"/>
                <a:cs typeface="Consolas" panose="020B0609020204030204" pitchFamily="49" charset="0"/>
              </a:defRPr>
            </a:lvl1pPr>
            <a:lvl2pPr marL="396117" indent="0">
              <a:buNone/>
              <a:defRPr>
                <a:solidFill>
                  <a:schemeClr val="bg1"/>
                </a:solidFill>
                <a:latin typeface="Consolas" panose="020B0609020204030204" pitchFamily="49" charset="0"/>
                <a:cs typeface="Consolas" panose="020B0609020204030204" pitchFamily="49" charset="0"/>
              </a:defRPr>
            </a:lvl2pPr>
            <a:lvl3pPr marL="794938" indent="0">
              <a:buNone/>
              <a:defRPr>
                <a:solidFill>
                  <a:schemeClr val="bg1"/>
                </a:solidFill>
                <a:latin typeface="Consolas" panose="020B0609020204030204" pitchFamily="49" charset="0"/>
                <a:cs typeface="Consolas" panose="020B0609020204030204" pitchFamily="49" charset="0"/>
              </a:defRPr>
            </a:lvl3pPr>
            <a:lvl4pPr marL="1177492" indent="0">
              <a:buNone/>
              <a:defRPr>
                <a:solidFill>
                  <a:schemeClr val="bg1"/>
                </a:solidFill>
                <a:latin typeface="Consolas" panose="020B0609020204030204" pitchFamily="49" charset="0"/>
                <a:cs typeface="Consolas" panose="020B0609020204030204" pitchFamily="49" charset="0"/>
              </a:defRPr>
            </a:lvl4pPr>
            <a:lvl5pPr marL="1462366" indent="0">
              <a:buNone/>
              <a:defRPr>
                <a:solidFill>
                  <a:schemeClr val="bg1"/>
                </a:solidFill>
                <a:latin typeface="Consolas" panose="020B0609020204030204" pitchFamily="49" charset="0"/>
                <a:cs typeface="Consolas" panose="020B0609020204030204" pitchFamily="49" charset="0"/>
              </a:defRPr>
            </a:lvl5pPr>
          </a:lstStyle>
          <a:p>
            <a:pPr lvl="0"/>
            <a:r>
              <a:rPr lang="en-US" dirty="0"/>
              <a:t>Add code here</a:t>
            </a:r>
          </a:p>
        </p:txBody>
      </p:sp>
      <p:sp>
        <p:nvSpPr>
          <p:cNvPr id="7" name="Text Placeholder 9"/>
          <p:cNvSpPr>
            <a:spLocks noGrp="1"/>
          </p:cNvSpPr>
          <p:nvPr>
            <p:ph type="body" sz="quarter" idx="17" hasCustomPrompt="1"/>
          </p:nvPr>
        </p:nvSpPr>
        <p:spPr>
          <a:xfrm>
            <a:off x="268188" y="2023872"/>
            <a:ext cx="4665319" cy="419853"/>
          </a:xfrm>
          <a:prstGeom prst="rect">
            <a:avLst/>
          </a:prstGeom>
        </p:spPr>
        <p:txBody>
          <a:bodyPr lIns="0" anchor="ctr">
            <a:noAutofit/>
          </a:bodyPr>
          <a:lstStyle>
            <a:lvl1pPr>
              <a:defRPr sz="1867" b="1" i="0">
                <a:solidFill>
                  <a:schemeClr val="bg1"/>
                </a:solidFill>
                <a:latin typeface="+mn-lt"/>
                <a:ea typeface="PS TT Commons DemiBold" charset="0"/>
                <a:cs typeface="PS TT Commons DemiBold" charset="0"/>
              </a:defRPr>
            </a:lvl1pPr>
          </a:lstStyle>
          <a:p>
            <a:pPr lvl="0"/>
            <a:r>
              <a:rPr lang="en-US"/>
              <a:t>Filename.here</a:t>
            </a:r>
            <a:endParaRPr lang="en-US" dirty="0"/>
          </a:p>
        </p:txBody>
      </p:sp>
      <p:sp>
        <p:nvSpPr>
          <p:cNvPr id="8" name="Rectangle 7"/>
          <p:cNvSpPr/>
          <p:nvPr/>
        </p:nvSpPr>
        <p:spPr>
          <a:xfrm>
            <a:off x="7851648" y="2452374"/>
            <a:ext cx="4340352" cy="4405627"/>
          </a:xfrm>
          <a:prstGeom prst="rect">
            <a:avLst/>
          </a:pr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lIns="243840" tIns="243840" rIns="243840" bIns="243840" rtlCol="0" anchor="t" anchorCtr="0"/>
          <a:lstStyle/>
          <a:p>
            <a:pPr algn="ctr">
              <a:spcBef>
                <a:spcPts val="800"/>
              </a:spcBef>
            </a:pPr>
            <a:endParaRPr lang="en-US" sz="2667" b="0" i="0" dirty="0">
              <a:solidFill>
                <a:schemeClr val="bg1"/>
              </a:solidFill>
              <a:latin typeface="PS TT Commons" charset="0"/>
              <a:ea typeface="PS TT Commons" charset="0"/>
              <a:cs typeface="PS TT Commons" charset="0"/>
            </a:endParaRPr>
          </a:p>
        </p:txBody>
      </p:sp>
      <p:sp>
        <p:nvSpPr>
          <p:cNvPr id="9" name="Text Placeholder 6"/>
          <p:cNvSpPr>
            <a:spLocks noGrp="1"/>
          </p:cNvSpPr>
          <p:nvPr>
            <p:ph type="body" sz="quarter" idx="11" hasCustomPrompt="1"/>
          </p:nvPr>
        </p:nvSpPr>
        <p:spPr>
          <a:xfrm>
            <a:off x="8030859" y="2694431"/>
            <a:ext cx="3892917" cy="3901440"/>
          </a:xfrm>
          <a:prstGeom prst="rect">
            <a:avLst/>
          </a:prstGeom>
        </p:spPr>
        <p:txBody>
          <a:bodyPr anchor="t" anchorCtr="0">
            <a:noAutofit/>
          </a:bodyPr>
          <a:lstStyle>
            <a:lvl1pPr marL="0" indent="0">
              <a:lnSpc>
                <a:spcPct val="110000"/>
              </a:lnSpc>
              <a:spcBef>
                <a:spcPts val="0"/>
              </a:spcBef>
              <a:buNone/>
              <a:defRPr sz="1733" baseline="0">
                <a:solidFill>
                  <a:schemeClr val="tx1">
                    <a:lumMod val="75000"/>
                  </a:schemeClr>
                </a:solidFill>
                <a:latin typeface="Roboto Mono" pitchFamily="2" charset="0"/>
                <a:ea typeface="Roboto Mono" pitchFamily="2" charset="0"/>
                <a:cs typeface="Consolas" panose="020B0609020204030204" pitchFamily="49" charset="0"/>
              </a:defRPr>
            </a:lvl1pPr>
            <a:lvl2pPr marL="396117" indent="0">
              <a:buNone/>
              <a:defRPr>
                <a:solidFill>
                  <a:schemeClr val="bg1"/>
                </a:solidFill>
                <a:latin typeface="Consolas" panose="020B0609020204030204" pitchFamily="49" charset="0"/>
                <a:cs typeface="Consolas" panose="020B0609020204030204" pitchFamily="49" charset="0"/>
              </a:defRPr>
            </a:lvl2pPr>
            <a:lvl3pPr marL="794938" indent="0">
              <a:buNone/>
              <a:defRPr>
                <a:solidFill>
                  <a:schemeClr val="bg1"/>
                </a:solidFill>
                <a:latin typeface="Consolas" panose="020B0609020204030204" pitchFamily="49" charset="0"/>
                <a:cs typeface="Consolas" panose="020B0609020204030204" pitchFamily="49" charset="0"/>
              </a:defRPr>
            </a:lvl3pPr>
            <a:lvl4pPr marL="1177492" indent="0">
              <a:buNone/>
              <a:defRPr>
                <a:solidFill>
                  <a:schemeClr val="bg1"/>
                </a:solidFill>
                <a:latin typeface="Consolas" panose="020B0609020204030204" pitchFamily="49" charset="0"/>
                <a:cs typeface="Consolas" panose="020B0609020204030204" pitchFamily="49" charset="0"/>
              </a:defRPr>
            </a:lvl4pPr>
            <a:lvl5pPr marL="1462366" indent="0">
              <a:buNone/>
              <a:defRPr>
                <a:solidFill>
                  <a:schemeClr val="bg1"/>
                </a:solidFill>
                <a:latin typeface="Consolas" panose="020B0609020204030204" pitchFamily="49" charset="0"/>
                <a:cs typeface="Consolas" panose="020B0609020204030204" pitchFamily="49" charset="0"/>
              </a:defRPr>
            </a:lvl5pPr>
          </a:lstStyle>
          <a:p>
            <a:pPr lvl="0"/>
            <a:r>
              <a:rPr lang="en-US" dirty="0"/>
              <a:t>&gt; Console</a:t>
            </a:r>
          </a:p>
        </p:txBody>
      </p:sp>
    </p:spTree>
    <p:extLst>
      <p:ext uri="{BB962C8B-B14F-4D97-AF65-F5344CB8AC3E}">
        <p14:creationId xmlns:p14="http://schemas.microsoft.com/office/powerpoint/2010/main" val="373053621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de: Half Page Title Left and Tab Right">
    <p:bg>
      <p:bgPr>
        <a:solidFill>
          <a:schemeClr val="bg2">
            <a:lumMod val="25000"/>
          </a:schemeClr>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262660" y="3142388"/>
            <a:ext cx="3880068" cy="658283"/>
          </a:xfrm>
          <a:prstGeom prst="rect">
            <a:avLst/>
          </a:prstGeom>
        </p:spPr>
        <p:txBody>
          <a:bodyPr anchor="ctr">
            <a:noAutofit/>
          </a:bodyPr>
          <a:lstStyle>
            <a:lvl1pPr algn="ctr">
              <a:defRPr sz="3600">
                <a:solidFill>
                  <a:schemeClr val="bg1"/>
                </a:solidFill>
                <a:latin typeface="+mj-lt"/>
              </a:defRPr>
            </a:lvl1pPr>
          </a:lstStyle>
          <a:p>
            <a:pPr lvl="0"/>
            <a:r>
              <a:rPr lang="en-US"/>
              <a:t>Code Title Here</a:t>
            </a:r>
          </a:p>
        </p:txBody>
      </p:sp>
      <p:sp>
        <p:nvSpPr>
          <p:cNvPr id="5" name="Rectangle 4"/>
          <p:cNvSpPr/>
          <p:nvPr/>
        </p:nvSpPr>
        <p:spPr>
          <a:xfrm>
            <a:off x="4408967" y="598952"/>
            <a:ext cx="7783033" cy="6259048"/>
          </a:xfrm>
          <a:prstGeom prst="rect">
            <a:avLst/>
          </a:prstGeom>
          <a:solidFill>
            <a:schemeClr val="bg2">
              <a:lumMod val="10000"/>
            </a:schemeClr>
          </a:solidFill>
          <a:ln>
            <a:noFill/>
          </a:ln>
          <a:effectLst/>
        </p:spPr>
        <p:style>
          <a:lnRef idx="2">
            <a:schemeClr val="accent1"/>
          </a:lnRef>
          <a:fillRef idx="0">
            <a:schemeClr val="accent1"/>
          </a:fillRef>
          <a:effectRef idx="1">
            <a:schemeClr val="accent1"/>
          </a:effectRef>
          <a:fontRef idx="minor">
            <a:schemeClr val="tx1"/>
          </a:fontRef>
        </p:style>
        <p:txBody>
          <a:bodyPr lIns="243840" tIns="243840" rIns="243840" bIns="243840" rtlCol="0" anchor="t" anchorCtr="0"/>
          <a:lstStyle/>
          <a:p>
            <a:pPr algn="ctr">
              <a:spcBef>
                <a:spcPts val="800"/>
              </a:spcBef>
            </a:pPr>
            <a:endParaRPr lang="en-US" sz="2667" b="0" i="0" dirty="0">
              <a:solidFill>
                <a:schemeClr val="bg1"/>
              </a:solidFill>
              <a:latin typeface="PS TT Commons" charset="0"/>
              <a:ea typeface="PS TT Commons" charset="0"/>
              <a:cs typeface="PS TT Commons" charset="0"/>
            </a:endParaRPr>
          </a:p>
        </p:txBody>
      </p:sp>
      <p:sp>
        <p:nvSpPr>
          <p:cNvPr id="6" name="Rectangle 5"/>
          <p:cNvSpPr/>
          <p:nvPr/>
        </p:nvSpPr>
        <p:spPr>
          <a:xfrm>
            <a:off x="4408967" y="1"/>
            <a:ext cx="5401339" cy="612345"/>
          </a:xfrm>
          <a:prstGeom prst="rect">
            <a:avLst/>
          </a:prstGeom>
          <a:solidFill>
            <a:schemeClr val="bg2">
              <a:lumMod val="10000"/>
            </a:schemeClr>
          </a:solidFill>
          <a:ln>
            <a:noFill/>
          </a:ln>
          <a:effectLst/>
        </p:spPr>
        <p:style>
          <a:lnRef idx="2">
            <a:schemeClr val="accent1"/>
          </a:lnRef>
          <a:fillRef idx="0">
            <a:schemeClr val="accent1"/>
          </a:fillRef>
          <a:effectRef idx="1">
            <a:schemeClr val="accent1"/>
          </a:effectRef>
          <a:fontRef idx="minor">
            <a:schemeClr val="tx1"/>
          </a:fontRef>
        </p:style>
        <p:txBody>
          <a:bodyPr lIns="243840" tIns="243840" rIns="243840" bIns="243840" rtlCol="0" anchor="ctr"/>
          <a:lstStyle/>
          <a:p>
            <a:pPr algn="ctr">
              <a:spcBef>
                <a:spcPts val="800"/>
              </a:spcBef>
            </a:pPr>
            <a:endParaRPr lang="en-US" sz="2667" b="0" i="0" dirty="0">
              <a:solidFill>
                <a:schemeClr val="bg1"/>
              </a:solidFill>
              <a:latin typeface="PS TT Commons" charset="0"/>
              <a:ea typeface="PS TT Commons" charset="0"/>
              <a:cs typeface="PS TT Commons" charset="0"/>
            </a:endParaRPr>
          </a:p>
        </p:txBody>
      </p:sp>
      <p:sp>
        <p:nvSpPr>
          <p:cNvPr id="7" name="Text Placeholder 6"/>
          <p:cNvSpPr>
            <a:spLocks noGrp="1"/>
          </p:cNvSpPr>
          <p:nvPr>
            <p:ph type="body" sz="quarter" idx="11" hasCustomPrompt="1"/>
          </p:nvPr>
        </p:nvSpPr>
        <p:spPr>
          <a:xfrm>
            <a:off x="4741328" y="836428"/>
            <a:ext cx="7170257" cy="5747252"/>
          </a:xfrm>
          <a:prstGeom prst="rect">
            <a:avLst/>
          </a:prstGeom>
        </p:spPr>
        <p:txBody>
          <a:bodyPr anchor="ctr">
            <a:noAutofit/>
          </a:bodyPr>
          <a:lstStyle>
            <a:lvl1pPr marL="0" indent="0">
              <a:lnSpc>
                <a:spcPct val="110000"/>
              </a:lnSpc>
              <a:spcBef>
                <a:spcPts val="0"/>
              </a:spcBef>
              <a:buNone/>
              <a:defRPr sz="1733" baseline="0">
                <a:solidFill>
                  <a:schemeClr val="bg1"/>
                </a:solidFill>
                <a:latin typeface="Roboto Mono" pitchFamily="2" charset="0"/>
                <a:ea typeface="Roboto Mono" pitchFamily="2" charset="0"/>
                <a:cs typeface="Consolas" panose="020B0609020204030204" pitchFamily="49" charset="0"/>
              </a:defRPr>
            </a:lvl1pPr>
            <a:lvl2pPr marL="396117" indent="0">
              <a:buNone/>
              <a:defRPr>
                <a:solidFill>
                  <a:schemeClr val="bg1"/>
                </a:solidFill>
                <a:latin typeface="Consolas" panose="020B0609020204030204" pitchFamily="49" charset="0"/>
                <a:cs typeface="Consolas" panose="020B0609020204030204" pitchFamily="49" charset="0"/>
              </a:defRPr>
            </a:lvl2pPr>
            <a:lvl3pPr marL="794938" indent="0">
              <a:buNone/>
              <a:defRPr>
                <a:solidFill>
                  <a:schemeClr val="bg1"/>
                </a:solidFill>
                <a:latin typeface="Consolas" panose="020B0609020204030204" pitchFamily="49" charset="0"/>
                <a:cs typeface="Consolas" panose="020B0609020204030204" pitchFamily="49" charset="0"/>
              </a:defRPr>
            </a:lvl3pPr>
            <a:lvl4pPr marL="1177492" indent="0">
              <a:buNone/>
              <a:defRPr>
                <a:solidFill>
                  <a:schemeClr val="bg1"/>
                </a:solidFill>
                <a:latin typeface="Consolas" panose="020B0609020204030204" pitchFamily="49" charset="0"/>
                <a:cs typeface="Consolas" panose="020B0609020204030204" pitchFamily="49" charset="0"/>
              </a:defRPr>
            </a:lvl4pPr>
            <a:lvl5pPr marL="1462366" indent="0">
              <a:buNone/>
              <a:defRPr>
                <a:solidFill>
                  <a:schemeClr val="bg1"/>
                </a:solidFill>
                <a:latin typeface="Consolas" panose="020B0609020204030204" pitchFamily="49" charset="0"/>
                <a:cs typeface="Consolas" panose="020B0609020204030204" pitchFamily="49" charset="0"/>
              </a:defRPr>
            </a:lvl5pPr>
          </a:lstStyle>
          <a:p>
            <a:pPr lvl="0"/>
            <a:r>
              <a:rPr lang="en-US" dirty="0"/>
              <a:t>Add code here</a:t>
            </a:r>
          </a:p>
        </p:txBody>
      </p:sp>
      <p:sp>
        <p:nvSpPr>
          <p:cNvPr id="8" name="Text Placeholder 9"/>
          <p:cNvSpPr>
            <a:spLocks noGrp="1"/>
          </p:cNvSpPr>
          <p:nvPr>
            <p:ph type="body" sz="quarter" idx="17" hasCustomPrompt="1"/>
          </p:nvPr>
        </p:nvSpPr>
        <p:spPr>
          <a:xfrm>
            <a:off x="4791740" y="124599"/>
            <a:ext cx="3513915" cy="419853"/>
          </a:xfrm>
          <a:prstGeom prst="rect">
            <a:avLst/>
          </a:prstGeom>
        </p:spPr>
        <p:txBody>
          <a:bodyPr lIns="0" anchor="ctr">
            <a:noAutofit/>
          </a:bodyPr>
          <a:lstStyle>
            <a:lvl1pPr>
              <a:defRPr sz="1867" b="1" i="0">
                <a:solidFill>
                  <a:schemeClr val="bg1"/>
                </a:solidFill>
                <a:latin typeface="+mn-lt"/>
                <a:ea typeface="PS TT Commons DemiBold" charset="0"/>
                <a:cs typeface="PS TT Commons DemiBold" charset="0"/>
              </a:defRPr>
            </a:lvl1pPr>
          </a:lstStyle>
          <a:p>
            <a:pPr lvl="0"/>
            <a:r>
              <a:rPr lang="en-US"/>
              <a:t>Filename.here</a:t>
            </a:r>
            <a:endParaRPr lang="en-US" dirty="0"/>
          </a:p>
        </p:txBody>
      </p:sp>
    </p:spTree>
    <p:extLst>
      <p:ext uri="{BB962C8B-B14F-4D97-AF65-F5344CB8AC3E}">
        <p14:creationId xmlns:p14="http://schemas.microsoft.com/office/powerpoint/2010/main" val="412166801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de: Full Page with Tab">
    <p:bg>
      <p:bgPr>
        <a:solidFill>
          <a:schemeClr val="bg2">
            <a:lumMod val="25000"/>
          </a:schemeClr>
        </a:solidFill>
        <a:effectLst/>
      </p:bgPr>
    </p:bg>
    <p:spTree>
      <p:nvGrpSpPr>
        <p:cNvPr id="1" name=""/>
        <p:cNvGrpSpPr/>
        <p:nvPr/>
      </p:nvGrpSpPr>
      <p:grpSpPr>
        <a:xfrm>
          <a:off x="0" y="0"/>
          <a:ext cx="0" cy="0"/>
          <a:chOff x="0" y="0"/>
          <a:chExt cx="0" cy="0"/>
        </a:xfrm>
      </p:grpSpPr>
      <p:sp>
        <p:nvSpPr>
          <p:cNvPr id="3" name="Rectangle 2"/>
          <p:cNvSpPr/>
          <p:nvPr/>
        </p:nvSpPr>
        <p:spPr>
          <a:xfrm>
            <a:off x="-1" y="598952"/>
            <a:ext cx="12192001" cy="6259048"/>
          </a:xfrm>
          <a:prstGeom prst="rect">
            <a:avLst/>
          </a:prstGeom>
          <a:solidFill>
            <a:schemeClr val="bg2">
              <a:lumMod val="10000"/>
            </a:schemeClr>
          </a:solidFill>
          <a:ln>
            <a:noFill/>
          </a:ln>
          <a:effectLst/>
        </p:spPr>
        <p:style>
          <a:lnRef idx="2">
            <a:schemeClr val="accent1"/>
          </a:lnRef>
          <a:fillRef idx="0">
            <a:schemeClr val="accent1"/>
          </a:fillRef>
          <a:effectRef idx="1">
            <a:schemeClr val="accent1"/>
          </a:effectRef>
          <a:fontRef idx="minor">
            <a:schemeClr val="tx1"/>
          </a:fontRef>
        </p:style>
        <p:txBody>
          <a:bodyPr lIns="243840" tIns="243840" rIns="243840" bIns="243840" rtlCol="0" anchor="t" anchorCtr="0"/>
          <a:lstStyle/>
          <a:p>
            <a:pPr algn="ctr">
              <a:spcBef>
                <a:spcPts val="800"/>
              </a:spcBef>
            </a:pPr>
            <a:endParaRPr lang="en-US" sz="2667" b="0" i="0" dirty="0">
              <a:solidFill>
                <a:schemeClr val="bg1"/>
              </a:solidFill>
              <a:latin typeface="PS TT Commons" charset="0"/>
              <a:ea typeface="PS TT Commons" charset="0"/>
              <a:cs typeface="PS TT Commons" charset="0"/>
            </a:endParaRPr>
          </a:p>
        </p:txBody>
      </p:sp>
      <p:sp>
        <p:nvSpPr>
          <p:cNvPr id="4" name="Rectangle 3"/>
          <p:cNvSpPr/>
          <p:nvPr/>
        </p:nvSpPr>
        <p:spPr>
          <a:xfrm>
            <a:off x="0" y="1"/>
            <a:ext cx="5330456" cy="612345"/>
          </a:xfrm>
          <a:prstGeom prst="rect">
            <a:avLst/>
          </a:prstGeom>
          <a:solidFill>
            <a:schemeClr val="bg2">
              <a:lumMod val="10000"/>
            </a:schemeClr>
          </a:solidFill>
          <a:ln>
            <a:noFill/>
          </a:ln>
          <a:effectLst/>
        </p:spPr>
        <p:style>
          <a:lnRef idx="2">
            <a:schemeClr val="accent1"/>
          </a:lnRef>
          <a:fillRef idx="0">
            <a:schemeClr val="accent1"/>
          </a:fillRef>
          <a:effectRef idx="1">
            <a:schemeClr val="accent1"/>
          </a:effectRef>
          <a:fontRef idx="minor">
            <a:schemeClr val="tx1"/>
          </a:fontRef>
        </p:style>
        <p:txBody>
          <a:bodyPr lIns="243840" tIns="243840" rIns="243840" bIns="243840" rtlCol="0" anchor="ctr"/>
          <a:lstStyle/>
          <a:p>
            <a:pPr algn="ctr">
              <a:spcBef>
                <a:spcPts val="800"/>
              </a:spcBef>
            </a:pPr>
            <a:endParaRPr lang="en-US" sz="2667" b="0" i="0" dirty="0">
              <a:solidFill>
                <a:schemeClr val="bg1"/>
              </a:solidFill>
              <a:latin typeface="PS TT Commons" charset="0"/>
              <a:ea typeface="PS TT Commons" charset="0"/>
              <a:cs typeface="PS TT Commons" charset="0"/>
            </a:endParaRPr>
          </a:p>
        </p:txBody>
      </p:sp>
      <p:sp>
        <p:nvSpPr>
          <p:cNvPr id="5" name="Text Placeholder 6"/>
          <p:cNvSpPr>
            <a:spLocks noGrp="1"/>
          </p:cNvSpPr>
          <p:nvPr>
            <p:ph type="body" sz="quarter" idx="10" hasCustomPrompt="1"/>
          </p:nvPr>
        </p:nvSpPr>
        <p:spPr>
          <a:xfrm>
            <a:off x="268224" y="708592"/>
            <a:ext cx="11555181" cy="5862896"/>
          </a:xfrm>
          <a:prstGeom prst="rect">
            <a:avLst/>
          </a:prstGeom>
        </p:spPr>
        <p:txBody>
          <a:bodyPr anchor="ctr">
            <a:noAutofit/>
          </a:bodyPr>
          <a:lstStyle>
            <a:lvl1pPr marL="0" indent="0">
              <a:lnSpc>
                <a:spcPct val="110000"/>
              </a:lnSpc>
              <a:spcBef>
                <a:spcPts val="0"/>
              </a:spcBef>
              <a:buNone/>
              <a:defRPr sz="1733" baseline="0">
                <a:solidFill>
                  <a:schemeClr val="bg1"/>
                </a:solidFill>
                <a:latin typeface="Roboto Mono" pitchFamily="2" charset="0"/>
                <a:ea typeface="Roboto Mono" pitchFamily="2" charset="0"/>
                <a:cs typeface="Consolas" panose="020B0609020204030204" pitchFamily="49" charset="0"/>
              </a:defRPr>
            </a:lvl1pPr>
            <a:lvl2pPr marL="396117" indent="0">
              <a:buNone/>
              <a:defRPr>
                <a:solidFill>
                  <a:schemeClr val="bg1"/>
                </a:solidFill>
                <a:latin typeface="Consolas" panose="020B0609020204030204" pitchFamily="49" charset="0"/>
                <a:cs typeface="Consolas" panose="020B0609020204030204" pitchFamily="49" charset="0"/>
              </a:defRPr>
            </a:lvl2pPr>
            <a:lvl3pPr marL="794938" indent="0">
              <a:buNone/>
              <a:defRPr>
                <a:solidFill>
                  <a:schemeClr val="bg1"/>
                </a:solidFill>
                <a:latin typeface="Consolas" panose="020B0609020204030204" pitchFamily="49" charset="0"/>
                <a:cs typeface="Consolas" panose="020B0609020204030204" pitchFamily="49" charset="0"/>
              </a:defRPr>
            </a:lvl3pPr>
            <a:lvl4pPr marL="1177492" indent="0">
              <a:buNone/>
              <a:defRPr>
                <a:solidFill>
                  <a:schemeClr val="bg1"/>
                </a:solidFill>
                <a:latin typeface="Consolas" panose="020B0609020204030204" pitchFamily="49" charset="0"/>
                <a:cs typeface="Consolas" panose="020B0609020204030204" pitchFamily="49" charset="0"/>
              </a:defRPr>
            </a:lvl4pPr>
            <a:lvl5pPr marL="1462366" indent="0">
              <a:buNone/>
              <a:defRPr>
                <a:solidFill>
                  <a:schemeClr val="bg1"/>
                </a:solidFill>
                <a:latin typeface="Consolas" panose="020B0609020204030204" pitchFamily="49" charset="0"/>
                <a:cs typeface="Consolas" panose="020B0609020204030204" pitchFamily="49" charset="0"/>
              </a:defRPr>
            </a:lvl5pPr>
          </a:lstStyle>
          <a:p>
            <a:pPr lvl="0"/>
            <a:r>
              <a:rPr lang="en-US" dirty="0"/>
              <a:t>Add code here</a:t>
            </a:r>
          </a:p>
        </p:txBody>
      </p:sp>
      <p:sp>
        <p:nvSpPr>
          <p:cNvPr id="6" name="Text Placeholder 9"/>
          <p:cNvSpPr>
            <a:spLocks noGrp="1"/>
          </p:cNvSpPr>
          <p:nvPr>
            <p:ph type="body" sz="quarter" idx="17" hasCustomPrompt="1"/>
          </p:nvPr>
        </p:nvSpPr>
        <p:spPr>
          <a:xfrm>
            <a:off x="268224" y="167876"/>
            <a:ext cx="4509375" cy="419853"/>
          </a:xfrm>
          <a:prstGeom prst="rect">
            <a:avLst/>
          </a:prstGeom>
        </p:spPr>
        <p:txBody>
          <a:bodyPr lIns="0" anchor="ctr">
            <a:noAutofit/>
          </a:bodyPr>
          <a:lstStyle>
            <a:lvl1pPr>
              <a:defRPr sz="1867" b="1" i="0">
                <a:solidFill>
                  <a:schemeClr val="bg1"/>
                </a:solidFill>
                <a:latin typeface="+mn-lt"/>
                <a:ea typeface="PS TT Commons DemiBold" charset="0"/>
                <a:cs typeface="PS TT Commons DemiBold" charset="0"/>
              </a:defRPr>
            </a:lvl1pPr>
          </a:lstStyle>
          <a:p>
            <a:pPr lvl="0"/>
            <a:r>
              <a:rPr lang="en-US"/>
              <a:t>Filename.here</a:t>
            </a:r>
            <a:endParaRPr lang="en-US" dirty="0"/>
          </a:p>
        </p:txBody>
      </p:sp>
    </p:spTree>
    <p:extLst>
      <p:ext uri="{BB962C8B-B14F-4D97-AF65-F5344CB8AC3E}">
        <p14:creationId xmlns:p14="http://schemas.microsoft.com/office/powerpoint/2010/main" val="42989735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de: Dark Full Page with Title and Description">
    <p:bg>
      <p:bgPr>
        <a:solidFill>
          <a:schemeClr val="bg2">
            <a:lumMod val="1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573024"/>
            <a:ext cx="10515600" cy="543832"/>
          </a:xfrm>
        </p:spPr>
        <p:txBody>
          <a:bodyPr/>
          <a:lstStyle>
            <a:lvl1pPr>
              <a:defRPr>
                <a:solidFill>
                  <a:schemeClr val="bg1"/>
                </a:solidFill>
              </a:defRPr>
            </a:lvl1pPr>
          </a:lstStyle>
          <a:p>
            <a:r>
              <a:rPr lang="en-US"/>
              <a:t>Add Title Slide in Title Case</a:t>
            </a:r>
          </a:p>
        </p:txBody>
      </p:sp>
      <p:sp>
        <p:nvSpPr>
          <p:cNvPr id="5" name="Text Placeholder 6"/>
          <p:cNvSpPr>
            <a:spLocks noGrp="1"/>
          </p:cNvSpPr>
          <p:nvPr>
            <p:ph type="body" sz="quarter" idx="10" hasCustomPrompt="1"/>
          </p:nvPr>
        </p:nvSpPr>
        <p:spPr>
          <a:xfrm>
            <a:off x="268189" y="1950720"/>
            <a:ext cx="11643396" cy="4644952"/>
          </a:xfrm>
          <a:prstGeom prst="rect">
            <a:avLst/>
          </a:prstGeom>
        </p:spPr>
        <p:txBody>
          <a:bodyPr anchor="ctr">
            <a:noAutofit/>
          </a:bodyPr>
          <a:lstStyle>
            <a:lvl1pPr marL="0" indent="0">
              <a:lnSpc>
                <a:spcPct val="110000"/>
              </a:lnSpc>
              <a:spcBef>
                <a:spcPts val="0"/>
              </a:spcBef>
              <a:buNone/>
              <a:defRPr sz="1733" baseline="0">
                <a:solidFill>
                  <a:schemeClr val="bg1"/>
                </a:solidFill>
                <a:latin typeface="Roboto Mono" pitchFamily="2" charset="0"/>
                <a:ea typeface="Roboto Mono" pitchFamily="2" charset="0"/>
                <a:cs typeface="Consolas" panose="020B0609020204030204" pitchFamily="49" charset="0"/>
              </a:defRPr>
            </a:lvl1pPr>
            <a:lvl2pPr marL="396117" indent="0">
              <a:buNone/>
              <a:defRPr>
                <a:solidFill>
                  <a:schemeClr val="bg1"/>
                </a:solidFill>
                <a:latin typeface="Consolas" panose="020B0609020204030204" pitchFamily="49" charset="0"/>
                <a:cs typeface="Consolas" panose="020B0609020204030204" pitchFamily="49" charset="0"/>
              </a:defRPr>
            </a:lvl2pPr>
            <a:lvl3pPr marL="794938" indent="0">
              <a:buNone/>
              <a:defRPr>
                <a:solidFill>
                  <a:schemeClr val="bg1"/>
                </a:solidFill>
                <a:latin typeface="Consolas" panose="020B0609020204030204" pitchFamily="49" charset="0"/>
                <a:cs typeface="Consolas" panose="020B0609020204030204" pitchFamily="49" charset="0"/>
              </a:defRPr>
            </a:lvl3pPr>
            <a:lvl4pPr marL="1177492" indent="0">
              <a:buNone/>
              <a:defRPr>
                <a:solidFill>
                  <a:schemeClr val="bg1"/>
                </a:solidFill>
                <a:latin typeface="Consolas" panose="020B0609020204030204" pitchFamily="49" charset="0"/>
                <a:cs typeface="Consolas" panose="020B0609020204030204" pitchFamily="49" charset="0"/>
              </a:defRPr>
            </a:lvl4pPr>
            <a:lvl5pPr marL="1462366" indent="0">
              <a:buNone/>
              <a:defRPr>
                <a:solidFill>
                  <a:schemeClr val="bg1"/>
                </a:solidFill>
                <a:latin typeface="Consolas" panose="020B0609020204030204" pitchFamily="49" charset="0"/>
                <a:cs typeface="Consolas" panose="020B0609020204030204" pitchFamily="49" charset="0"/>
              </a:defRPr>
            </a:lvl5pPr>
          </a:lstStyle>
          <a:p>
            <a:pPr lvl="0"/>
            <a:r>
              <a:rPr lang="en-US" dirty="0"/>
              <a:t>Add code here</a:t>
            </a:r>
          </a:p>
        </p:txBody>
      </p:sp>
      <p:sp>
        <p:nvSpPr>
          <p:cNvPr id="9" name="Text Placeholder 8"/>
          <p:cNvSpPr>
            <a:spLocks noGrp="1"/>
          </p:cNvSpPr>
          <p:nvPr>
            <p:ph type="body" sz="quarter" idx="18" hasCustomPrompt="1"/>
          </p:nvPr>
        </p:nvSpPr>
        <p:spPr>
          <a:xfrm>
            <a:off x="838200" y="1127760"/>
            <a:ext cx="10515600" cy="502705"/>
          </a:xfrm>
          <a:prstGeom prst="rect">
            <a:avLst/>
          </a:prstGeom>
        </p:spPr>
        <p:txBody>
          <a:bodyPr>
            <a:noAutofit/>
          </a:bodyPr>
          <a:lstStyle>
            <a:lvl1pPr algn="ctr">
              <a:spcBef>
                <a:spcPts val="0"/>
              </a:spcBef>
              <a:defRPr sz="2133" b="0" i="0">
                <a:solidFill>
                  <a:schemeClr val="bg1"/>
                </a:solidFill>
                <a:latin typeface="PS TT Commons Book" charset="0"/>
                <a:ea typeface="PS TT Commons Book" charset="0"/>
                <a:cs typeface="PS TT Commons Book" charset="0"/>
              </a:defRPr>
            </a:lvl1pPr>
          </a:lstStyle>
          <a:p>
            <a:pPr lvl="0"/>
            <a:r>
              <a:rPr lang="en-US"/>
              <a:t>Add a line of text here if needed</a:t>
            </a:r>
          </a:p>
        </p:txBody>
      </p:sp>
    </p:spTree>
    <p:extLst>
      <p:ext uri="{BB962C8B-B14F-4D97-AF65-F5344CB8AC3E}">
        <p14:creationId xmlns:p14="http://schemas.microsoft.com/office/powerpoint/2010/main" val="379372446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de: Light Full Page with Title and Description">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573024"/>
            <a:ext cx="10515600" cy="543832"/>
          </a:xfrm>
        </p:spPr>
        <p:txBody>
          <a:bodyPr/>
          <a:lstStyle>
            <a:lvl1pPr>
              <a:defRPr>
                <a:solidFill>
                  <a:schemeClr val="tx1"/>
                </a:solidFill>
              </a:defRPr>
            </a:lvl1pPr>
          </a:lstStyle>
          <a:p>
            <a:r>
              <a:rPr lang="en-US"/>
              <a:t>Add Title Slide in Title Case</a:t>
            </a:r>
          </a:p>
        </p:txBody>
      </p:sp>
      <p:sp>
        <p:nvSpPr>
          <p:cNvPr id="5" name="Text Placeholder 6"/>
          <p:cNvSpPr>
            <a:spLocks noGrp="1"/>
          </p:cNvSpPr>
          <p:nvPr>
            <p:ph type="body" sz="quarter" idx="10" hasCustomPrompt="1"/>
          </p:nvPr>
        </p:nvSpPr>
        <p:spPr>
          <a:xfrm>
            <a:off x="268189" y="1950720"/>
            <a:ext cx="11643396" cy="4644952"/>
          </a:xfrm>
          <a:prstGeom prst="rect">
            <a:avLst/>
          </a:prstGeom>
        </p:spPr>
        <p:txBody>
          <a:bodyPr anchor="ctr">
            <a:noAutofit/>
          </a:bodyPr>
          <a:lstStyle>
            <a:lvl1pPr marL="0" indent="0">
              <a:lnSpc>
                <a:spcPct val="110000"/>
              </a:lnSpc>
              <a:spcBef>
                <a:spcPts val="0"/>
              </a:spcBef>
              <a:buNone/>
              <a:defRPr sz="1733" baseline="0">
                <a:solidFill>
                  <a:schemeClr val="tx1"/>
                </a:solidFill>
                <a:latin typeface="Roboto Mono" pitchFamily="2" charset="0"/>
                <a:ea typeface="Roboto Mono" pitchFamily="2" charset="0"/>
                <a:cs typeface="Consolas" panose="020B0609020204030204" pitchFamily="49" charset="0"/>
              </a:defRPr>
            </a:lvl1pPr>
            <a:lvl2pPr marL="396117" indent="0">
              <a:buNone/>
              <a:defRPr>
                <a:solidFill>
                  <a:schemeClr val="bg1"/>
                </a:solidFill>
                <a:latin typeface="Consolas" panose="020B0609020204030204" pitchFamily="49" charset="0"/>
                <a:cs typeface="Consolas" panose="020B0609020204030204" pitchFamily="49" charset="0"/>
              </a:defRPr>
            </a:lvl2pPr>
            <a:lvl3pPr marL="794938" indent="0">
              <a:buNone/>
              <a:defRPr>
                <a:solidFill>
                  <a:schemeClr val="bg1"/>
                </a:solidFill>
                <a:latin typeface="Consolas" panose="020B0609020204030204" pitchFamily="49" charset="0"/>
                <a:cs typeface="Consolas" panose="020B0609020204030204" pitchFamily="49" charset="0"/>
              </a:defRPr>
            </a:lvl3pPr>
            <a:lvl4pPr marL="1177492" indent="0">
              <a:buNone/>
              <a:defRPr>
                <a:solidFill>
                  <a:schemeClr val="bg1"/>
                </a:solidFill>
                <a:latin typeface="Consolas" panose="020B0609020204030204" pitchFamily="49" charset="0"/>
                <a:cs typeface="Consolas" panose="020B0609020204030204" pitchFamily="49" charset="0"/>
              </a:defRPr>
            </a:lvl4pPr>
            <a:lvl5pPr marL="1462366" indent="0">
              <a:buNone/>
              <a:defRPr>
                <a:solidFill>
                  <a:schemeClr val="bg1"/>
                </a:solidFill>
                <a:latin typeface="Consolas" panose="020B0609020204030204" pitchFamily="49" charset="0"/>
                <a:cs typeface="Consolas" panose="020B0609020204030204" pitchFamily="49" charset="0"/>
              </a:defRPr>
            </a:lvl5pPr>
          </a:lstStyle>
          <a:p>
            <a:pPr lvl="0"/>
            <a:r>
              <a:rPr lang="en-US" dirty="0"/>
              <a:t>Add code here</a:t>
            </a:r>
          </a:p>
        </p:txBody>
      </p:sp>
      <p:sp>
        <p:nvSpPr>
          <p:cNvPr id="9" name="Text Placeholder 8"/>
          <p:cNvSpPr>
            <a:spLocks noGrp="1"/>
          </p:cNvSpPr>
          <p:nvPr>
            <p:ph type="body" sz="quarter" idx="18" hasCustomPrompt="1"/>
          </p:nvPr>
        </p:nvSpPr>
        <p:spPr>
          <a:xfrm>
            <a:off x="838200" y="1127760"/>
            <a:ext cx="10515600" cy="502705"/>
          </a:xfrm>
          <a:prstGeom prst="rect">
            <a:avLst/>
          </a:prstGeom>
        </p:spPr>
        <p:txBody>
          <a:bodyPr>
            <a:noAutofit/>
          </a:bodyPr>
          <a:lstStyle>
            <a:lvl1pPr algn="ctr">
              <a:spcBef>
                <a:spcPts val="0"/>
              </a:spcBef>
              <a:defRPr sz="2133" b="0" i="0">
                <a:solidFill>
                  <a:schemeClr val="tx1"/>
                </a:solidFill>
                <a:latin typeface="PS TT Commons Book" charset="0"/>
                <a:ea typeface="PS TT Commons Book" charset="0"/>
                <a:cs typeface="PS TT Commons Book" charset="0"/>
              </a:defRPr>
            </a:lvl1pPr>
          </a:lstStyle>
          <a:p>
            <a:pPr lvl="0"/>
            <a:r>
              <a:rPr lang="en-US"/>
              <a:t>Add a line of text here if needed</a:t>
            </a:r>
          </a:p>
        </p:txBody>
      </p:sp>
    </p:spTree>
    <p:extLst>
      <p:ext uri="{BB962C8B-B14F-4D97-AF65-F5344CB8AC3E}">
        <p14:creationId xmlns:p14="http://schemas.microsoft.com/office/powerpoint/2010/main" val="225205432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ode: Title Half Page with Tab and Output">
    <p:bg>
      <p:bgPr>
        <a:solidFill>
          <a:schemeClr val="bg2">
            <a:lumMod val="2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573024"/>
            <a:ext cx="10515600" cy="543832"/>
          </a:xfrm>
        </p:spPr>
        <p:txBody>
          <a:bodyPr/>
          <a:lstStyle>
            <a:lvl1pPr>
              <a:defRPr baseline="0">
                <a:solidFill>
                  <a:schemeClr val="bg1"/>
                </a:solidFill>
              </a:defRPr>
            </a:lvl1pPr>
          </a:lstStyle>
          <a:p>
            <a:r>
              <a:rPr lang="en-US"/>
              <a:t>Add Title Slide in Title Case</a:t>
            </a:r>
          </a:p>
        </p:txBody>
      </p:sp>
      <p:sp>
        <p:nvSpPr>
          <p:cNvPr id="3" name="Text Placeholder 8"/>
          <p:cNvSpPr>
            <a:spLocks noGrp="1"/>
          </p:cNvSpPr>
          <p:nvPr>
            <p:ph type="body" sz="quarter" idx="18" hasCustomPrompt="1"/>
          </p:nvPr>
        </p:nvSpPr>
        <p:spPr>
          <a:xfrm>
            <a:off x="838200" y="1127760"/>
            <a:ext cx="10515600" cy="502705"/>
          </a:xfrm>
          <a:prstGeom prst="rect">
            <a:avLst/>
          </a:prstGeom>
        </p:spPr>
        <p:txBody>
          <a:bodyPr>
            <a:noAutofit/>
          </a:bodyPr>
          <a:lstStyle>
            <a:lvl1pPr marL="0" indent="0" algn="ctr">
              <a:spcBef>
                <a:spcPts val="0"/>
              </a:spcBef>
              <a:defRPr sz="2133" b="0" i="0">
                <a:solidFill>
                  <a:schemeClr val="bg1"/>
                </a:solidFill>
                <a:latin typeface="PS TT Commons Book" charset="0"/>
                <a:ea typeface="PS TT Commons Book" charset="0"/>
                <a:cs typeface="PS TT Commons Book" charset="0"/>
              </a:defRPr>
            </a:lvl1pPr>
          </a:lstStyle>
          <a:p>
            <a:pPr lvl="0"/>
            <a:r>
              <a:rPr lang="en-US"/>
              <a:t>Add a line of text here if needed</a:t>
            </a:r>
          </a:p>
        </p:txBody>
      </p:sp>
      <p:sp>
        <p:nvSpPr>
          <p:cNvPr id="4" name="Rectangle 3"/>
          <p:cNvSpPr/>
          <p:nvPr/>
        </p:nvSpPr>
        <p:spPr>
          <a:xfrm>
            <a:off x="-1" y="2295434"/>
            <a:ext cx="12192001" cy="2616241"/>
          </a:xfrm>
          <a:prstGeom prst="rect">
            <a:avLst/>
          </a:prstGeom>
          <a:solidFill>
            <a:schemeClr val="bg2">
              <a:lumMod val="10000"/>
            </a:schemeClr>
          </a:solidFill>
          <a:ln>
            <a:noFill/>
          </a:ln>
          <a:effectLst/>
        </p:spPr>
        <p:style>
          <a:lnRef idx="2">
            <a:schemeClr val="accent1"/>
          </a:lnRef>
          <a:fillRef idx="0">
            <a:schemeClr val="accent1"/>
          </a:fillRef>
          <a:effectRef idx="1">
            <a:schemeClr val="accent1"/>
          </a:effectRef>
          <a:fontRef idx="minor">
            <a:schemeClr val="tx1"/>
          </a:fontRef>
        </p:style>
        <p:txBody>
          <a:bodyPr lIns="243840" tIns="243840" rIns="243840" bIns="243840" rtlCol="0" anchor="t" anchorCtr="0"/>
          <a:lstStyle/>
          <a:p>
            <a:pPr algn="ctr">
              <a:spcBef>
                <a:spcPts val="800"/>
              </a:spcBef>
            </a:pPr>
            <a:endParaRPr lang="en-US" sz="2667" b="0" i="0" dirty="0">
              <a:solidFill>
                <a:schemeClr val="bg1"/>
              </a:solidFill>
              <a:latin typeface="PS TT Commons" charset="0"/>
              <a:ea typeface="PS TT Commons" charset="0"/>
              <a:cs typeface="PS TT Commons" charset="0"/>
            </a:endParaRPr>
          </a:p>
        </p:txBody>
      </p:sp>
      <p:sp>
        <p:nvSpPr>
          <p:cNvPr id="5" name="Rectangle 4"/>
          <p:cNvSpPr/>
          <p:nvPr/>
        </p:nvSpPr>
        <p:spPr>
          <a:xfrm>
            <a:off x="0" y="1710660"/>
            <a:ext cx="4014264" cy="795127"/>
          </a:xfrm>
          <a:prstGeom prst="rect">
            <a:avLst/>
          </a:prstGeom>
          <a:solidFill>
            <a:schemeClr val="bg2">
              <a:lumMod val="10000"/>
            </a:schemeClr>
          </a:solidFill>
          <a:ln>
            <a:noFill/>
          </a:ln>
          <a:effectLst/>
        </p:spPr>
        <p:style>
          <a:lnRef idx="2">
            <a:schemeClr val="accent1"/>
          </a:lnRef>
          <a:fillRef idx="0">
            <a:schemeClr val="accent1"/>
          </a:fillRef>
          <a:effectRef idx="1">
            <a:schemeClr val="accent1"/>
          </a:effectRef>
          <a:fontRef idx="minor">
            <a:schemeClr val="tx1"/>
          </a:fontRef>
        </p:style>
        <p:txBody>
          <a:bodyPr lIns="243840" tIns="243840" rIns="243840" bIns="243840" rtlCol="0" anchor="ctr"/>
          <a:lstStyle/>
          <a:p>
            <a:pPr algn="ctr">
              <a:spcBef>
                <a:spcPts val="800"/>
              </a:spcBef>
            </a:pPr>
            <a:endParaRPr lang="en-US" sz="2667" b="0" i="0" dirty="0">
              <a:solidFill>
                <a:schemeClr val="bg1"/>
              </a:solidFill>
              <a:latin typeface="PS TT Commons" charset="0"/>
              <a:ea typeface="PS TT Commons" charset="0"/>
              <a:cs typeface="PS TT Commons" charset="0"/>
            </a:endParaRPr>
          </a:p>
        </p:txBody>
      </p:sp>
      <p:sp>
        <p:nvSpPr>
          <p:cNvPr id="6" name="Text Placeholder 6"/>
          <p:cNvSpPr>
            <a:spLocks noGrp="1"/>
          </p:cNvSpPr>
          <p:nvPr>
            <p:ph type="body" sz="quarter" idx="10" hasCustomPrompt="1"/>
          </p:nvPr>
        </p:nvSpPr>
        <p:spPr>
          <a:xfrm>
            <a:off x="268224" y="2505787"/>
            <a:ext cx="11583534" cy="2155213"/>
          </a:xfrm>
          <a:prstGeom prst="rect">
            <a:avLst/>
          </a:prstGeom>
        </p:spPr>
        <p:txBody>
          <a:bodyPr anchor="ctr">
            <a:noAutofit/>
          </a:bodyPr>
          <a:lstStyle>
            <a:lvl1pPr marL="0" indent="0">
              <a:lnSpc>
                <a:spcPct val="110000"/>
              </a:lnSpc>
              <a:spcBef>
                <a:spcPts val="0"/>
              </a:spcBef>
              <a:buNone/>
              <a:defRPr sz="1733" baseline="0">
                <a:solidFill>
                  <a:schemeClr val="bg1"/>
                </a:solidFill>
                <a:latin typeface="Roboto Mono" pitchFamily="2" charset="0"/>
                <a:ea typeface="Roboto Mono" pitchFamily="2" charset="0"/>
                <a:cs typeface="Consolas" panose="020B0609020204030204" pitchFamily="49" charset="0"/>
              </a:defRPr>
            </a:lvl1pPr>
            <a:lvl2pPr marL="396117" indent="0">
              <a:buNone/>
              <a:defRPr>
                <a:solidFill>
                  <a:schemeClr val="bg1"/>
                </a:solidFill>
                <a:latin typeface="Consolas" panose="020B0609020204030204" pitchFamily="49" charset="0"/>
                <a:cs typeface="Consolas" panose="020B0609020204030204" pitchFamily="49" charset="0"/>
              </a:defRPr>
            </a:lvl2pPr>
            <a:lvl3pPr marL="794938" indent="0">
              <a:buNone/>
              <a:defRPr>
                <a:solidFill>
                  <a:schemeClr val="bg1"/>
                </a:solidFill>
                <a:latin typeface="Consolas" panose="020B0609020204030204" pitchFamily="49" charset="0"/>
                <a:cs typeface="Consolas" panose="020B0609020204030204" pitchFamily="49" charset="0"/>
              </a:defRPr>
            </a:lvl3pPr>
            <a:lvl4pPr marL="1177492" indent="0">
              <a:buNone/>
              <a:defRPr>
                <a:solidFill>
                  <a:schemeClr val="bg1"/>
                </a:solidFill>
                <a:latin typeface="Consolas" panose="020B0609020204030204" pitchFamily="49" charset="0"/>
                <a:cs typeface="Consolas" panose="020B0609020204030204" pitchFamily="49" charset="0"/>
              </a:defRPr>
            </a:lvl4pPr>
            <a:lvl5pPr marL="1462366" indent="0">
              <a:buNone/>
              <a:defRPr>
                <a:solidFill>
                  <a:schemeClr val="bg1"/>
                </a:solidFill>
                <a:latin typeface="Consolas" panose="020B0609020204030204" pitchFamily="49" charset="0"/>
                <a:cs typeface="Consolas" panose="020B0609020204030204" pitchFamily="49" charset="0"/>
              </a:defRPr>
            </a:lvl5pPr>
          </a:lstStyle>
          <a:p>
            <a:pPr lvl="0"/>
            <a:r>
              <a:rPr lang="en-US" dirty="0"/>
              <a:t>Add code here</a:t>
            </a:r>
          </a:p>
        </p:txBody>
      </p:sp>
      <p:sp>
        <p:nvSpPr>
          <p:cNvPr id="7" name="Text Placeholder 9"/>
          <p:cNvSpPr>
            <a:spLocks noGrp="1"/>
          </p:cNvSpPr>
          <p:nvPr>
            <p:ph type="body" sz="quarter" idx="17" hasCustomPrompt="1"/>
          </p:nvPr>
        </p:nvSpPr>
        <p:spPr>
          <a:xfrm>
            <a:off x="268224" y="1835258"/>
            <a:ext cx="3223292" cy="419853"/>
          </a:xfrm>
          <a:prstGeom prst="rect">
            <a:avLst/>
          </a:prstGeom>
        </p:spPr>
        <p:txBody>
          <a:bodyPr lIns="0" anchor="ctr">
            <a:noAutofit/>
          </a:bodyPr>
          <a:lstStyle>
            <a:lvl1pPr>
              <a:defRPr sz="1867" b="1" i="0">
                <a:solidFill>
                  <a:schemeClr val="bg1"/>
                </a:solidFill>
                <a:latin typeface="+mn-lt"/>
                <a:ea typeface="PS TT Commons DemiBold" charset="0"/>
                <a:cs typeface="PS TT Commons DemiBold" charset="0"/>
              </a:defRPr>
            </a:lvl1pPr>
          </a:lstStyle>
          <a:p>
            <a:pPr lvl="0"/>
            <a:r>
              <a:rPr lang="en-US"/>
              <a:t>Filename.here</a:t>
            </a:r>
            <a:endParaRPr lang="en-US" dirty="0"/>
          </a:p>
        </p:txBody>
      </p:sp>
      <p:sp>
        <p:nvSpPr>
          <p:cNvPr id="8" name="Rectangle 7"/>
          <p:cNvSpPr/>
          <p:nvPr/>
        </p:nvSpPr>
        <p:spPr>
          <a:xfrm>
            <a:off x="-3" y="4911676"/>
            <a:ext cx="12192003" cy="1946325"/>
          </a:xfrm>
          <a:prstGeom prst="rect">
            <a:avLst/>
          </a:pr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lIns="243840" tIns="243840" rIns="243840" bIns="243840" rtlCol="0" anchor="t" anchorCtr="0"/>
          <a:lstStyle/>
          <a:p>
            <a:pPr algn="ctr">
              <a:spcBef>
                <a:spcPts val="800"/>
              </a:spcBef>
            </a:pPr>
            <a:endParaRPr lang="en-US" sz="2667" b="0" i="0" dirty="0">
              <a:solidFill>
                <a:schemeClr val="bg1"/>
              </a:solidFill>
              <a:latin typeface="PS TT Commons" charset="0"/>
              <a:ea typeface="PS TT Commons" charset="0"/>
              <a:cs typeface="PS TT Commons" charset="0"/>
            </a:endParaRPr>
          </a:p>
        </p:txBody>
      </p:sp>
      <p:sp>
        <p:nvSpPr>
          <p:cNvPr id="9" name="Text Placeholder 6"/>
          <p:cNvSpPr>
            <a:spLocks noGrp="1"/>
          </p:cNvSpPr>
          <p:nvPr>
            <p:ph type="body" sz="quarter" idx="11" hasCustomPrompt="1"/>
          </p:nvPr>
        </p:nvSpPr>
        <p:spPr>
          <a:xfrm>
            <a:off x="268224" y="5010912"/>
            <a:ext cx="11583533" cy="1584760"/>
          </a:xfrm>
          <a:prstGeom prst="rect">
            <a:avLst/>
          </a:prstGeom>
        </p:spPr>
        <p:txBody>
          <a:bodyPr anchor="t" anchorCtr="0">
            <a:noAutofit/>
          </a:bodyPr>
          <a:lstStyle>
            <a:lvl1pPr marL="0" indent="0">
              <a:lnSpc>
                <a:spcPct val="110000"/>
              </a:lnSpc>
              <a:spcBef>
                <a:spcPts val="0"/>
              </a:spcBef>
              <a:buNone/>
              <a:defRPr sz="1733" baseline="0">
                <a:solidFill>
                  <a:schemeClr val="tx1">
                    <a:lumMod val="75000"/>
                  </a:schemeClr>
                </a:solidFill>
                <a:latin typeface="Roboto Mono" pitchFamily="2" charset="0"/>
                <a:ea typeface="Roboto Mono" pitchFamily="2" charset="0"/>
                <a:cs typeface="Consolas" panose="020B0609020204030204" pitchFamily="49" charset="0"/>
              </a:defRPr>
            </a:lvl1pPr>
            <a:lvl2pPr marL="396117" indent="0">
              <a:buNone/>
              <a:defRPr>
                <a:solidFill>
                  <a:schemeClr val="bg1"/>
                </a:solidFill>
                <a:latin typeface="Consolas" panose="020B0609020204030204" pitchFamily="49" charset="0"/>
                <a:cs typeface="Consolas" panose="020B0609020204030204" pitchFamily="49" charset="0"/>
              </a:defRPr>
            </a:lvl2pPr>
            <a:lvl3pPr marL="794938" indent="0">
              <a:buNone/>
              <a:defRPr>
                <a:solidFill>
                  <a:schemeClr val="bg1"/>
                </a:solidFill>
                <a:latin typeface="Consolas" panose="020B0609020204030204" pitchFamily="49" charset="0"/>
                <a:cs typeface="Consolas" panose="020B0609020204030204" pitchFamily="49" charset="0"/>
              </a:defRPr>
            </a:lvl3pPr>
            <a:lvl4pPr marL="1177492" indent="0">
              <a:buNone/>
              <a:defRPr>
                <a:solidFill>
                  <a:schemeClr val="bg1"/>
                </a:solidFill>
                <a:latin typeface="Consolas" panose="020B0609020204030204" pitchFamily="49" charset="0"/>
                <a:cs typeface="Consolas" panose="020B0609020204030204" pitchFamily="49" charset="0"/>
              </a:defRPr>
            </a:lvl4pPr>
            <a:lvl5pPr marL="1462366" indent="0">
              <a:buNone/>
              <a:defRPr>
                <a:solidFill>
                  <a:schemeClr val="bg1"/>
                </a:solidFill>
                <a:latin typeface="Consolas" panose="020B0609020204030204" pitchFamily="49" charset="0"/>
                <a:cs typeface="Consolas" panose="020B0609020204030204" pitchFamily="49" charset="0"/>
              </a:defRPr>
            </a:lvl5pPr>
          </a:lstStyle>
          <a:p>
            <a:pPr lvl="0"/>
            <a:r>
              <a:rPr lang="en-US"/>
              <a:t>&gt; Console</a:t>
            </a:r>
            <a:endParaRPr lang="en-US" dirty="0"/>
          </a:p>
        </p:txBody>
      </p:sp>
    </p:spTree>
    <p:extLst>
      <p:ext uri="{BB962C8B-B14F-4D97-AF65-F5344CB8AC3E}">
        <p14:creationId xmlns:p14="http://schemas.microsoft.com/office/powerpoint/2010/main" val="276455272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ode: Dark Half Page Horizontal">
    <p:bg>
      <p:bgPr>
        <a:solidFill>
          <a:schemeClr val="bg2">
            <a:lumMod val="10000"/>
          </a:schemeClr>
        </a:solidFill>
        <a:effectLst/>
      </p:bgPr>
    </p:bg>
    <p:spTree>
      <p:nvGrpSpPr>
        <p:cNvPr id="1" name=""/>
        <p:cNvGrpSpPr/>
        <p:nvPr/>
      </p:nvGrpSpPr>
      <p:grpSpPr>
        <a:xfrm>
          <a:off x="0" y="0"/>
          <a:ext cx="0" cy="0"/>
          <a:chOff x="0" y="0"/>
          <a:chExt cx="0" cy="0"/>
        </a:xfrm>
      </p:grpSpPr>
      <p:sp>
        <p:nvSpPr>
          <p:cNvPr id="8" name="Rectangle 7"/>
          <p:cNvSpPr/>
          <p:nvPr/>
        </p:nvSpPr>
        <p:spPr>
          <a:xfrm>
            <a:off x="-3" y="4230625"/>
            <a:ext cx="12192003" cy="2627376"/>
          </a:xfrm>
          <a:prstGeom prst="rect">
            <a:avLst/>
          </a:pr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lIns="243840" tIns="243840" rIns="243840" bIns="243840" rtlCol="0" anchor="t" anchorCtr="0"/>
          <a:lstStyle/>
          <a:p>
            <a:pPr algn="ctr">
              <a:spcBef>
                <a:spcPts val="800"/>
              </a:spcBef>
            </a:pPr>
            <a:endParaRPr lang="en-US" sz="2667" b="0" i="0" dirty="0">
              <a:solidFill>
                <a:schemeClr val="bg1"/>
              </a:solidFill>
              <a:latin typeface="PS TT Commons" charset="0"/>
              <a:ea typeface="PS TT Commons" charset="0"/>
              <a:cs typeface="PS TT Commons" charset="0"/>
            </a:endParaRPr>
          </a:p>
        </p:txBody>
      </p:sp>
      <p:sp>
        <p:nvSpPr>
          <p:cNvPr id="2" name="Title 1"/>
          <p:cNvSpPr>
            <a:spLocks noGrp="1"/>
          </p:cNvSpPr>
          <p:nvPr>
            <p:ph type="title" hasCustomPrompt="1"/>
          </p:nvPr>
        </p:nvSpPr>
        <p:spPr>
          <a:xfrm>
            <a:off x="268187" y="4484497"/>
            <a:ext cx="11655588" cy="543832"/>
          </a:xfrm>
        </p:spPr>
        <p:txBody>
          <a:bodyPr>
            <a:noAutofit/>
          </a:bodyPr>
          <a:lstStyle>
            <a:lvl1pPr algn="l">
              <a:defRPr sz="2933" baseline="0">
                <a:solidFill>
                  <a:schemeClr val="tx1"/>
                </a:solidFill>
              </a:defRPr>
            </a:lvl1pPr>
          </a:lstStyle>
          <a:p>
            <a:r>
              <a:rPr lang="en-US"/>
              <a:t>Add Title Slide in Title Case</a:t>
            </a:r>
          </a:p>
        </p:txBody>
      </p:sp>
      <p:sp>
        <p:nvSpPr>
          <p:cNvPr id="3" name="Text Placeholder 8"/>
          <p:cNvSpPr>
            <a:spLocks noGrp="1"/>
          </p:cNvSpPr>
          <p:nvPr>
            <p:ph type="body" sz="quarter" idx="18"/>
          </p:nvPr>
        </p:nvSpPr>
        <p:spPr>
          <a:xfrm>
            <a:off x="268187" y="5113867"/>
            <a:ext cx="11655588" cy="1421045"/>
          </a:xfrm>
          <a:prstGeom prst="rect">
            <a:avLst/>
          </a:prstGeom>
        </p:spPr>
        <p:txBody>
          <a:bodyPr lIns="91440">
            <a:noAutofit/>
          </a:bodyPr>
          <a:lstStyle>
            <a:lvl1pPr marL="0" indent="0" algn="l">
              <a:lnSpc>
                <a:spcPct val="100000"/>
              </a:lnSpc>
              <a:spcBef>
                <a:spcPts val="0"/>
              </a:spcBef>
              <a:buFont typeface="Arial" charset="0"/>
              <a:buNone/>
              <a:defRPr sz="2000" b="0" i="0">
                <a:solidFill>
                  <a:schemeClr val="tx1"/>
                </a:solidFill>
                <a:latin typeface="+mn-lt"/>
                <a:ea typeface="PS TT Commons Medium" charset="0"/>
                <a:cs typeface="PS TT Commons Medium" charset="0"/>
              </a:defRPr>
            </a:lvl1pPr>
          </a:lstStyle>
          <a:p>
            <a:pPr lvl="0"/>
            <a:endParaRPr lang="en-US"/>
          </a:p>
        </p:txBody>
      </p:sp>
      <p:sp>
        <p:nvSpPr>
          <p:cNvPr id="6" name="Text Placeholder 6"/>
          <p:cNvSpPr>
            <a:spLocks noGrp="1"/>
          </p:cNvSpPr>
          <p:nvPr>
            <p:ph type="body" sz="quarter" idx="10" hasCustomPrompt="1"/>
          </p:nvPr>
        </p:nvSpPr>
        <p:spPr>
          <a:xfrm>
            <a:off x="268189" y="292609"/>
            <a:ext cx="11655588" cy="3711471"/>
          </a:xfrm>
          <a:prstGeom prst="rect">
            <a:avLst/>
          </a:prstGeom>
        </p:spPr>
        <p:txBody>
          <a:bodyPr anchor="b">
            <a:noAutofit/>
          </a:bodyPr>
          <a:lstStyle>
            <a:lvl1pPr marL="0" indent="0">
              <a:lnSpc>
                <a:spcPct val="110000"/>
              </a:lnSpc>
              <a:spcBef>
                <a:spcPts val="0"/>
              </a:spcBef>
              <a:buNone/>
              <a:defRPr sz="1733" baseline="0">
                <a:solidFill>
                  <a:schemeClr val="bg1"/>
                </a:solidFill>
                <a:latin typeface="Roboto Mono" pitchFamily="2" charset="0"/>
                <a:ea typeface="Roboto Mono" pitchFamily="2" charset="0"/>
                <a:cs typeface="Consolas" panose="020B0609020204030204" pitchFamily="49" charset="0"/>
              </a:defRPr>
            </a:lvl1pPr>
            <a:lvl2pPr marL="396117" indent="0">
              <a:buNone/>
              <a:defRPr>
                <a:solidFill>
                  <a:schemeClr val="bg1"/>
                </a:solidFill>
                <a:latin typeface="Consolas" panose="020B0609020204030204" pitchFamily="49" charset="0"/>
                <a:cs typeface="Consolas" panose="020B0609020204030204" pitchFamily="49" charset="0"/>
              </a:defRPr>
            </a:lvl2pPr>
            <a:lvl3pPr marL="794938" indent="0">
              <a:buNone/>
              <a:defRPr>
                <a:solidFill>
                  <a:schemeClr val="bg1"/>
                </a:solidFill>
                <a:latin typeface="Consolas" panose="020B0609020204030204" pitchFamily="49" charset="0"/>
                <a:cs typeface="Consolas" panose="020B0609020204030204" pitchFamily="49" charset="0"/>
              </a:defRPr>
            </a:lvl3pPr>
            <a:lvl4pPr marL="1177492" indent="0">
              <a:buNone/>
              <a:defRPr>
                <a:solidFill>
                  <a:schemeClr val="bg1"/>
                </a:solidFill>
                <a:latin typeface="Consolas" panose="020B0609020204030204" pitchFamily="49" charset="0"/>
                <a:cs typeface="Consolas" panose="020B0609020204030204" pitchFamily="49" charset="0"/>
              </a:defRPr>
            </a:lvl4pPr>
            <a:lvl5pPr marL="1462366" indent="0">
              <a:buNone/>
              <a:defRPr>
                <a:solidFill>
                  <a:schemeClr val="bg1"/>
                </a:solidFill>
                <a:latin typeface="Consolas" panose="020B0609020204030204" pitchFamily="49" charset="0"/>
                <a:cs typeface="Consolas" panose="020B0609020204030204" pitchFamily="49" charset="0"/>
              </a:defRPr>
            </a:lvl5pPr>
          </a:lstStyle>
          <a:p>
            <a:pPr lvl="0"/>
            <a:r>
              <a:rPr lang="en-US" dirty="0"/>
              <a:t>Add code here</a:t>
            </a:r>
          </a:p>
        </p:txBody>
      </p:sp>
    </p:spTree>
    <p:extLst>
      <p:ext uri="{BB962C8B-B14F-4D97-AF65-F5344CB8AC3E}">
        <p14:creationId xmlns:p14="http://schemas.microsoft.com/office/powerpoint/2010/main" val="21942799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de: Light Half Page Horizontal">
    <p:bg>
      <p:bgPr>
        <a:solidFill>
          <a:schemeClr val="bg1">
            <a:lumMod val="85000"/>
          </a:schemeClr>
        </a:solidFill>
        <a:effectLst/>
      </p:bgPr>
    </p:bg>
    <p:spTree>
      <p:nvGrpSpPr>
        <p:cNvPr id="1" name=""/>
        <p:cNvGrpSpPr/>
        <p:nvPr/>
      </p:nvGrpSpPr>
      <p:grpSpPr>
        <a:xfrm>
          <a:off x="0" y="0"/>
          <a:ext cx="0" cy="0"/>
          <a:chOff x="0" y="0"/>
          <a:chExt cx="0" cy="0"/>
        </a:xfrm>
      </p:grpSpPr>
      <p:sp>
        <p:nvSpPr>
          <p:cNvPr id="8" name="Rectangle 7"/>
          <p:cNvSpPr/>
          <p:nvPr/>
        </p:nvSpPr>
        <p:spPr>
          <a:xfrm>
            <a:off x="-3" y="4230625"/>
            <a:ext cx="12192003" cy="2627376"/>
          </a:xfrm>
          <a:prstGeom prst="rect">
            <a:avLst/>
          </a:pr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lIns="243840" tIns="243840" rIns="243840" bIns="243840" rtlCol="0" anchor="t" anchorCtr="0"/>
          <a:lstStyle/>
          <a:p>
            <a:pPr algn="ctr">
              <a:spcBef>
                <a:spcPts val="800"/>
              </a:spcBef>
            </a:pPr>
            <a:endParaRPr lang="en-US" sz="2667" b="0" i="0" dirty="0">
              <a:solidFill>
                <a:schemeClr val="bg1"/>
              </a:solidFill>
              <a:latin typeface="PS TT Commons" charset="0"/>
              <a:ea typeface="PS TT Commons" charset="0"/>
              <a:cs typeface="PS TT Commons" charset="0"/>
            </a:endParaRPr>
          </a:p>
        </p:txBody>
      </p:sp>
      <p:sp>
        <p:nvSpPr>
          <p:cNvPr id="2" name="Title 1"/>
          <p:cNvSpPr>
            <a:spLocks noGrp="1"/>
          </p:cNvSpPr>
          <p:nvPr>
            <p:ph type="title" hasCustomPrompt="1"/>
          </p:nvPr>
        </p:nvSpPr>
        <p:spPr>
          <a:xfrm>
            <a:off x="268187" y="4484497"/>
            <a:ext cx="11655588" cy="543832"/>
          </a:xfrm>
        </p:spPr>
        <p:txBody>
          <a:bodyPr/>
          <a:lstStyle>
            <a:lvl1pPr algn="l">
              <a:defRPr sz="2933" baseline="0">
                <a:solidFill>
                  <a:schemeClr val="tx1"/>
                </a:solidFill>
              </a:defRPr>
            </a:lvl1pPr>
          </a:lstStyle>
          <a:p>
            <a:r>
              <a:rPr lang="en-US"/>
              <a:t>Add Title Slide in Title Case</a:t>
            </a:r>
          </a:p>
        </p:txBody>
      </p:sp>
      <p:sp>
        <p:nvSpPr>
          <p:cNvPr id="6" name="Text Placeholder 6"/>
          <p:cNvSpPr>
            <a:spLocks noGrp="1"/>
          </p:cNvSpPr>
          <p:nvPr>
            <p:ph type="body" sz="quarter" idx="10" hasCustomPrompt="1"/>
          </p:nvPr>
        </p:nvSpPr>
        <p:spPr>
          <a:xfrm>
            <a:off x="268189" y="292609"/>
            <a:ext cx="11655588" cy="3711471"/>
          </a:xfrm>
          <a:prstGeom prst="rect">
            <a:avLst/>
          </a:prstGeom>
        </p:spPr>
        <p:txBody>
          <a:bodyPr anchor="b">
            <a:noAutofit/>
          </a:bodyPr>
          <a:lstStyle>
            <a:lvl1pPr marL="0" indent="0">
              <a:lnSpc>
                <a:spcPct val="110000"/>
              </a:lnSpc>
              <a:buNone/>
              <a:defRPr sz="1733" baseline="0">
                <a:solidFill>
                  <a:schemeClr val="tx1"/>
                </a:solidFill>
                <a:latin typeface="Roboto Mono" pitchFamily="2" charset="0"/>
                <a:ea typeface="Roboto Mono" pitchFamily="2" charset="0"/>
                <a:cs typeface="Consolas" panose="020B0609020204030204" pitchFamily="49" charset="0"/>
              </a:defRPr>
            </a:lvl1pPr>
            <a:lvl2pPr marL="396117" indent="0">
              <a:buNone/>
              <a:defRPr>
                <a:solidFill>
                  <a:schemeClr val="bg1"/>
                </a:solidFill>
                <a:latin typeface="Consolas" panose="020B0609020204030204" pitchFamily="49" charset="0"/>
                <a:cs typeface="Consolas" panose="020B0609020204030204" pitchFamily="49" charset="0"/>
              </a:defRPr>
            </a:lvl2pPr>
            <a:lvl3pPr marL="794938" indent="0">
              <a:buNone/>
              <a:defRPr>
                <a:solidFill>
                  <a:schemeClr val="bg1"/>
                </a:solidFill>
                <a:latin typeface="Consolas" panose="020B0609020204030204" pitchFamily="49" charset="0"/>
                <a:cs typeface="Consolas" panose="020B0609020204030204" pitchFamily="49" charset="0"/>
              </a:defRPr>
            </a:lvl3pPr>
            <a:lvl4pPr marL="1177492" indent="0">
              <a:buNone/>
              <a:defRPr>
                <a:solidFill>
                  <a:schemeClr val="bg1"/>
                </a:solidFill>
                <a:latin typeface="Consolas" panose="020B0609020204030204" pitchFamily="49" charset="0"/>
                <a:cs typeface="Consolas" panose="020B0609020204030204" pitchFamily="49" charset="0"/>
              </a:defRPr>
            </a:lvl4pPr>
            <a:lvl5pPr marL="1462366" indent="0">
              <a:buNone/>
              <a:defRPr>
                <a:solidFill>
                  <a:schemeClr val="bg1"/>
                </a:solidFill>
                <a:latin typeface="Consolas" panose="020B0609020204030204" pitchFamily="49" charset="0"/>
                <a:cs typeface="Consolas" panose="020B0609020204030204" pitchFamily="49" charset="0"/>
              </a:defRPr>
            </a:lvl5pPr>
          </a:lstStyle>
          <a:p>
            <a:pPr lvl="0"/>
            <a:r>
              <a:rPr lang="en-US" dirty="0"/>
              <a:t>Add code here</a:t>
            </a:r>
          </a:p>
        </p:txBody>
      </p:sp>
      <p:sp>
        <p:nvSpPr>
          <p:cNvPr id="7" name="Text Placeholder 8"/>
          <p:cNvSpPr>
            <a:spLocks noGrp="1"/>
          </p:cNvSpPr>
          <p:nvPr>
            <p:ph type="body" sz="quarter" idx="18" hasCustomPrompt="1"/>
          </p:nvPr>
        </p:nvSpPr>
        <p:spPr>
          <a:xfrm>
            <a:off x="268187" y="5113867"/>
            <a:ext cx="11655588" cy="1421045"/>
          </a:xfrm>
          <a:prstGeom prst="rect">
            <a:avLst/>
          </a:prstGeom>
        </p:spPr>
        <p:txBody>
          <a:bodyPr lIns="91440">
            <a:noAutofit/>
          </a:bodyPr>
          <a:lstStyle>
            <a:lvl1pPr marL="0" indent="0" algn="l">
              <a:lnSpc>
                <a:spcPct val="100000"/>
              </a:lnSpc>
              <a:spcBef>
                <a:spcPts val="0"/>
              </a:spcBef>
              <a:buNone/>
              <a:defRPr sz="2000" b="0" i="0">
                <a:solidFill>
                  <a:schemeClr val="tx1"/>
                </a:solidFill>
                <a:latin typeface="+mn-lt"/>
                <a:ea typeface="PS TT Commons Medium" charset="0"/>
                <a:cs typeface="PS TT Commons Medium" charset="0"/>
              </a:defRPr>
            </a:lvl1pPr>
          </a:lstStyle>
          <a:p>
            <a:pPr lvl="0"/>
            <a:r>
              <a:rPr lang="en-US"/>
              <a:t>Add text here</a:t>
            </a:r>
          </a:p>
        </p:txBody>
      </p:sp>
    </p:spTree>
    <p:extLst>
      <p:ext uri="{BB962C8B-B14F-4D97-AF65-F5344CB8AC3E}">
        <p14:creationId xmlns:p14="http://schemas.microsoft.com/office/powerpoint/2010/main" val="159653388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Code: Dark Full Page with Title">
    <p:bg>
      <p:bgPr>
        <a:solidFill>
          <a:schemeClr val="bg2">
            <a:lumMod val="1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573024"/>
            <a:ext cx="10515600" cy="543832"/>
          </a:xfrm>
        </p:spPr>
        <p:txBody>
          <a:bodyPr/>
          <a:lstStyle>
            <a:lvl1pPr>
              <a:defRPr>
                <a:solidFill>
                  <a:schemeClr val="bg1"/>
                </a:solidFill>
              </a:defRPr>
            </a:lvl1pPr>
          </a:lstStyle>
          <a:p>
            <a:r>
              <a:rPr lang="en-US"/>
              <a:t>Add Title Slide in Title Case</a:t>
            </a:r>
          </a:p>
        </p:txBody>
      </p:sp>
      <p:sp>
        <p:nvSpPr>
          <p:cNvPr id="5" name="Text Placeholder 6"/>
          <p:cNvSpPr>
            <a:spLocks noGrp="1"/>
          </p:cNvSpPr>
          <p:nvPr>
            <p:ph type="body" sz="quarter" idx="10" hasCustomPrompt="1"/>
          </p:nvPr>
        </p:nvSpPr>
        <p:spPr>
          <a:xfrm>
            <a:off x="268189" y="1365504"/>
            <a:ext cx="11643396" cy="5181600"/>
          </a:xfrm>
          <a:prstGeom prst="rect">
            <a:avLst/>
          </a:prstGeom>
        </p:spPr>
        <p:txBody>
          <a:bodyPr anchor="ctr">
            <a:noAutofit/>
          </a:bodyPr>
          <a:lstStyle>
            <a:lvl1pPr marL="0" indent="0">
              <a:lnSpc>
                <a:spcPct val="110000"/>
              </a:lnSpc>
              <a:spcBef>
                <a:spcPts val="0"/>
              </a:spcBef>
              <a:buNone/>
              <a:defRPr sz="1733" baseline="0">
                <a:solidFill>
                  <a:schemeClr val="bg1"/>
                </a:solidFill>
                <a:latin typeface="Roboto Mono" pitchFamily="2" charset="0"/>
                <a:ea typeface="Roboto Mono" pitchFamily="2" charset="0"/>
                <a:cs typeface="Consolas" panose="020B0609020204030204" pitchFamily="49" charset="0"/>
              </a:defRPr>
            </a:lvl1pPr>
            <a:lvl2pPr marL="396117" indent="0">
              <a:buNone/>
              <a:defRPr>
                <a:solidFill>
                  <a:schemeClr val="bg1"/>
                </a:solidFill>
                <a:latin typeface="Consolas" panose="020B0609020204030204" pitchFamily="49" charset="0"/>
                <a:cs typeface="Consolas" panose="020B0609020204030204" pitchFamily="49" charset="0"/>
              </a:defRPr>
            </a:lvl2pPr>
            <a:lvl3pPr marL="794938" indent="0">
              <a:buNone/>
              <a:defRPr>
                <a:solidFill>
                  <a:schemeClr val="bg1"/>
                </a:solidFill>
                <a:latin typeface="Consolas" panose="020B0609020204030204" pitchFamily="49" charset="0"/>
                <a:cs typeface="Consolas" panose="020B0609020204030204" pitchFamily="49" charset="0"/>
              </a:defRPr>
            </a:lvl3pPr>
            <a:lvl4pPr marL="1177492" indent="0">
              <a:buNone/>
              <a:defRPr>
                <a:solidFill>
                  <a:schemeClr val="bg1"/>
                </a:solidFill>
                <a:latin typeface="Consolas" panose="020B0609020204030204" pitchFamily="49" charset="0"/>
                <a:cs typeface="Consolas" panose="020B0609020204030204" pitchFamily="49" charset="0"/>
              </a:defRPr>
            </a:lvl4pPr>
            <a:lvl5pPr marL="1462366" indent="0">
              <a:buNone/>
              <a:defRPr>
                <a:solidFill>
                  <a:schemeClr val="bg1"/>
                </a:solidFill>
                <a:latin typeface="Consolas" panose="020B0609020204030204" pitchFamily="49" charset="0"/>
                <a:cs typeface="Consolas" panose="020B0609020204030204" pitchFamily="49" charset="0"/>
              </a:defRPr>
            </a:lvl5pPr>
          </a:lstStyle>
          <a:p>
            <a:pPr lvl="0"/>
            <a:r>
              <a:rPr lang="en-US" dirty="0"/>
              <a:t>Add code here</a:t>
            </a:r>
          </a:p>
        </p:txBody>
      </p:sp>
    </p:spTree>
    <p:extLst>
      <p:ext uri="{BB962C8B-B14F-4D97-AF65-F5344CB8AC3E}">
        <p14:creationId xmlns:p14="http://schemas.microsoft.com/office/powerpoint/2010/main" val="175228424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Code: Light Full Page with Title">
    <p:bg>
      <p:bgPr>
        <a:solidFill>
          <a:srgbClr val="D9D9D9"/>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573024"/>
            <a:ext cx="10515600" cy="543832"/>
          </a:xfrm>
        </p:spPr>
        <p:txBody>
          <a:bodyPr/>
          <a:lstStyle>
            <a:lvl1pPr>
              <a:defRPr>
                <a:solidFill>
                  <a:schemeClr val="tx1"/>
                </a:solidFill>
              </a:defRPr>
            </a:lvl1pPr>
          </a:lstStyle>
          <a:p>
            <a:r>
              <a:rPr lang="en-US"/>
              <a:t>Add Title Slide in Title Case</a:t>
            </a:r>
          </a:p>
        </p:txBody>
      </p:sp>
      <p:sp>
        <p:nvSpPr>
          <p:cNvPr id="5" name="Text Placeholder 6"/>
          <p:cNvSpPr>
            <a:spLocks noGrp="1"/>
          </p:cNvSpPr>
          <p:nvPr>
            <p:ph type="body" sz="quarter" idx="10" hasCustomPrompt="1"/>
          </p:nvPr>
        </p:nvSpPr>
        <p:spPr>
          <a:xfrm>
            <a:off x="268189" y="1365504"/>
            <a:ext cx="11643396" cy="5181600"/>
          </a:xfrm>
          <a:prstGeom prst="rect">
            <a:avLst/>
          </a:prstGeom>
        </p:spPr>
        <p:txBody>
          <a:bodyPr anchor="ctr">
            <a:noAutofit/>
          </a:bodyPr>
          <a:lstStyle>
            <a:lvl1pPr marL="0" indent="0">
              <a:lnSpc>
                <a:spcPct val="110000"/>
              </a:lnSpc>
              <a:spcBef>
                <a:spcPts val="0"/>
              </a:spcBef>
              <a:buNone/>
              <a:defRPr sz="1733" baseline="0">
                <a:solidFill>
                  <a:schemeClr val="tx1"/>
                </a:solidFill>
                <a:latin typeface="Roboto Mono" pitchFamily="2" charset="0"/>
                <a:ea typeface="Roboto Mono" pitchFamily="2" charset="0"/>
                <a:cs typeface="Consolas" panose="020B0609020204030204" pitchFamily="49" charset="0"/>
              </a:defRPr>
            </a:lvl1pPr>
            <a:lvl2pPr marL="396117" indent="0">
              <a:buNone/>
              <a:defRPr>
                <a:solidFill>
                  <a:schemeClr val="bg1"/>
                </a:solidFill>
                <a:latin typeface="Consolas" panose="020B0609020204030204" pitchFamily="49" charset="0"/>
                <a:cs typeface="Consolas" panose="020B0609020204030204" pitchFamily="49" charset="0"/>
              </a:defRPr>
            </a:lvl2pPr>
            <a:lvl3pPr marL="794938" indent="0">
              <a:buNone/>
              <a:defRPr>
                <a:solidFill>
                  <a:schemeClr val="bg1"/>
                </a:solidFill>
                <a:latin typeface="Consolas" panose="020B0609020204030204" pitchFamily="49" charset="0"/>
                <a:cs typeface="Consolas" panose="020B0609020204030204" pitchFamily="49" charset="0"/>
              </a:defRPr>
            </a:lvl3pPr>
            <a:lvl4pPr marL="1177492" indent="0">
              <a:buNone/>
              <a:defRPr>
                <a:solidFill>
                  <a:schemeClr val="bg1"/>
                </a:solidFill>
                <a:latin typeface="Consolas" panose="020B0609020204030204" pitchFamily="49" charset="0"/>
                <a:cs typeface="Consolas" panose="020B0609020204030204" pitchFamily="49" charset="0"/>
              </a:defRPr>
            </a:lvl4pPr>
            <a:lvl5pPr marL="1462366" indent="0">
              <a:buNone/>
              <a:defRPr>
                <a:solidFill>
                  <a:schemeClr val="bg1"/>
                </a:solidFill>
                <a:latin typeface="Consolas" panose="020B0609020204030204" pitchFamily="49" charset="0"/>
                <a:cs typeface="Consolas" panose="020B0609020204030204" pitchFamily="49" charset="0"/>
              </a:defRPr>
            </a:lvl5pPr>
          </a:lstStyle>
          <a:p>
            <a:pPr lvl="0"/>
            <a:r>
              <a:rPr lang="en-US" dirty="0"/>
              <a:t>Add code here</a:t>
            </a:r>
          </a:p>
        </p:txBody>
      </p:sp>
    </p:spTree>
    <p:extLst>
      <p:ext uri="{BB962C8B-B14F-4D97-AF65-F5344CB8AC3E}">
        <p14:creationId xmlns:p14="http://schemas.microsoft.com/office/powerpoint/2010/main" val="216626929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Code: Dark Half Page Vertical with Points">
    <p:bg>
      <p:bgPr>
        <a:solidFill>
          <a:schemeClr val="bg2">
            <a:lumMod val="10000"/>
          </a:schemeClr>
        </a:solidFill>
        <a:effectLst/>
      </p:bgPr>
    </p:bg>
    <p:spTree>
      <p:nvGrpSpPr>
        <p:cNvPr id="1" name=""/>
        <p:cNvGrpSpPr/>
        <p:nvPr/>
      </p:nvGrpSpPr>
      <p:grpSpPr>
        <a:xfrm>
          <a:off x="0" y="0"/>
          <a:ext cx="0" cy="0"/>
          <a:chOff x="0" y="0"/>
          <a:chExt cx="0" cy="0"/>
        </a:xfrm>
      </p:grpSpPr>
      <p:sp>
        <p:nvSpPr>
          <p:cNvPr id="8" name="Rectangle 7"/>
          <p:cNvSpPr/>
          <p:nvPr/>
        </p:nvSpPr>
        <p:spPr>
          <a:xfrm>
            <a:off x="6108192" y="1"/>
            <a:ext cx="6083808" cy="6858001"/>
          </a:xfrm>
          <a:prstGeom prst="rect">
            <a:avLst/>
          </a:pr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lIns="243840" tIns="243840" rIns="243840" bIns="243840" rtlCol="0" anchor="t" anchorCtr="0"/>
          <a:lstStyle/>
          <a:p>
            <a:pPr algn="ctr">
              <a:spcBef>
                <a:spcPts val="800"/>
              </a:spcBef>
            </a:pPr>
            <a:endParaRPr lang="en-US" sz="2667" b="0" i="0" dirty="0">
              <a:solidFill>
                <a:schemeClr val="bg1"/>
              </a:solidFill>
              <a:latin typeface="PS TT Commons" charset="0"/>
              <a:ea typeface="PS TT Commons" charset="0"/>
              <a:cs typeface="PS TT Commons" charset="0"/>
            </a:endParaRPr>
          </a:p>
        </p:txBody>
      </p:sp>
      <p:sp>
        <p:nvSpPr>
          <p:cNvPr id="6" name="Text Placeholder 6"/>
          <p:cNvSpPr>
            <a:spLocks noGrp="1"/>
          </p:cNvSpPr>
          <p:nvPr>
            <p:ph type="body" sz="quarter" idx="10" hasCustomPrompt="1"/>
          </p:nvPr>
        </p:nvSpPr>
        <p:spPr>
          <a:xfrm>
            <a:off x="268189" y="304799"/>
            <a:ext cx="5486436" cy="6187440"/>
          </a:xfrm>
          <a:prstGeom prst="rect">
            <a:avLst/>
          </a:prstGeom>
        </p:spPr>
        <p:txBody>
          <a:bodyPr anchor="t">
            <a:noAutofit/>
          </a:bodyPr>
          <a:lstStyle>
            <a:lvl1pPr marL="0" indent="0">
              <a:lnSpc>
                <a:spcPct val="110000"/>
              </a:lnSpc>
              <a:spcBef>
                <a:spcPts val="0"/>
              </a:spcBef>
              <a:buNone/>
              <a:defRPr sz="1733" baseline="0">
                <a:solidFill>
                  <a:schemeClr val="bg1"/>
                </a:solidFill>
                <a:latin typeface="Roboto Mono" pitchFamily="2" charset="0"/>
                <a:ea typeface="Roboto Mono" pitchFamily="2" charset="0"/>
                <a:cs typeface="Consolas" panose="020B0609020204030204" pitchFamily="49" charset="0"/>
              </a:defRPr>
            </a:lvl1pPr>
            <a:lvl2pPr marL="396117" indent="0">
              <a:buNone/>
              <a:defRPr>
                <a:solidFill>
                  <a:schemeClr val="bg1"/>
                </a:solidFill>
                <a:latin typeface="Consolas" panose="020B0609020204030204" pitchFamily="49" charset="0"/>
                <a:cs typeface="Consolas" panose="020B0609020204030204" pitchFamily="49" charset="0"/>
              </a:defRPr>
            </a:lvl2pPr>
            <a:lvl3pPr marL="794938" indent="0">
              <a:buNone/>
              <a:defRPr>
                <a:solidFill>
                  <a:schemeClr val="bg1"/>
                </a:solidFill>
                <a:latin typeface="Consolas" panose="020B0609020204030204" pitchFamily="49" charset="0"/>
                <a:cs typeface="Consolas" panose="020B0609020204030204" pitchFamily="49" charset="0"/>
              </a:defRPr>
            </a:lvl3pPr>
            <a:lvl4pPr marL="1177492" indent="0">
              <a:buNone/>
              <a:defRPr>
                <a:solidFill>
                  <a:schemeClr val="bg1"/>
                </a:solidFill>
                <a:latin typeface="Consolas" panose="020B0609020204030204" pitchFamily="49" charset="0"/>
                <a:cs typeface="Consolas" panose="020B0609020204030204" pitchFamily="49" charset="0"/>
              </a:defRPr>
            </a:lvl4pPr>
            <a:lvl5pPr marL="1462366" indent="0">
              <a:buNone/>
              <a:defRPr>
                <a:solidFill>
                  <a:schemeClr val="bg1"/>
                </a:solidFill>
                <a:latin typeface="Consolas" panose="020B0609020204030204" pitchFamily="49" charset="0"/>
                <a:cs typeface="Consolas" panose="020B0609020204030204" pitchFamily="49" charset="0"/>
              </a:defRPr>
            </a:lvl5pPr>
          </a:lstStyle>
          <a:p>
            <a:r>
              <a:rPr lang="en-US" dirty="0"/>
              <a:t>// Put code on this side</a:t>
            </a:r>
          </a:p>
          <a:p>
            <a:r>
              <a:rPr lang="en-US" dirty="0"/>
              <a:t>let website = {</a:t>
            </a:r>
            <a:br>
              <a:rPr lang="en-US" dirty="0"/>
            </a:br>
            <a:r>
              <a:rPr lang="en-US" dirty="0"/>
              <a:t>  name: 'Pluralsight',</a:t>
            </a:r>
          </a:p>
          <a:p>
            <a:pPr>
              <a:spcBef>
                <a:spcPts val="300"/>
              </a:spcBef>
            </a:pPr>
            <a:r>
              <a:rPr lang="en-US" dirty="0"/>
              <a:t>  </a:t>
            </a:r>
            <a:r>
              <a:rPr lang="en-US" dirty="0" err="1"/>
              <a:t>url</a:t>
            </a:r>
            <a:r>
              <a:rPr lang="en-US" dirty="0"/>
              <a:t>: 'https://</a:t>
            </a:r>
            <a:r>
              <a:rPr lang="en-US" dirty="0" err="1"/>
              <a:t>pluralsight.com</a:t>
            </a:r>
            <a:r>
              <a:rPr lang="en-US" dirty="0"/>
              <a:t>'</a:t>
            </a:r>
            <a:br>
              <a:rPr lang="en-US" dirty="0"/>
            </a:br>
            <a:r>
              <a:rPr lang="en-US" dirty="0"/>
              <a:t>};</a:t>
            </a:r>
          </a:p>
          <a:p>
            <a:pPr>
              <a:spcBef>
                <a:spcPts val="0"/>
              </a:spcBef>
            </a:pPr>
            <a:br>
              <a:rPr lang="en-US" dirty="0"/>
            </a:br>
            <a:r>
              <a:rPr lang="en-US" dirty="0"/>
              <a:t>function </a:t>
            </a:r>
            <a:r>
              <a:rPr lang="en-US" dirty="0" err="1"/>
              <a:t>makeUrl</a:t>
            </a:r>
            <a:r>
              <a:rPr lang="en-US" dirty="0"/>
              <a:t>() {}</a:t>
            </a:r>
          </a:p>
          <a:p>
            <a:pPr>
              <a:spcBef>
                <a:spcPts val="0"/>
              </a:spcBef>
            </a:pPr>
            <a:endParaRPr lang="en-US" dirty="0"/>
          </a:p>
          <a:p>
            <a:pPr>
              <a:spcBef>
                <a:spcPts val="0"/>
              </a:spcBef>
            </a:pPr>
            <a:r>
              <a:rPr lang="en-US" dirty="0"/>
              <a:t>let sites = []</a:t>
            </a:r>
          </a:p>
          <a:p>
            <a:pPr>
              <a:spcBef>
                <a:spcPts val="0"/>
              </a:spcBef>
            </a:pPr>
            <a:r>
              <a:rPr lang="en-US" dirty="0" err="1"/>
              <a:t>sites.push</a:t>
            </a:r>
            <a:r>
              <a:rPr lang="en-US" dirty="0"/>
              <a:t>(website)</a:t>
            </a:r>
          </a:p>
          <a:p>
            <a:pPr>
              <a:spcBef>
                <a:spcPts val="0"/>
              </a:spcBef>
            </a:pPr>
            <a:endParaRPr lang="en-US" dirty="0"/>
          </a:p>
          <a:p>
            <a:pPr>
              <a:spcBef>
                <a:spcPts val="0"/>
              </a:spcBef>
            </a:pPr>
            <a:r>
              <a:rPr lang="en-US" dirty="0" err="1"/>
              <a:t>console.log</a:t>
            </a:r>
            <a:r>
              <a:rPr lang="en-US" dirty="0"/>
              <a:t>(sites[0].name</a:t>
            </a:r>
          </a:p>
        </p:txBody>
      </p:sp>
      <p:sp>
        <p:nvSpPr>
          <p:cNvPr id="7" name="Text Placeholder 5"/>
          <p:cNvSpPr>
            <a:spLocks noGrp="1"/>
          </p:cNvSpPr>
          <p:nvPr>
            <p:ph type="body" sz="quarter" idx="18" hasCustomPrompt="1"/>
          </p:nvPr>
        </p:nvSpPr>
        <p:spPr>
          <a:xfrm>
            <a:off x="6273666" y="304799"/>
            <a:ext cx="5650992" cy="6187440"/>
          </a:xfrm>
          <a:prstGeom prst="rect">
            <a:avLst/>
          </a:prstGeom>
        </p:spPr>
        <p:txBody>
          <a:bodyPr>
            <a:noAutofit/>
          </a:bodyPr>
          <a:lstStyle>
            <a:lvl1pPr marL="178232" indent="-239195">
              <a:lnSpc>
                <a:spcPct val="120000"/>
              </a:lnSpc>
              <a:spcBef>
                <a:spcPts val="0"/>
              </a:spcBef>
              <a:buSzPct val="70000"/>
              <a:buFont typeface="Wingdings 3" panose="05040102010807070707" pitchFamily="18" charset="2"/>
              <a:buChar char="t"/>
              <a:tabLst/>
              <a:defRPr sz="1867" b="0" i="0" baseline="0">
                <a:solidFill>
                  <a:schemeClr val="tx1"/>
                </a:solidFill>
                <a:latin typeface="+mn-lt"/>
                <a:ea typeface="PS TT Commons Medium" charset="0"/>
                <a:cs typeface="PS TT Commons Medium" charset="0"/>
              </a:defRPr>
            </a:lvl1pPr>
            <a:lvl2pPr marL="378903" indent="0">
              <a:lnSpc>
                <a:spcPts val="2667"/>
              </a:lnSpc>
              <a:buFontTx/>
              <a:buNone/>
              <a:defRPr/>
            </a:lvl2pPr>
            <a:lvl3pPr marL="378903" indent="0">
              <a:buFontTx/>
              <a:buNone/>
              <a:defRPr/>
            </a:lvl3pPr>
            <a:lvl4pPr marL="378903" indent="0">
              <a:buFontTx/>
              <a:buNone/>
              <a:defRPr/>
            </a:lvl4pPr>
            <a:lvl5pPr marL="378903" indent="0">
              <a:buFontTx/>
              <a:buNone/>
              <a:defRPr/>
            </a:lvl5pPr>
          </a:lstStyle>
          <a:p>
            <a:pPr marL="267335">
              <a:lnSpc>
                <a:spcPct val="120000"/>
              </a:lnSpc>
            </a:pPr>
            <a:r>
              <a:rPr lang="en-US" dirty="0"/>
              <a:t>Line up with these notes</a:t>
            </a:r>
          </a:p>
          <a:p>
            <a:pPr marL="267335">
              <a:lnSpc>
                <a:spcPct val="120000"/>
              </a:lnSpc>
            </a:pPr>
            <a:endParaRPr lang="en-US" dirty="0"/>
          </a:p>
          <a:p>
            <a:pPr marL="267335">
              <a:lnSpc>
                <a:spcPct val="120000"/>
              </a:lnSpc>
            </a:pPr>
            <a:r>
              <a:rPr lang="en-US" dirty="0"/>
              <a:t>Create an object</a:t>
            </a:r>
            <a:br>
              <a:rPr lang="en-US" dirty="0"/>
            </a:br>
            <a:br>
              <a:rPr lang="en-US" dirty="0"/>
            </a:br>
            <a:br>
              <a:rPr lang="en-US" dirty="0"/>
            </a:br>
            <a:endParaRPr lang="en-US" dirty="0"/>
          </a:p>
          <a:p>
            <a:pPr marL="267335">
              <a:lnSpc>
                <a:spcPct val="120000"/>
              </a:lnSpc>
            </a:pPr>
            <a:r>
              <a:rPr lang="en-US" dirty="0"/>
              <a:t>Define a function</a:t>
            </a:r>
            <a:br>
              <a:rPr lang="en-US" dirty="0"/>
            </a:br>
            <a:endParaRPr lang="en-US" dirty="0"/>
          </a:p>
          <a:p>
            <a:pPr marL="267335">
              <a:lnSpc>
                <a:spcPct val="120000"/>
              </a:lnSpc>
            </a:pPr>
            <a:r>
              <a:rPr lang="en-US" dirty="0"/>
              <a:t>Add the object to an array</a:t>
            </a:r>
          </a:p>
          <a:p>
            <a:pPr marL="267335">
              <a:lnSpc>
                <a:spcPct val="120000"/>
              </a:lnSpc>
            </a:pPr>
            <a:endParaRPr lang="en-US" dirty="0"/>
          </a:p>
          <a:p>
            <a:pPr marL="267335">
              <a:lnSpc>
                <a:spcPct val="120000"/>
              </a:lnSpc>
            </a:pPr>
            <a:r>
              <a:rPr lang="en-US" dirty="0"/>
              <a:t>Log the site name to the console</a:t>
            </a:r>
          </a:p>
        </p:txBody>
      </p:sp>
    </p:spTree>
    <p:extLst>
      <p:ext uri="{BB962C8B-B14F-4D97-AF65-F5344CB8AC3E}">
        <p14:creationId xmlns:p14="http://schemas.microsoft.com/office/powerpoint/2010/main" val="3099230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0" end="0"/>
                                            </p:txEl>
                                          </p:spTgt>
                                        </p:tgtEl>
                                        <p:attrNameLst>
                                          <p:attrName>ppt_c</p:attrName>
                                        </p:attrNameLst>
                                      </p:cBhvr>
                                      <p:to>
                                        <a:srgbClr val="BEBEBE"/>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2" end="2"/>
                                            </p:txEl>
                                          </p:spTgt>
                                        </p:tgtEl>
                                        <p:attrNameLst>
                                          <p:attrName>ppt_c</p:attrName>
                                        </p:attrNameLst>
                                      </p:cBhvr>
                                      <p:to>
                                        <a:srgbClr val="BEBEBE"/>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3" end="3"/>
                                            </p:txEl>
                                          </p:spTgt>
                                        </p:tgtEl>
                                        <p:attrNameLst>
                                          <p:attrName>ppt_c</p:attrName>
                                        </p:attrNameLst>
                                      </p:cBhvr>
                                      <p:to>
                                        <a:srgbClr val="BEBEBE"/>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4" end="4"/>
                                            </p:txEl>
                                          </p:spTgt>
                                        </p:tgtEl>
                                        <p:attrNameLst>
                                          <p:attrName>ppt_c</p:attrName>
                                        </p:attrNameLst>
                                      </p:cBhvr>
                                      <p:to>
                                        <a:srgbClr val="BEBEBE"/>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6" end="6"/>
                                            </p:txEl>
                                          </p:spTgt>
                                        </p:tgtEl>
                                        <p:attrNameLst>
                                          <p:attrName>ppt_c</p:attrName>
                                        </p:attrNameLst>
                                      </p:cBhvr>
                                      <p:to>
                                        <a:srgbClr val="BEBEBE"/>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rgbClr val="BEBEBE"/>
                      </p:to>
                    </p:animClr>
                  </p:subTnLst>
                </p:cTn>
              </p:par>
            </p:tnLst>
          </p:tmpl>
        </p:tmplLst>
      </p:bldP>
    </p:bld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1_Code: Dark Half Page Vertical with Points">
    <p:bg>
      <p:bgPr>
        <a:solidFill>
          <a:schemeClr val="bg1">
            <a:lumMod val="85000"/>
          </a:schemeClr>
        </a:solidFill>
        <a:effectLst/>
      </p:bgPr>
    </p:bg>
    <p:spTree>
      <p:nvGrpSpPr>
        <p:cNvPr id="1" name=""/>
        <p:cNvGrpSpPr/>
        <p:nvPr/>
      </p:nvGrpSpPr>
      <p:grpSpPr>
        <a:xfrm>
          <a:off x="0" y="0"/>
          <a:ext cx="0" cy="0"/>
          <a:chOff x="0" y="0"/>
          <a:chExt cx="0" cy="0"/>
        </a:xfrm>
      </p:grpSpPr>
      <p:sp>
        <p:nvSpPr>
          <p:cNvPr id="8" name="Rectangle 7"/>
          <p:cNvSpPr/>
          <p:nvPr/>
        </p:nvSpPr>
        <p:spPr>
          <a:xfrm>
            <a:off x="6108192" y="1"/>
            <a:ext cx="6083808" cy="6858001"/>
          </a:xfrm>
          <a:prstGeom prst="rect">
            <a:avLst/>
          </a:pr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lIns="243840" tIns="243840" rIns="243840" bIns="243840" rtlCol="0" anchor="t" anchorCtr="0"/>
          <a:lstStyle/>
          <a:p>
            <a:pPr algn="ctr">
              <a:spcBef>
                <a:spcPts val="800"/>
              </a:spcBef>
            </a:pPr>
            <a:endParaRPr lang="en-US" sz="2667" b="0" i="0" dirty="0">
              <a:solidFill>
                <a:schemeClr val="bg1"/>
              </a:solidFill>
              <a:latin typeface="PS TT Commons" charset="0"/>
              <a:ea typeface="PS TT Commons" charset="0"/>
              <a:cs typeface="PS TT Commons" charset="0"/>
            </a:endParaRPr>
          </a:p>
        </p:txBody>
      </p:sp>
      <p:sp>
        <p:nvSpPr>
          <p:cNvPr id="6" name="Text Placeholder 6"/>
          <p:cNvSpPr>
            <a:spLocks noGrp="1"/>
          </p:cNvSpPr>
          <p:nvPr>
            <p:ph type="body" sz="quarter" idx="10" hasCustomPrompt="1"/>
          </p:nvPr>
        </p:nvSpPr>
        <p:spPr>
          <a:xfrm>
            <a:off x="268189" y="304800"/>
            <a:ext cx="5486436" cy="6188148"/>
          </a:xfrm>
          <a:prstGeom prst="rect">
            <a:avLst/>
          </a:prstGeom>
        </p:spPr>
        <p:txBody>
          <a:bodyPr anchor="t">
            <a:noAutofit/>
          </a:bodyPr>
          <a:lstStyle>
            <a:lvl1pPr marL="0" indent="0">
              <a:lnSpc>
                <a:spcPct val="110000"/>
              </a:lnSpc>
              <a:spcBef>
                <a:spcPts val="0"/>
              </a:spcBef>
              <a:buNone/>
              <a:defRPr sz="1733" baseline="0">
                <a:solidFill>
                  <a:schemeClr val="tx1"/>
                </a:solidFill>
                <a:latin typeface="Roboto Mono" pitchFamily="2" charset="0"/>
                <a:ea typeface="Roboto Mono" pitchFamily="2" charset="0"/>
                <a:cs typeface="Consolas" panose="020B0609020204030204" pitchFamily="49" charset="0"/>
              </a:defRPr>
            </a:lvl1pPr>
            <a:lvl2pPr marL="396117" indent="0">
              <a:buNone/>
              <a:defRPr>
                <a:solidFill>
                  <a:schemeClr val="bg1"/>
                </a:solidFill>
                <a:latin typeface="Consolas" panose="020B0609020204030204" pitchFamily="49" charset="0"/>
                <a:cs typeface="Consolas" panose="020B0609020204030204" pitchFamily="49" charset="0"/>
              </a:defRPr>
            </a:lvl2pPr>
            <a:lvl3pPr marL="794938" indent="0">
              <a:buNone/>
              <a:defRPr>
                <a:solidFill>
                  <a:schemeClr val="bg1"/>
                </a:solidFill>
                <a:latin typeface="Consolas" panose="020B0609020204030204" pitchFamily="49" charset="0"/>
                <a:cs typeface="Consolas" panose="020B0609020204030204" pitchFamily="49" charset="0"/>
              </a:defRPr>
            </a:lvl3pPr>
            <a:lvl4pPr marL="1177492" indent="0">
              <a:buNone/>
              <a:defRPr>
                <a:solidFill>
                  <a:schemeClr val="bg1"/>
                </a:solidFill>
                <a:latin typeface="Consolas" panose="020B0609020204030204" pitchFamily="49" charset="0"/>
                <a:cs typeface="Consolas" panose="020B0609020204030204" pitchFamily="49" charset="0"/>
              </a:defRPr>
            </a:lvl4pPr>
            <a:lvl5pPr marL="1462366" indent="0">
              <a:buNone/>
              <a:defRPr>
                <a:solidFill>
                  <a:schemeClr val="bg1"/>
                </a:solidFill>
                <a:latin typeface="Consolas" panose="020B0609020204030204" pitchFamily="49" charset="0"/>
                <a:cs typeface="Consolas" panose="020B0609020204030204" pitchFamily="49" charset="0"/>
              </a:defRPr>
            </a:lvl5pPr>
          </a:lstStyle>
          <a:p>
            <a:r>
              <a:rPr lang="en-US" dirty="0"/>
              <a:t>// Put code on this side</a:t>
            </a:r>
          </a:p>
          <a:p>
            <a:r>
              <a:rPr lang="en-US" dirty="0"/>
              <a:t>let website = {</a:t>
            </a:r>
            <a:br>
              <a:rPr lang="en-US" dirty="0"/>
            </a:br>
            <a:r>
              <a:rPr lang="en-US" dirty="0"/>
              <a:t>  name: 'Pluralsight',</a:t>
            </a:r>
          </a:p>
          <a:p>
            <a:pPr>
              <a:spcBef>
                <a:spcPts val="300"/>
              </a:spcBef>
            </a:pPr>
            <a:r>
              <a:rPr lang="en-US" dirty="0"/>
              <a:t>  </a:t>
            </a:r>
            <a:r>
              <a:rPr lang="en-US" dirty="0" err="1"/>
              <a:t>url</a:t>
            </a:r>
            <a:r>
              <a:rPr lang="en-US" dirty="0"/>
              <a:t>: 'https://</a:t>
            </a:r>
            <a:r>
              <a:rPr lang="en-US" dirty="0" err="1"/>
              <a:t>pluralsight.com</a:t>
            </a:r>
            <a:r>
              <a:rPr lang="en-US" dirty="0"/>
              <a:t>'</a:t>
            </a:r>
            <a:br>
              <a:rPr lang="en-US" dirty="0"/>
            </a:br>
            <a:r>
              <a:rPr lang="en-US" dirty="0"/>
              <a:t>};</a:t>
            </a:r>
          </a:p>
          <a:p>
            <a:pPr>
              <a:spcBef>
                <a:spcPts val="0"/>
              </a:spcBef>
            </a:pPr>
            <a:br>
              <a:rPr lang="en-US" dirty="0"/>
            </a:br>
            <a:r>
              <a:rPr lang="en-US" dirty="0"/>
              <a:t>function </a:t>
            </a:r>
            <a:r>
              <a:rPr lang="en-US" dirty="0" err="1"/>
              <a:t>makeUrl</a:t>
            </a:r>
            <a:r>
              <a:rPr lang="en-US" dirty="0"/>
              <a:t>() {}</a:t>
            </a:r>
          </a:p>
          <a:p>
            <a:pPr>
              <a:spcBef>
                <a:spcPts val="0"/>
              </a:spcBef>
            </a:pPr>
            <a:endParaRPr lang="en-US" dirty="0"/>
          </a:p>
          <a:p>
            <a:pPr>
              <a:spcBef>
                <a:spcPts val="0"/>
              </a:spcBef>
            </a:pPr>
            <a:r>
              <a:rPr lang="en-US" dirty="0"/>
              <a:t>let sites = []</a:t>
            </a:r>
          </a:p>
          <a:p>
            <a:pPr>
              <a:spcBef>
                <a:spcPts val="0"/>
              </a:spcBef>
            </a:pPr>
            <a:r>
              <a:rPr lang="en-US" dirty="0" err="1"/>
              <a:t>sites.push</a:t>
            </a:r>
            <a:r>
              <a:rPr lang="en-US" dirty="0"/>
              <a:t>(website)</a:t>
            </a:r>
          </a:p>
          <a:p>
            <a:pPr>
              <a:spcBef>
                <a:spcPts val="0"/>
              </a:spcBef>
            </a:pPr>
            <a:endParaRPr lang="en-US" dirty="0"/>
          </a:p>
          <a:p>
            <a:pPr>
              <a:spcBef>
                <a:spcPts val="0"/>
              </a:spcBef>
            </a:pPr>
            <a:r>
              <a:rPr lang="en-US" dirty="0" err="1"/>
              <a:t>console.log</a:t>
            </a:r>
            <a:r>
              <a:rPr lang="en-US" dirty="0"/>
              <a:t>(sites[0].name</a:t>
            </a:r>
          </a:p>
        </p:txBody>
      </p:sp>
      <p:sp>
        <p:nvSpPr>
          <p:cNvPr id="7" name="Text Placeholder 5"/>
          <p:cNvSpPr>
            <a:spLocks noGrp="1"/>
          </p:cNvSpPr>
          <p:nvPr>
            <p:ph type="body" sz="quarter" idx="18" hasCustomPrompt="1"/>
          </p:nvPr>
        </p:nvSpPr>
        <p:spPr>
          <a:xfrm>
            <a:off x="6273666" y="304800"/>
            <a:ext cx="5648976" cy="6188149"/>
          </a:xfrm>
          <a:prstGeom prst="rect">
            <a:avLst/>
          </a:prstGeom>
        </p:spPr>
        <p:txBody>
          <a:bodyPr>
            <a:noAutofit/>
          </a:bodyPr>
          <a:lstStyle>
            <a:lvl1pPr marL="178232" indent="-239195">
              <a:lnSpc>
                <a:spcPct val="120000"/>
              </a:lnSpc>
              <a:spcBef>
                <a:spcPts val="0"/>
              </a:spcBef>
              <a:buSzPct val="70000"/>
              <a:buFont typeface="Wingdings 3" panose="05040102010807070707" pitchFamily="18" charset="2"/>
              <a:buChar char="t"/>
              <a:tabLst/>
              <a:defRPr sz="1867" b="0" i="0" baseline="0">
                <a:solidFill>
                  <a:schemeClr val="tx1"/>
                </a:solidFill>
                <a:latin typeface="+mn-lt"/>
                <a:ea typeface="PS TT Commons Medium" charset="0"/>
                <a:cs typeface="PS TT Commons Medium" charset="0"/>
              </a:defRPr>
            </a:lvl1pPr>
            <a:lvl2pPr marL="378903" indent="0">
              <a:lnSpc>
                <a:spcPts val="2667"/>
              </a:lnSpc>
              <a:buFontTx/>
              <a:buNone/>
              <a:defRPr/>
            </a:lvl2pPr>
            <a:lvl3pPr marL="378903" indent="0">
              <a:buFontTx/>
              <a:buNone/>
              <a:defRPr/>
            </a:lvl3pPr>
            <a:lvl4pPr marL="378903" indent="0">
              <a:buFontTx/>
              <a:buNone/>
              <a:defRPr/>
            </a:lvl4pPr>
            <a:lvl5pPr marL="378903" indent="0">
              <a:buFontTx/>
              <a:buNone/>
              <a:defRPr/>
            </a:lvl5pPr>
          </a:lstStyle>
          <a:p>
            <a:pPr marL="267335">
              <a:lnSpc>
                <a:spcPct val="120000"/>
              </a:lnSpc>
            </a:pPr>
            <a:r>
              <a:rPr lang="en-US" dirty="0"/>
              <a:t>Line up with these notes</a:t>
            </a:r>
          </a:p>
          <a:p>
            <a:pPr marL="267335">
              <a:lnSpc>
                <a:spcPct val="120000"/>
              </a:lnSpc>
            </a:pPr>
            <a:endParaRPr lang="en-US" dirty="0"/>
          </a:p>
          <a:p>
            <a:pPr marL="267335">
              <a:lnSpc>
                <a:spcPct val="120000"/>
              </a:lnSpc>
            </a:pPr>
            <a:r>
              <a:rPr lang="en-US" dirty="0"/>
              <a:t>Create an object</a:t>
            </a:r>
            <a:br>
              <a:rPr lang="en-US" dirty="0"/>
            </a:br>
            <a:br>
              <a:rPr lang="en-US" dirty="0"/>
            </a:br>
            <a:br>
              <a:rPr lang="en-US" dirty="0"/>
            </a:br>
            <a:endParaRPr lang="en-US" dirty="0"/>
          </a:p>
          <a:p>
            <a:pPr marL="267335">
              <a:lnSpc>
                <a:spcPct val="120000"/>
              </a:lnSpc>
            </a:pPr>
            <a:r>
              <a:rPr lang="en-US" dirty="0"/>
              <a:t>Define a function</a:t>
            </a:r>
            <a:br>
              <a:rPr lang="en-US" dirty="0"/>
            </a:br>
            <a:endParaRPr lang="en-US" dirty="0"/>
          </a:p>
          <a:p>
            <a:pPr marL="267335">
              <a:lnSpc>
                <a:spcPct val="120000"/>
              </a:lnSpc>
            </a:pPr>
            <a:r>
              <a:rPr lang="en-US" dirty="0"/>
              <a:t>Add the object to an array</a:t>
            </a:r>
          </a:p>
          <a:p>
            <a:pPr marL="267335">
              <a:lnSpc>
                <a:spcPct val="120000"/>
              </a:lnSpc>
            </a:pPr>
            <a:endParaRPr lang="en-US" dirty="0"/>
          </a:p>
          <a:p>
            <a:pPr marL="267335">
              <a:lnSpc>
                <a:spcPct val="120000"/>
              </a:lnSpc>
            </a:pPr>
            <a:r>
              <a:rPr lang="en-US" dirty="0"/>
              <a:t>Log the site name to the console</a:t>
            </a:r>
          </a:p>
        </p:txBody>
      </p:sp>
    </p:spTree>
    <p:extLst>
      <p:ext uri="{BB962C8B-B14F-4D97-AF65-F5344CB8AC3E}">
        <p14:creationId xmlns:p14="http://schemas.microsoft.com/office/powerpoint/2010/main" val="839423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0" end="0"/>
                                            </p:txEl>
                                          </p:spTgt>
                                        </p:tgtEl>
                                        <p:attrNameLst>
                                          <p:attrName>ppt_c</p:attrName>
                                        </p:attrNameLst>
                                      </p:cBhvr>
                                      <p:to>
                                        <a:srgbClr val="BEBEBE"/>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2" end="2"/>
                                            </p:txEl>
                                          </p:spTgt>
                                        </p:tgtEl>
                                        <p:attrNameLst>
                                          <p:attrName>ppt_c</p:attrName>
                                        </p:attrNameLst>
                                      </p:cBhvr>
                                      <p:to>
                                        <a:srgbClr val="BEBEBE"/>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3" end="3"/>
                                            </p:txEl>
                                          </p:spTgt>
                                        </p:tgtEl>
                                        <p:attrNameLst>
                                          <p:attrName>ppt_c</p:attrName>
                                        </p:attrNameLst>
                                      </p:cBhvr>
                                      <p:to>
                                        <a:srgbClr val="BEBEBE"/>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4" end="4"/>
                                            </p:txEl>
                                          </p:spTgt>
                                        </p:tgtEl>
                                        <p:attrNameLst>
                                          <p:attrName>ppt_c</p:attrName>
                                        </p:attrNameLst>
                                      </p:cBhvr>
                                      <p:to>
                                        <a:srgbClr val="BEBEBE"/>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6" end="6"/>
                                            </p:txEl>
                                          </p:spTgt>
                                        </p:tgtEl>
                                        <p:attrNameLst>
                                          <p:attrName>ppt_c</p:attrName>
                                        </p:attrNameLst>
                                      </p:cBhvr>
                                      <p:to>
                                        <a:srgbClr val="BEBEBE"/>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rgbClr val="BEBEBE"/>
                      </p:to>
                    </p:animClr>
                  </p:subTnLst>
                </p:cTn>
              </p:par>
            </p:tnLst>
          </p:tmpl>
        </p:tmplLst>
      </p:bldP>
    </p:bldLst>
  </p:timing>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Content Left | Title/Image Right">
    <p:spTree>
      <p:nvGrpSpPr>
        <p:cNvPr id="1" name=""/>
        <p:cNvGrpSpPr/>
        <p:nvPr/>
      </p:nvGrpSpPr>
      <p:grpSpPr>
        <a:xfrm>
          <a:off x="0" y="0"/>
          <a:ext cx="0" cy="0"/>
          <a:chOff x="0" y="0"/>
          <a:chExt cx="0" cy="0"/>
        </a:xfrm>
      </p:grpSpPr>
      <p:sp>
        <p:nvSpPr>
          <p:cNvPr id="7" name="Text Placeholder 16"/>
          <p:cNvSpPr>
            <a:spLocks noGrp="1"/>
          </p:cNvSpPr>
          <p:nvPr>
            <p:ph type="body" sz="quarter" idx="12" hasCustomPrompt="1"/>
          </p:nvPr>
        </p:nvSpPr>
        <p:spPr>
          <a:xfrm>
            <a:off x="631373" y="469054"/>
            <a:ext cx="3745556" cy="5919895"/>
          </a:xfrm>
          <a:prstGeom prst="rect">
            <a:avLst/>
          </a:prstGeom>
        </p:spPr>
        <p:txBody>
          <a:bodyPr anchor="ctr">
            <a:noAutofit/>
          </a:bodyPr>
          <a:lstStyle>
            <a:lvl1pPr algn="r">
              <a:defRPr sz="2267" b="0" i="0">
                <a:solidFill>
                  <a:schemeClr val="accent1"/>
                </a:solidFill>
                <a:latin typeface="+mn-lt"/>
                <a:ea typeface="PS TT Commons DemiBold" charset="0"/>
                <a:cs typeface="PS TT Commons DemiBold" charset="0"/>
              </a:defRPr>
            </a:lvl1pPr>
            <a:lvl2pPr marL="781376" indent="-385259" algn="r">
              <a:buFont typeface="Myriad Pro" panose="020B0503030403020204" pitchFamily="34" charset="0"/>
              <a:buChar char=" "/>
              <a:defRPr sz="2267" b="0" i="0">
                <a:solidFill>
                  <a:schemeClr val="accent1"/>
                </a:solidFill>
                <a:latin typeface="PS TT Commons" charset="0"/>
                <a:ea typeface="PS TT Commons" charset="0"/>
                <a:cs typeface="PS TT Commons" charset="0"/>
              </a:defRPr>
            </a:lvl2pPr>
            <a:lvl3pPr marL="1177491" indent="-382550" algn="r">
              <a:buFont typeface="Myriad Pro" panose="020B0503030403020204" pitchFamily="34" charset="0"/>
              <a:buChar char=" "/>
              <a:defRPr sz="2267" b="0" i="0">
                <a:solidFill>
                  <a:schemeClr val="accent1"/>
                </a:solidFill>
                <a:latin typeface="PS TT Commons" charset="0"/>
                <a:ea typeface="PS TT Commons" charset="0"/>
                <a:cs typeface="PS TT Commons" charset="0"/>
              </a:defRPr>
            </a:lvl3pPr>
            <a:lvl4pPr marL="1462372" indent="-284878" algn="r">
              <a:buFont typeface="Myriad Pro" panose="020B0503030403020204" pitchFamily="34" charset="0"/>
              <a:buChar char=" "/>
              <a:defRPr sz="2267" b="0" i="0">
                <a:solidFill>
                  <a:schemeClr val="accent1"/>
                </a:solidFill>
                <a:latin typeface="PS TT Commons" charset="0"/>
                <a:ea typeface="PS TT Commons" charset="0"/>
                <a:cs typeface="PS TT Commons" charset="0"/>
              </a:defRPr>
            </a:lvl4pPr>
            <a:lvl5pPr marL="1462369" indent="0" algn="r">
              <a:buFont typeface="Myriad Pro" panose="020B0503030403020204" pitchFamily="34" charset="0"/>
              <a:buNone/>
              <a:defRPr sz="2267" b="0" i="0">
                <a:solidFill>
                  <a:schemeClr val="accent1"/>
                </a:solidFill>
                <a:latin typeface="PS TT Commons" charset="0"/>
                <a:ea typeface="PS TT Commons" charset="0"/>
                <a:cs typeface="PS TT Commons" charset="0"/>
              </a:defRPr>
            </a:lvl5pPr>
          </a:lstStyle>
          <a:p>
            <a:pPr lvl="0"/>
            <a:r>
              <a:rPr lang="en-US" dirty="0"/>
              <a:t>Click to add short text </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p:cNvCxnSpPr/>
          <p:nvPr/>
        </p:nvCxnSpPr>
        <p:spPr>
          <a:xfrm>
            <a:off x="4714917" y="469054"/>
            <a:ext cx="0" cy="5919895"/>
          </a:xfrm>
          <a:prstGeom prst="line">
            <a:avLst/>
          </a:prstGeom>
          <a:ln w="50800">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Content Placeholder 2"/>
          <p:cNvSpPr>
            <a:spLocks noGrp="1"/>
          </p:cNvSpPr>
          <p:nvPr>
            <p:ph sz="quarter" idx="14" hasCustomPrompt="1"/>
          </p:nvPr>
        </p:nvSpPr>
        <p:spPr>
          <a:xfrm>
            <a:off x="5052909" y="998318"/>
            <a:ext cx="6570132" cy="4861367"/>
          </a:xfrm>
          <a:prstGeom prst="rect">
            <a:avLst/>
          </a:prstGeom>
        </p:spPr>
        <p:txBody>
          <a:bodyPr anchor="ctr">
            <a:noAutofit/>
          </a:bodyPr>
          <a:lstStyle>
            <a:lvl1pPr>
              <a:lnSpc>
                <a:spcPct val="100000"/>
              </a:lnSpc>
              <a:defRPr sz="3600" b="0" i="0">
                <a:latin typeface="+mj-lt"/>
                <a:ea typeface="PS TT Commons Light" charset="0"/>
                <a:cs typeface="PS TT Commons Light" charset="0"/>
              </a:defRPr>
            </a:lvl1pPr>
          </a:lstStyle>
          <a:p>
            <a:pPr lvl="0"/>
            <a:r>
              <a:rPr lang="en-US" dirty="0"/>
              <a:t>Click to Add Title or </a:t>
            </a:r>
            <a:r>
              <a:rPr lang="en-US"/>
              <a:t>Click </a:t>
            </a:r>
            <a:br>
              <a:rPr lang="en-US"/>
            </a:br>
            <a:r>
              <a:rPr lang="en-US"/>
              <a:t>Icon </a:t>
            </a:r>
            <a:r>
              <a:rPr lang="en-US" dirty="0"/>
              <a:t>to Add Graphic</a:t>
            </a:r>
          </a:p>
        </p:txBody>
      </p:sp>
      <p:sp>
        <p:nvSpPr>
          <p:cNvPr id="11" name="Rectangle 10"/>
          <p:cNvSpPr/>
          <p:nvPr/>
        </p:nvSpPr>
        <p:spPr>
          <a:xfrm>
            <a:off x="1" y="-474034"/>
            <a:ext cx="4776604" cy="338554"/>
          </a:xfrm>
          <a:prstGeom prst="rect">
            <a:avLst/>
          </a:prstGeom>
        </p:spPr>
        <p:txBody>
          <a:bodyPr wrap="square">
            <a:spAutoFit/>
          </a:bodyPr>
          <a:lstStyle/>
          <a:p>
            <a:pPr algn="l" defTabSz="1219232"/>
            <a:r>
              <a:rPr lang="en-US" sz="1600" b="1" i="0">
                <a:solidFill>
                  <a:srgbClr val="404040"/>
                </a:solidFill>
                <a:latin typeface="PS TT Commons DemiBold" charset="0"/>
                <a:ea typeface="PS TT Commons DemiBold" charset="0"/>
                <a:cs typeface="PS TT Commons DemiBold" charset="0"/>
              </a:rPr>
              <a:t>This slidelist is </a:t>
            </a:r>
            <a:r>
              <a:rPr lang="en-US" sz="1600" b="1" i="0">
                <a:solidFill>
                  <a:srgbClr val="F05A28"/>
                </a:solidFill>
                <a:latin typeface="PS TT Commons DemiBold" charset="0"/>
                <a:ea typeface="PS TT Commons DemiBold" charset="0"/>
                <a:cs typeface="PS TT Commons DemiBold" charset="0"/>
              </a:rPr>
              <a:t>preset </a:t>
            </a:r>
            <a:r>
              <a:rPr lang="en-US" sz="1600" b="1" i="0">
                <a:solidFill>
                  <a:srgbClr val="404040"/>
                </a:solidFill>
                <a:latin typeface="PS TT Commons DemiBold" charset="0"/>
                <a:ea typeface="PS TT Commons DemiBold" charset="0"/>
                <a:cs typeface="PS TT Commons DemiBold" charset="0"/>
              </a:rPr>
              <a:t>with</a:t>
            </a:r>
            <a:r>
              <a:rPr lang="en-US" sz="1600" b="1" i="0" baseline="0">
                <a:solidFill>
                  <a:srgbClr val="404040"/>
                </a:solidFill>
                <a:latin typeface="PS TT Commons DemiBold" charset="0"/>
                <a:ea typeface="PS TT Commons DemiBold" charset="0"/>
                <a:cs typeface="PS TT Commons DemiBold" charset="0"/>
              </a:rPr>
              <a:t> </a:t>
            </a:r>
            <a:r>
              <a:rPr lang="en-US" sz="1600" b="1" i="0">
                <a:solidFill>
                  <a:srgbClr val="F05A28"/>
                </a:solidFill>
                <a:latin typeface="PS TT Commons DemiBold" charset="0"/>
                <a:ea typeface="PS TT Commons DemiBold" charset="0"/>
                <a:cs typeface="PS TT Commons DemiBold" charset="0"/>
              </a:rPr>
              <a:t>animations</a:t>
            </a:r>
            <a:endParaRPr lang="en-US" sz="1600" b="1" i="0" dirty="0">
              <a:solidFill>
                <a:srgbClr val="F05A28"/>
              </a:solidFill>
              <a:latin typeface="PS TT Commons DemiBold" charset="0"/>
              <a:ea typeface="PS TT Commons DemiBold" charset="0"/>
              <a:cs typeface="PS TT Commons DemiBold" charset="0"/>
            </a:endParaRPr>
          </a:p>
        </p:txBody>
      </p:sp>
    </p:spTree>
    <p:extLst>
      <p:ext uri="{BB962C8B-B14F-4D97-AF65-F5344CB8AC3E}">
        <p14:creationId xmlns:p14="http://schemas.microsoft.com/office/powerpoint/2010/main" val="2471927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0" end="0"/>
                                            </p:txEl>
                                          </p:spTgt>
                                        </p:tgtEl>
                                        <p:attrNameLst>
                                          <p:attrName>ppt_c</p:attrName>
                                        </p:attrNameLst>
                                      </p:cBhvr>
                                      <p:to>
                                        <a:schemeClr val="tx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1" end="1"/>
                                            </p:txEl>
                                          </p:spTgt>
                                        </p:tgtEl>
                                        <p:attrNameLst>
                                          <p:attrName>ppt_c</p:attrName>
                                        </p:attrNameLst>
                                      </p:cBhvr>
                                      <p:to>
                                        <a:schemeClr val="tx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2" end="2"/>
                                            </p:txEl>
                                          </p:spTgt>
                                        </p:tgtEl>
                                        <p:attrNameLst>
                                          <p:attrName>ppt_c</p:attrName>
                                        </p:attrNameLst>
                                      </p:cBhvr>
                                      <p:to>
                                        <a:schemeClr val="tx2"/>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3" end="3"/>
                                            </p:txEl>
                                          </p:spTgt>
                                        </p:tgtEl>
                                        <p:attrNameLst>
                                          <p:attrName>ppt_c</p:attrName>
                                        </p:attrNameLst>
                                      </p:cBhvr>
                                      <p:to>
                                        <a:schemeClr val="tx2"/>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4" end="4"/>
                                            </p:txEl>
                                          </p:spTgt>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tnLst>
          </p:tmpl>
          <p:tmpl lvl="2">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tnLst>
          </p:tmpl>
          <p:tmpl lvl="3">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tnLst>
          </p:tmpl>
          <p:tmpl lvl="4">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tnLst>
          </p:tmpl>
          <p:tmpl lvl="5">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tnLst>
          </p:tmpl>
        </p:tmplLst>
      </p:bldP>
    </p:bldLst>
  </p:timing>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itle or Image Left | Content Right">
    <p:spTree>
      <p:nvGrpSpPr>
        <p:cNvPr id="1" name=""/>
        <p:cNvGrpSpPr/>
        <p:nvPr/>
      </p:nvGrpSpPr>
      <p:grpSpPr>
        <a:xfrm>
          <a:off x="0" y="0"/>
          <a:ext cx="0" cy="0"/>
          <a:chOff x="0" y="0"/>
          <a:chExt cx="0" cy="0"/>
        </a:xfrm>
      </p:grpSpPr>
      <p:sp>
        <p:nvSpPr>
          <p:cNvPr id="9" name="Content Placeholder 2"/>
          <p:cNvSpPr>
            <a:spLocks noGrp="1"/>
          </p:cNvSpPr>
          <p:nvPr>
            <p:ph sz="quarter" idx="14" hasCustomPrompt="1"/>
          </p:nvPr>
        </p:nvSpPr>
        <p:spPr>
          <a:xfrm>
            <a:off x="555414" y="469054"/>
            <a:ext cx="3589868" cy="5919895"/>
          </a:xfrm>
          <a:prstGeom prst="rect">
            <a:avLst/>
          </a:prstGeom>
        </p:spPr>
        <p:txBody>
          <a:bodyPr anchor="ctr">
            <a:noAutofit/>
          </a:bodyPr>
          <a:lstStyle>
            <a:lvl1pPr algn="r">
              <a:lnSpc>
                <a:spcPct val="100000"/>
              </a:lnSpc>
              <a:defRPr sz="3600" b="0" i="0">
                <a:latin typeface="+mj-lt"/>
                <a:ea typeface="PS TT Commons Light" charset="0"/>
                <a:cs typeface="PS TT Commons Light" charset="0"/>
              </a:defRPr>
            </a:lvl1pPr>
          </a:lstStyle>
          <a:p>
            <a:pPr lvl="0"/>
            <a:r>
              <a:rPr lang="en-US" dirty="0"/>
              <a:t>Click to Add Title or Click Icon to Add Graphic</a:t>
            </a:r>
          </a:p>
        </p:txBody>
      </p:sp>
      <p:cxnSp>
        <p:nvCxnSpPr>
          <p:cNvPr id="5" name="Straight Connector 4"/>
          <p:cNvCxnSpPr/>
          <p:nvPr/>
        </p:nvCxnSpPr>
        <p:spPr>
          <a:xfrm>
            <a:off x="4609253" y="469054"/>
            <a:ext cx="0" cy="5919895"/>
          </a:xfrm>
          <a:prstGeom prst="line">
            <a:avLst/>
          </a:prstGeom>
          <a:ln w="50800">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 name="Text Placeholder 7"/>
          <p:cNvSpPr>
            <a:spLocks noGrp="1"/>
          </p:cNvSpPr>
          <p:nvPr>
            <p:ph type="body" sz="quarter" idx="10" hasCustomPrompt="1"/>
          </p:nvPr>
        </p:nvSpPr>
        <p:spPr>
          <a:xfrm>
            <a:off x="5073227" y="469054"/>
            <a:ext cx="6509173" cy="5919895"/>
          </a:xfrm>
          <a:prstGeom prst="rect">
            <a:avLst/>
          </a:prstGeom>
        </p:spPr>
        <p:txBody>
          <a:bodyPr lIns="0" anchor="ctr">
            <a:noAutofit/>
          </a:bodyPr>
          <a:lstStyle>
            <a:lvl1pPr algn="l">
              <a:defRPr sz="2267" b="0" i="0" baseline="0">
                <a:solidFill>
                  <a:schemeClr val="accent1"/>
                </a:solidFill>
                <a:latin typeface="+mn-lt"/>
                <a:ea typeface="PS TT Commons DemiBold" charset="0"/>
                <a:cs typeface="PS TT Commons DemiBold" charset="0"/>
              </a:defRPr>
            </a:lvl1pPr>
            <a:lvl2pPr algn="l">
              <a:buSzPct val="100000"/>
              <a:defRPr sz="2267" b="0" i="0">
                <a:solidFill>
                  <a:schemeClr val="accent1"/>
                </a:solidFill>
                <a:latin typeface="PS TT Commons" charset="0"/>
                <a:ea typeface="PS TT Commons" charset="0"/>
                <a:cs typeface="PS TT Commons" charset="0"/>
              </a:defRPr>
            </a:lvl2pPr>
            <a:lvl3pPr marL="804374" indent="-208502" algn="l">
              <a:tabLst/>
              <a:defRPr sz="2267" b="0" i="0">
                <a:solidFill>
                  <a:schemeClr val="accent1"/>
                </a:solidFill>
                <a:latin typeface="PS TT Commons" charset="0"/>
                <a:ea typeface="PS TT Commons" charset="0"/>
                <a:cs typeface="PS TT Commons" charset="0"/>
              </a:defRPr>
            </a:lvl3pPr>
            <a:lvl4pPr marL="1072146" indent="-189451" algn="l">
              <a:tabLst/>
              <a:defRPr sz="2267" b="0" i="0">
                <a:solidFill>
                  <a:schemeClr val="accent1"/>
                </a:solidFill>
                <a:latin typeface="PS TT Commons" charset="0"/>
                <a:ea typeface="PS TT Commons" charset="0"/>
                <a:cs typeface="PS TT Commons" charset="0"/>
              </a:defRPr>
            </a:lvl4pPr>
            <a:lvl5pPr marL="1270064" indent="-173575" algn="l">
              <a:tabLst/>
              <a:defRPr sz="2267" b="0" i="0">
                <a:solidFill>
                  <a:schemeClr val="accent1"/>
                </a:solidFill>
                <a:latin typeface="PS TT Commons" charset="0"/>
                <a:ea typeface="PS TT Commons" charset="0"/>
                <a:cs typeface="PS TT Commons" charset="0"/>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7" name="Rectangle 6"/>
          <p:cNvSpPr/>
          <p:nvPr userDrawn="1"/>
        </p:nvSpPr>
        <p:spPr>
          <a:xfrm>
            <a:off x="1" y="-474034"/>
            <a:ext cx="4776604" cy="338554"/>
          </a:xfrm>
          <a:prstGeom prst="rect">
            <a:avLst/>
          </a:prstGeom>
        </p:spPr>
        <p:txBody>
          <a:bodyPr wrap="square">
            <a:spAutoFit/>
          </a:bodyPr>
          <a:lstStyle/>
          <a:p>
            <a:pPr algn="l" defTabSz="1219232"/>
            <a:r>
              <a:rPr lang="en-US" sz="1600" b="1" i="0">
                <a:solidFill>
                  <a:srgbClr val="404040"/>
                </a:solidFill>
                <a:latin typeface="PS TT Commons DemiBold" charset="0"/>
                <a:ea typeface="PS TT Commons DemiBold" charset="0"/>
                <a:cs typeface="PS TT Commons DemiBold" charset="0"/>
              </a:rPr>
              <a:t>This slidelist is </a:t>
            </a:r>
            <a:r>
              <a:rPr lang="en-US" sz="1600" b="1" i="0">
                <a:solidFill>
                  <a:srgbClr val="F05A28"/>
                </a:solidFill>
                <a:latin typeface="PS TT Commons DemiBold" charset="0"/>
                <a:ea typeface="PS TT Commons DemiBold" charset="0"/>
                <a:cs typeface="PS TT Commons DemiBold" charset="0"/>
              </a:rPr>
              <a:t>preset </a:t>
            </a:r>
            <a:r>
              <a:rPr lang="en-US" sz="1600" b="1" i="0">
                <a:solidFill>
                  <a:srgbClr val="404040"/>
                </a:solidFill>
                <a:latin typeface="PS TT Commons DemiBold" charset="0"/>
                <a:ea typeface="PS TT Commons DemiBold" charset="0"/>
                <a:cs typeface="PS TT Commons DemiBold" charset="0"/>
              </a:rPr>
              <a:t>with</a:t>
            </a:r>
            <a:r>
              <a:rPr lang="en-US" sz="1600" b="1" i="0" baseline="0">
                <a:solidFill>
                  <a:srgbClr val="404040"/>
                </a:solidFill>
                <a:latin typeface="PS TT Commons DemiBold" charset="0"/>
                <a:ea typeface="PS TT Commons DemiBold" charset="0"/>
                <a:cs typeface="PS TT Commons DemiBold" charset="0"/>
              </a:rPr>
              <a:t> </a:t>
            </a:r>
            <a:r>
              <a:rPr lang="en-US" sz="1600" b="1" i="0">
                <a:solidFill>
                  <a:srgbClr val="F05A28"/>
                </a:solidFill>
                <a:latin typeface="PS TT Commons DemiBold" charset="0"/>
                <a:ea typeface="PS TT Commons DemiBold" charset="0"/>
                <a:cs typeface="PS TT Commons DemiBold" charset="0"/>
              </a:rPr>
              <a:t>animations</a:t>
            </a:r>
            <a:endParaRPr lang="en-US" sz="1600" b="1" i="0" dirty="0">
              <a:solidFill>
                <a:srgbClr val="F05A28"/>
              </a:solidFill>
              <a:latin typeface="PS TT Commons DemiBold" charset="0"/>
              <a:ea typeface="PS TT Commons DemiBold" charset="0"/>
              <a:cs typeface="PS TT Commons DemiBold" charset="0"/>
            </a:endParaRPr>
          </a:p>
        </p:txBody>
      </p:sp>
    </p:spTree>
    <p:extLst>
      <p:ext uri="{BB962C8B-B14F-4D97-AF65-F5344CB8AC3E}">
        <p14:creationId xmlns:p14="http://schemas.microsoft.com/office/powerpoint/2010/main" val="3397424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6">
                                            <p:txEl>
                                              <p:pRg st="0" end="0"/>
                                            </p:txEl>
                                          </p:spTgt>
                                        </p:tgtEl>
                                        <p:attrNameLst>
                                          <p:attrName>ppt_c</p:attrName>
                                        </p:attrNameLst>
                                      </p:cBhvr>
                                      <p:to>
                                        <a:schemeClr val="tx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6">
                                            <p:txEl>
                                              <p:pRg st="1" end="1"/>
                                            </p:txEl>
                                          </p:spTgt>
                                        </p:tgtEl>
                                        <p:attrNameLst>
                                          <p:attrName>ppt_c</p:attrName>
                                        </p:attrNameLst>
                                      </p:cBhvr>
                                      <p:to>
                                        <a:schemeClr val="tx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6">
                                            <p:txEl>
                                              <p:pRg st="2" end="2"/>
                                            </p:txEl>
                                          </p:spTgt>
                                        </p:tgtEl>
                                        <p:attrNameLst>
                                          <p:attrName>ppt_c</p:attrName>
                                        </p:attrNameLst>
                                      </p:cBhvr>
                                      <p:to>
                                        <a:schemeClr val="tx2"/>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6">
                                            <p:txEl>
                                              <p:pRg st="3" end="3"/>
                                            </p:txEl>
                                          </p:spTgt>
                                        </p:tgtEl>
                                        <p:attrNameLst>
                                          <p:attrName>ppt_c</p:attrName>
                                        </p:attrNameLst>
                                      </p:cBhvr>
                                      <p:to>
                                        <a:schemeClr val="tx2"/>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6">
                                            <p:txEl>
                                              <p:pRg st="4" end="4"/>
                                            </p:txEl>
                                          </p:spTgt>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bldLvl="5">
        <p:tmplLst>
          <p:tmpl lvl="1">
            <p:tnLst>
              <p:par>
                <p:cTn presetID="1" presetClass="entr" presetSubtype="0" fill="hold" nodeType="clickEffect">
                  <p:stCondLst>
                    <p:cond delay="0"/>
                  </p:stCondLst>
                  <p:childTnLst>
                    <p:set>
                      <p:cBhvr>
                        <p:cTn dur="1" fill="hold">
                          <p:stCondLst>
                            <p:cond delay="0"/>
                          </p:stCondLst>
                        </p:cTn>
                        <p:tgtEl>
                          <p:spTgt spid="6"/>
                        </p:tgtEl>
                        <p:attrNameLst>
                          <p:attrName>style.visibility</p:attrName>
                        </p:attrNameLst>
                      </p:cBhvr>
                      <p:to>
                        <p:strVal val="visible"/>
                      </p:to>
                    </p:set>
                  </p:childTnLst>
                  <p:subTnLst>
                    <p:animClr clrSpc="rgb" dir="cw">
                      <p:cBhvr override="childStyle">
                        <p:cTn dur="1" fill="hold" display="0" masterRel="nextClick" afterEffect="1"/>
                        <p:tgtEl>
                          <p:spTgt spid="6"/>
                        </p:tgtEl>
                        <p:attrNameLst>
                          <p:attrName>ppt_c</p:attrName>
                        </p:attrNameLst>
                      </p:cBhvr>
                      <p:to>
                        <a:schemeClr val="tx2"/>
                      </p:to>
                    </p:animClr>
                  </p:subTnLst>
                </p:cTn>
              </p:par>
            </p:tnLst>
          </p:tmpl>
          <p:tmpl lvl="2">
            <p:tnLst>
              <p:par>
                <p:cTn presetID="1" presetClass="entr" presetSubtype="0" fill="hold" nodeType="clickEffect">
                  <p:stCondLst>
                    <p:cond delay="0"/>
                  </p:stCondLst>
                  <p:childTnLst>
                    <p:set>
                      <p:cBhvr>
                        <p:cTn dur="1" fill="hold">
                          <p:stCondLst>
                            <p:cond delay="0"/>
                          </p:stCondLst>
                        </p:cTn>
                        <p:tgtEl>
                          <p:spTgt spid="6"/>
                        </p:tgtEl>
                        <p:attrNameLst>
                          <p:attrName>style.visibility</p:attrName>
                        </p:attrNameLst>
                      </p:cBhvr>
                      <p:to>
                        <p:strVal val="visible"/>
                      </p:to>
                    </p:set>
                  </p:childTnLst>
                  <p:subTnLst>
                    <p:animClr clrSpc="rgb" dir="cw">
                      <p:cBhvr override="childStyle">
                        <p:cTn dur="1" fill="hold" display="0" masterRel="nextClick" afterEffect="1"/>
                        <p:tgtEl>
                          <p:spTgt spid="6"/>
                        </p:tgtEl>
                        <p:attrNameLst>
                          <p:attrName>ppt_c</p:attrName>
                        </p:attrNameLst>
                      </p:cBhvr>
                      <p:to>
                        <a:schemeClr val="tx2"/>
                      </p:to>
                    </p:animClr>
                  </p:subTnLst>
                </p:cTn>
              </p:par>
            </p:tnLst>
          </p:tmpl>
          <p:tmpl lvl="3">
            <p:tnLst>
              <p:par>
                <p:cTn presetID="1" presetClass="entr" presetSubtype="0" fill="hold" nodeType="clickEffect">
                  <p:stCondLst>
                    <p:cond delay="0"/>
                  </p:stCondLst>
                  <p:childTnLst>
                    <p:set>
                      <p:cBhvr>
                        <p:cTn dur="1" fill="hold">
                          <p:stCondLst>
                            <p:cond delay="0"/>
                          </p:stCondLst>
                        </p:cTn>
                        <p:tgtEl>
                          <p:spTgt spid="6"/>
                        </p:tgtEl>
                        <p:attrNameLst>
                          <p:attrName>style.visibility</p:attrName>
                        </p:attrNameLst>
                      </p:cBhvr>
                      <p:to>
                        <p:strVal val="visible"/>
                      </p:to>
                    </p:set>
                  </p:childTnLst>
                  <p:subTnLst>
                    <p:animClr clrSpc="rgb" dir="cw">
                      <p:cBhvr override="childStyle">
                        <p:cTn dur="1" fill="hold" display="0" masterRel="nextClick" afterEffect="1"/>
                        <p:tgtEl>
                          <p:spTgt spid="6"/>
                        </p:tgtEl>
                        <p:attrNameLst>
                          <p:attrName>ppt_c</p:attrName>
                        </p:attrNameLst>
                      </p:cBhvr>
                      <p:to>
                        <a:schemeClr val="tx2"/>
                      </p:to>
                    </p:animClr>
                  </p:subTnLst>
                </p:cTn>
              </p:par>
            </p:tnLst>
          </p:tmpl>
          <p:tmpl lvl="4">
            <p:tnLst>
              <p:par>
                <p:cTn presetID="1" presetClass="entr" presetSubtype="0" fill="hold" nodeType="clickEffect">
                  <p:stCondLst>
                    <p:cond delay="0"/>
                  </p:stCondLst>
                  <p:childTnLst>
                    <p:set>
                      <p:cBhvr>
                        <p:cTn dur="1" fill="hold">
                          <p:stCondLst>
                            <p:cond delay="0"/>
                          </p:stCondLst>
                        </p:cTn>
                        <p:tgtEl>
                          <p:spTgt spid="6"/>
                        </p:tgtEl>
                        <p:attrNameLst>
                          <p:attrName>style.visibility</p:attrName>
                        </p:attrNameLst>
                      </p:cBhvr>
                      <p:to>
                        <p:strVal val="visible"/>
                      </p:to>
                    </p:set>
                  </p:childTnLst>
                  <p:subTnLst>
                    <p:animClr clrSpc="rgb" dir="cw">
                      <p:cBhvr override="childStyle">
                        <p:cTn dur="1" fill="hold" display="0" masterRel="nextClick" afterEffect="1"/>
                        <p:tgtEl>
                          <p:spTgt spid="6"/>
                        </p:tgtEl>
                        <p:attrNameLst>
                          <p:attrName>ppt_c</p:attrName>
                        </p:attrNameLst>
                      </p:cBhvr>
                      <p:to>
                        <a:schemeClr val="tx2"/>
                      </p:to>
                    </p:animClr>
                  </p:subTnLst>
                </p:cTn>
              </p:par>
            </p:tnLst>
          </p:tmpl>
          <p:tmpl lvl="5">
            <p:tnLst>
              <p:par>
                <p:cTn presetID="1" presetClass="entr" presetSubtype="0" fill="hold" nodeType="clickEffect">
                  <p:stCondLst>
                    <p:cond delay="0"/>
                  </p:stCondLst>
                  <p:childTnLst>
                    <p:set>
                      <p:cBhvr>
                        <p:cTn dur="1" fill="hold">
                          <p:stCondLst>
                            <p:cond delay="0"/>
                          </p:stCondLst>
                        </p:cTn>
                        <p:tgtEl>
                          <p:spTgt spid="6"/>
                        </p:tgtEl>
                        <p:attrNameLst>
                          <p:attrName>style.visibility</p:attrName>
                        </p:attrNameLst>
                      </p:cBhvr>
                      <p:to>
                        <p:strVal val="visible"/>
                      </p:to>
                    </p:set>
                  </p:childTnLst>
                  <p:subTnLst>
                    <p:animClr clrSpc="rgb" dir="cw">
                      <p:cBhvr override="childStyle">
                        <p:cTn dur="1" fill="hold" display="0" masterRel="nextClick" afterEffect="1"/>
                        <p:tgtEl>
                          <p:spTgt spid="6"/>
                        </p:tgtEl>
                        <p:attrNameLst>
                          <p:attrName>ppt_c</p:attrName>
                        </p:attrNameLst>
                      </p:cBhvr>
                      <p:to>
                        <a:schemeClr val="tx2"/>
                      </p:to>
                    </p:animClr>
                  </p:subTnLst>
                </p:cTn>
              </p:par>
            </p:tnLst>
          </p:tmpl>
        </p:tmplLst>
      </p:bldP>
    </p:bld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Title or Image Left | Content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7937E-1F6E-4748-B7B4-7B58CEB11A1E}"/>
              </a:ext>
            </a:extLst>
          </p:cNvPr>
          <p:cNvSpPr>
            <a:spLocks noGrp="1"/>
          </p:cNvSpPr>
          <p:nvPr>
            <p:ph type="title" hasCustomPrompt="1"/>
          </p:nvPr>
        </p:nvSpPr>
        <p:spPr/>
        <p:txBody>
          <a:bodyPr/>
          <a:lstStyle>
            <a:lvl1pPr>
              <a:defRPr baseline="0"/>
            </a:lvl1pPr>
          </a:lstStyle>
          <a:p>
            <a:r>
              <a:rPr lang="en-US"/>
              <a:t>Add Slide Title in Title Case</a:t>
            </a:r>
          </a:p>
        </p:txBody>
      </p:sp>
      <p:sp>
        <p:nvSpPr>
          <p:cNvPr id="3" name="Content Placeholder 2">
            <a:extLst>
              <a:ext uri="{FF2B5EF4-FFF2-40B4-BE49-F238E27FC236}">
                <a16:creationId xmlns:a16="http://schemas.microsoft.com/office/drawing/2014/main" id="{7AE5B6AF-0944-49FB-913E-31C7E9779510}"/>
              </a:ext>
            </a:extLst>
          </p:cNvPr>
          <p:cNvSpPr>
            <a:spLocks noGrp="1"/>
          </p:cNvSpPr>
          <p:nvPr>
            <p:ph sz="half" idx="1" hasCustomPrompt="1"/>
          </p:nvPr>
        </p:nvSpPr>
        <p:spPr>
          <a:xfrm>
            <a:off x="838199" y="1625601"/>
            <a:ext cx="3496735" cy="4551364"/>
          </a:xfrm>
          <a:prstGeom prst="rect">
            <a:avLst/>
          </a:prstGeom>
        </p:spPr>
        <p:txBody>
          <a:bodyPr anchor="ctr">
            <a:noAutofit/>
          </a:bodyPr>
          <a:lstStyle>
            <a:lvl1pPr algn="r">
              <a:defRPr sz="3600" baseline="0">
                <a:latin typeface="+mj-lt"/>
              </a:defRPr>
            </a:lvl1pPr>
          </a:lstStyle>
          <a:p>
            <a:pPr lvl="0"/>
            <a:r>
              <a:rPr lang="en-US"/>
              <a:t>Click to add title or click icon to add graphic</a:t>
            </a:r>
          </a:p>
        </p:txBody>
      </p:sp>
      <p:cxnSp>
        <p:nvCxnSpPr>
          <p:cNvPr id="8" name="Straight Connector 7"/>
          <p:cNvCxnSpPr/>
          <p:nvPr/>
        </p:nvCxnSpPr>
        <p:spPr>
          <a:xfrm>
            <a:off x="4717627" y="1625601"/>
            <a:ext cx="0" cy="4551364"/>
          </a:xfrm>
          <a:prstGeom prst="line">
            <a:avLst/>
          </a:prstGeom>
          <a:ln w="50800">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 name="Text Placeholder 7"/>
          <p:cNvSpPr>
            <a:spLocks noGrp="1"/>
          </p:cNvSpPr>
          <p:nvPr>
            <p:ph type="body" sz="quarter" idx="10" hasCustomPrompt="1"/>
          </p:nvPr>
        </p:nvSpPr>
        <p:spPr>
          <a:xfrm>
            <a:off x="5073227" y="1625601"/>
            <a:ext cx="6509173" cy="4551364"/>
          </a:xfrm>
          <a:prstGeom prst="rect">
            <a:avLst/>
          </a:prstGeom>
        </p:spPr>
        <p:txBody>
          <a:bodyPr lIns="0" anchor="ctr">
            <a:noAutofit/>
          </a:bodyPr>
          <a:lstStyle>
            <a:lvl1pPr algn="l">
              <a:defRPr sz="2267" b="0" i="0" baseline="0">
                <a:solidFill>
                  <a:schemeClr val="accent1"/>
                </a:solidFill>
                <a:latin typeface="+mn-lt"/>
                <a:ea typeface="PS TT Commons DemiBold" charset="0"/>
                <a:cs typeface="PS TT Commons DemiBold" charset="0"/>
              </a:defRPr>
            </a:lvl1pPr>
            <a:lvl2pPr algn="l">
              <a:buSzPct val="100000"/>
              <a:defRPr sz="2267" b="0" i="0">
                <a:solidFill>
                  <a:schemeClr val="accent1"/>
                </a:solidFill>
                <a:latin typeface="PS TT Commons" charset="0"/>
                <a:ea typeface="PS TT Commons" charset="0"/>
                <a:cs typeface="PS TT Commons" charset="0"/>
              </a:defRPr>
            </a:lvl2pPr>
            <a:lvl3pPr marL="804374" indent="-208502" algn="l">
              <a:tabLst/>
              <a:defRPr sz="2267" b="0" i="0">
                <a:solidFill>
                  <a:schemeClr val="accent1"/>
                </a:solidFill>
                <a:latin typeface="PS TT Commons" charset="0"/>
                <a:ea typeface="PS TT Commons" charset="0"/>
                <a:cs typeface="PS TT Commons" charset="0"/>
              </a:defRPr>
            </a:lvl3pPr>
            <a:lvl4pPr marL="1072146" indent="-189451" algn="l">
              <a:tabLst/>
              <a:defRPr sz="2267" b="0" i="0">
                <a:solidFill>
                  <a:schemeClr val="accent1"/>
                </a:solidFill>
                <a:latin typeface="PS TT Commons" charset="0"/>
                <a:ea typeface="PS TT Commons" charset="0"/>
                <a:cs typeface="PS TT Commons" charset="0"/>
              </a:defRPr>
            </a:lvl4pPr>
            <a:lvl5pPr marL="1270064" indent="-173575" algn="l">
              <a:tabLst/>
              <a:defRPr sz="2267" b="0" i="0">
                <a:solidFill>
                  <a:schemeClr val="accent1"/>
                </a:solidFill>
                <a:latin typeface="PS TT Commons" charset="0"/>
                <a:ea typeface="PS TT Commons" charset="0"/>
                <a:cs typeface="PS TT Commons" charset="0"/>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TextBox 3"/>
          <p:cNvSpPr txBox="1"/>
          <p:nvPr userDrawn="1"/>
        </p:nvSpPr>
        <p:spPr>
          <a:xfrm>
            <a:off x="7827264" y="4767072"/>
            <a:ext cx="609600" cy="609600"/>
          </a:xfrm>
          <a:prstGeom prst="rect">
            <a:avLst/>
          </a:prstGeom>
        </p:spPr>
        <p:txBody>
          <a:bodyPr vert="horz" wrap="none" lIns="0" tIns="21980" rIns="43959" bIns="21980" rtlCol="0" anchor="b" anchorCtr="0">
            <a:noAutofit/>
          </a:bodyPr>
          <a:lstStyle/>
          <a:p>
            <a:pPr marL="0" marR="0" indent="0" algn="l" defTabSz="293016" rtl="0" eaLnBrk="1" fontAlgn="auto" latinLnBrk="0" hangingPunct="1">
              <a:lnSpc>
                <a:spcPct val="85000"/>
              </a:lnSpc>
              <a:spcBef>
                <a:spcPct val="0"/>
              </a:spcBef>
              <a:spcAft>
                <a:spcPts val="0"/>
              </a:spcAft>
              <a:buClrTx/>
              <a:buSzTx/>
              <a:buFontTx/>
              <a:buNone/>
              <a:tabLst/>
            </a:pPr>
            <a:endParaRPr kumimoji="0" lang="en-US" sz="2350" b="0" i="0" u="none" strike="noStrike" kern="1200" cap="none" spc="0" normalizeH="0" baseline="0" noProof="0" dirty="0">
              <a:ln>
                <a:noFill/>
              </a:ln>
              <a:solidFill>
                <a:srgbClr val="E5E5E5">
                  <a:lumMod val="10000"/>
                </a:srgbClr>
              </a:solidFill>
              <a:effectLst/>
              <a:uLnTx/>
              <a:uFillTx/>
              <a:latin typeface="PS TT Commons" charset="0"/>
              <a:ea typeface="PS TT Commons" charset="0"/>
              <a:cs typeface="PS TT Commons" charset="0"/>
            </a:endParaRPr>
          </a:p>
        </p:txBody>
      </p:sp>
      <p:sp>
        <p:nvSpPr>
          <p:cNvPr id="9" name="Rectangle 8"/>
          <p:cNvSpPr/>
          <p:nvPr userDrawn="1"/>
        </p:nvSpPr>
        <p:spPr>
          <a:xfrm>
            <a:off x="1" y="-474034"/>
            <a:ext cx="4776604" cy="338554"/>
          </a:xfrm>
          <a:prstGeom prst="rect">
            <a:avLst/>
          </a:prstGeom>
        </p:spPr>
        <p:txBody>
          <a:bodyPr wrap="square">
            <a:spAutoFit/>
          </a:bodyPr>
          <a:lstStyle/>
          <a:p>
            <a:pPr algn="l" defTabSz="1219232"/>
            <a:r>
              <a:rPr lang="en-US" sz="1600" b="1" i="0">
                <a:solidFill>
                  <a:srgbClr val="404040"/>
                </a:solidFill>
                <a:latin typeface="PS TT Commons DemiBold" charset="0"/>
                <a:ea typeface="PS TT Commons DemiBold" charset="0"/>
                <a:cs typeface="PS TT Commons DemiBold" charset="0"/>
              </a:rPr>
              <a:t>This slidelist is </a:t>
            </a:r>
            <a:r>
              <a:rPr lang="en-US" sz="1600" b="1" i="0">
                <a:solidFill>
                  <a:srgbClr val="F05A28"/>
                </a:solidFill>
                <a:latin typeface="PS TT Commons DemiBold" charset="0"/>
                <a:ea typeface="PS TT Commons DemiBold" charset="0"/>
                <a:cs typeface="PS TT Commons DemiBold" charset="0"/>
              </a:rPr>
              <a:t>preset </a:t>
            </a:r>
            <a:r>
              <a:rPr lang="en-US" sz="1600" b="1" i="0">
                <a:solidFill>
                  <a:srgbClr val="404040"/>
                </a:solidFill>
                <a:latin typeface="PS TT Commons DemiBold" charset="0"/>
                <a:ea typeface="PS TT Commons DemiBold" charset="0"/>
                <a:cs typeface="PS TT Commons DemiBold" charset="0"/>
              </a:rPr>
              <a:t>with</a:t>
            </a:r>
            <a:r>
              <a:rPr lang="en-US" sz="1600" b="1" i="0" baseline="0">
                <a:solidFill>
                  <a:srgbClr val="404040"/>
                </a:solidFill>
                <a:latin typeface="PS TT Commons DemiBold" charset="0"/>
                <a:ea typeface="PS TT Commons DemiBold" charset="0"/>
                <a:cs typeface="PS TT Commons DemiBold" charset="0"/>
              </a:rPr>
              <a:t> </a:t>
            </a:r>
            <a:r>
              <a:rPr lang="en-US" sz="1600" b="1" i="0">
                <a:solidFill>
                  <a:srgbClr val="F05A28"/>
                </a:solidFill>
                <a:latin typeface="PS TT Commons DemiBold" charset="0"/>
                <a:ea typeface="PS TT Commons DemiBold" charset="0"/>
                <a:cs typeface="PS TT Commons DemiBold" charset="0"/>
              </a:rPr>
              <a:t>animations</a:t>
            </a:r>
            <a:endParaRPr lang="en-US" sz="1600" b="1" i="0" dirty="0">
              <a:solidFill>
                <a:srgbClr val="F05A28"/>
              </a:solidFill>
              <a:latin typeface="PS TT Commons DemiBold" charset="0"/>
              <a:ea typeface="PS TT Commons DemiBold" charset="0"/>
              <a:cs typeface="PS TT Commons DemiBold" charset="0"/>
            </a:endParaRPr>
          </a:p>
        </p:txBody>
      </p:sp>
    </p:spTree>
    <p:extLst>
      <p:ext uri="{BB962C8B-B14F-4D97-AF65-F5344CB8AC3E}">
        <p14:creationId xmlns:p14="http://schemas.microsoft.com/office/powerpoint/2010/main" val="4224158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0" end="0"/>
                                            </p:txEl>
                                          </p:spTgt>
                                        </p:tgtEl>
                                        <p:attrNameLst>
                                          <p:attrName>ppt_c</p:attrName>
                                        </p:attrNameLst>
                                      </p:cBhvr>
                                      <p:to>
                                        <a:schemeClr val="tx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1" end="1"/>
                                            </p:txEl>
                                          </p:spTgt>
                                        </p:tgtEl>
                                        <p:attrNameLst>
                                          <p:attrName>ppt_c</p:attrName>
                                        </p:attrNameLst>
                                      </p:cBhvr>
                                      <p:to>
                                        <a:schemeClr val="tx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2" end="2"/>
                                            </p:txEl>
                                          </p:spTgt>
                                        </p:tgtEl>
                                        <p:attrNameLst>
                                          <p:attrName>ppt_c</p:attrName>
                                        </p:attrNameLst>
                                      </p:cBhvr>
                                      <p:to>
                                        <a:schemeClr val="tx2"/>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3" end="3"/>
                                            </p:txEl>
                                          </p:spTgt>
                                        </p:tgtEl>
                                        <p:attrNameLst>
                                          <p:attrName>ppt_c</p:attrName>
                                        </p:attrNameLst>
                                      </p:cBhvr>
                                      <p:to>
                                        <a:schemeClr val="tx2"/>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4" end="4"/>
                                            </p:txEl>
                                          </p:spTgt>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bldLvl="5">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tnLst>
          </p:tmpl>
          <p:tmpl lvl="2">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tnLst>
          </p:tmpl>
          <p:tmpl lvl="3">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tnLst>
          </p:tmpl>
          <p:tmpl lvl="4">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tnLst>
          </p:tmpl>
          <p:tmpl lvl="5">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tnLst>
          </p:tmpl>
        </p:tmplLst>
      </p:bldP>
    </p:bldLst>
  </p:timing>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1_Title, Title or Image Left | Content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7937E-1F6E-4748-B7B4-7B58CEB11A1E}"/>
              </a:ext>
            </a:extLst>
          </p:cNvPr>
          <p:cNvSpPr>
            <a:spLocks noGrp="1"/>
          </p:cNvSpPr>
          <p:nvPr>
            <p:ph type="title" hasCustomPrompt="1"/>
          </p:nvPr>
        </p:nvSpPr>
        <p:spPr/>
        <p:txBody>
          <a:bodyPr/>
          <a:lstStyle>
            <a:lvl1pPr>
              <a:defRPr baseline="0"/>
            </a:lvl1pPr>
          </a:lstStyle>
          <a:p>
            <a:r>
              <a:rPr lang="en-US"/>
              <a:t>Click to Add Slide Title in Title Case</a:t>
            </a:r>
          </a:p>
        </p:txBody>
      </p:sp>
      <p:sp>
        <p:nvSpPr>
          <p:cNvPr id="3" name="Content Placeholder 2">
            <a:extLst>
              <a:ext uri="{FF2B5EF4-FFF2-40B4-BE49-F238E27FC236}">
                <a16:creationId xmlns:a16="http://schemas.microsoft.com/office/drawing/2014/main" id="{7AE5B6AF-0944-49FB-913E-31C7E9779510}"/>
              </a:ext>
            </a:extLst>
          </p:cNvPr>
          <p:cNvSpPr>
            <a:spLocks noGrp="1"/>
          </p:cNvSpPr>
          <p:nvPr>
            <p:ph sz="half" idx="1" hasCustomPrompt="1"/>
          </p:nvPr>
        </p:nvSpPr>
        <p:spPr>
          <a:xfrm>
            <a:off x="7379627" y="1625601"/>
            <a:ext cx="3974173" cy="4551364"/>
          </a:xfrm>
          <a:prstGeom prst="rect">
            <a:avLst/>
          </a:prstGeom>
        </p:spPr>
        <p:txBody>
          <a:bodyPr anchor="ctr">
            <a:noAutofit/>
          </a:bodyPr>
          <a:lstStyle>
            <a:lvl1pPr algn="l">
              <a:defRPr sz="3600" baseline="0">
                <a:latin typeface="+mj-lt"/>
              </a:defRPr>
            </a:lvl1pPr>
          </a:lstStyle>
          <a:p>
            <a:pPr lvl="0"/>
            <a:r>
              <a:rPr lang="en-US"/>
              <a:t>Click to add title or click icon to add graphic</a:t>
            </a:r>
          </a:p>
        </p:txBody>
      </p:sp>
      <p:cxnSp>
        <p:nvCxnSpPr>
          <p:cNvPr id="8" name="Straight Connector 7"/>
          <p:cNvCxnSpPr/>
          <p:nvPr/>
        </p:nvCxnSpPr>
        <p:spPr>
          <a:xfrm>
            <a:off x="7127673" y="1625601"/>
            <a:ext cx="0" cy="4551364"/>
          </a:xfrm>
          <a:prstGeom prst="line">
            <a:avLst/>
          </a:prstGeom>
          <a:ln w="50800">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ext Placeholder 7"/>
          <p:cNvSpPr>
            <a:spLocks noGrp="1"/>
          </p:cNvSpPr>
          <p:nvPr>
            <p:ph type="body" sz="quarter" idx="10" hasCustomPrompt="1"/>
          </p:nvPr>
        </p:nvSpPr>
        <p:spPr>
          <a:xfrm>
            <a:off x="838200" y="1625601"/>
            <a:ext cx="6037521" cy="4551364"/>
          </a:xfrm>
          <a:prstGeom prst="rect">
            <a:avLst/>
          </a:prstGeom>
        </p:spPr>
        <p:txBody>
          <a:bodyPr lIns="0" anchor="ctr">
            <a:noAutofit/>
          </a:bodyPr>
          <a:lstStyle>
            <a:lvl1pPr marL="0" indent="0" algn="r">
              <a:buNone/>
              <a:defRPr sz="2267" b="0" i="0" baseline="0">
                <a:solidFill>
                  <a:schemeClr val="accent1"/>
                </a:solidFill>
                <a:latin typeface="+mn-lt"/>
                <a:ea typeface="PS TT Commons DemiBold" charset="0"/>
                <a:cs typeface="PS TT Commons DemiBold" charset="0"/>
              </a:defRPr>
            </a:lvl1pPr>
            <a:lvl2pPr marL="297080" indent="0" algn="r">
              <a:buSzPct val="100000"/>
              <a:buNone/>
              <a:defRPr sz="2267" b="0" i="0">
                <a:solidFill>
                  <a:schemeClr val="accent1"/>
                </a:solidFill>
                <a:latin typeface="PS TT Commons" charset="0"/>
                <a:ea typeface="PS TT Commons" charset="0"/>
                <a:cs typeface="PS TT Commons" charset="0"/>
              </a:defRPr>
            </a:lvl2pPr>
            <a:lvl3pPr marL="596192" indent="0" algn="r">
              <a:buNone/>
              <a:defRPr sz="2267" b="0" i="0">
                <a:solidFill>
                  <a:schemeClr val="accent1"/>
                </a:solidFill>
                <a:latin typeface="PS TT Commons" charset="0"/>
                <a:ea typeface="PS TT Commons" charset="0"/>
                <a:cs typeface="PS TT Commons" charset="0"/>
              </a:defRPr>
            </a:lvl3pPr>
            <a:lvl4pPr marL="882673" indent="0" algn="r">
              <a:buNone/>
              <a:defRPr sz="2267" b="0" i="0">
                <a:solidFill>
                  <a:schemeClr val="accent1"/>
                </a:solidFill>
                <a:latin typeface="PS TT Commons" charset="0"/>
                <a:ea typeface="PS TT Commons" charset="0"/>
                <a:cs typeface="PS TT Commons" charset="0"/>
              </a:defRPr>
            </a:lvl4pPr>
            <a:lvl5pPr marL="1096990" indent="0" algn="r">
              <a:buNone/>
              <a:defRPr sz="2267" b="0" i="0">
                <a:solidFill>
                  <a:schemeClr val="accent1"/>
                </a:solidFill>
                <a:latin typeface="PS TT Commons" charset="0"/>
                <a:ea typeface="PS TT Commons" charset="0"/>
                <a:cs typeface="PS TT Commons" charset="0"/>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7" name="Rectangle 6"/>
          <p:cNvSpPr/>
          <p:nvPr userDrawn="1"/>
        </p:nvSpPr>
        <p:spPr>
          <a:xfrm>
            <a:off x="1" y="-474034"/>
            <a:ext cx="4776604" cy="338554"/>
          </a:xfrm>
          <a:prstGeom prst="rect">
            <a:avLst/>
          </a:prstGeom>
        </p:spPr>
        <p:txBody>
          <a:bodyPr wrap="square">
            <a:spAutoFit/>
          </a:bodyPr>
          <a:lstStyle/>
          <a:p>
            <a:pPr algn="l" defTabSz="1219232"/>
            <a:r>
              <a:rPr lang="en-US" sz="1600" b="1" i="0">
                <a:solidFill>
                  <a:srgbClr val="404040"/>
                </a:solidFill>
                <a:latin typeface="PS TT Commons DemiBold" charset="0"/>
                <a:ea typeface="PS TT Commons DemiBold" charset="0"/>
                <a:cs typeface="PS TT Commons DemiBold" charset="0"/>
              </a:rPr>
              <a:t>This slidelist is </a:t>
            </a:r>
            <a:r>
              <a:rPr lang="en-US" sz="1600" b="1" i="0">
                <a:solidFill>
                  <a:srgbClr val="F05A28"/>
                </a:solidFill>
                <a:latin typeface="PS TT Commons DemiBold" charset="0"/>
                <a:ea typeface="PS TT Commons DemiBold" charset="0"/>
                <a:cs typeface="PS TT Commons DemiBold" charset="0"/>
              </a:rPr>
              <a:t>preset </a:t>
            </a:r>
            <a:r>
              <a:rPr lang="en-US" sz="1600" b="1" i="0">
                <a:solidFill>
                  <a:srgbClr val="404040"/>
                </a:solidFill>
                <a:latin typeface="PS TT Commons DemiBold" charset="0"/>
                <a:ea typeface="PS TT Commons DemiBold" charset="0"/>
                <a:cs typeface="PS TT Commons DemiBold" charset="0"/>
              </a:rPr>
              <a:t>with</a:t>
            </a:r>
            <a:r>
              <a:rPr lang="en-US" sz="1600" b="1" i="0" baseline="0">
                <a:solidFill>
                  <a:srgbClr val="404040"/>
                </a:solidFill>
                <a:latin typeface="PS TT Commons DemiBold" charset="0"/>
                <a:ea typeface="PS TT Commons DemiBold" charset="0"/>
                <a:cs typeface="PS TT Commons DemiBold" charset="0"/>
              </a:rPr>
              <a:t> </a:t>
            </a:r>
            <a:r>
              <a:rPr lang="en-US" sz="1600" b="1" i="0">
                <a:solidFill>
                  <a:srgbClr val="F05A28"/>
                </a:solidFill>
                <a:latin typeface="PS TT Commons DemiBold" charset="0"/>
                <a:ea typeface="PS TT Commons DemiBold" charset="0"/>
                <a:cs typeface="PS TT Commons DemiBold" charset="0"/>
              </a:rPr>
              <a:t>animations</a:t>
            </a:r>
            <a:endParaRPr lang="en-US" sz="1600" b="1" i="0" dirty="0">
              <a:solidFill>
                <a:srgbClr val="F05A28"/>
              </a:solidFill>
              <a:latin typeface="PS TT Commons DemiBold" charset="0"/>
              <a:ea typeface="PS TT Commons DemiBold" charset="0"/>
              <a:cs typeface="PS TT Commons DemiBold" charset="0"/>
            </a:endParaRPr>
          </a:p>
        </p:txBody>
      </p:sp>
    </p:spTree>
    <p:extLst>
      <p:ext uri="{BB962C8B-B14F-4D97-AF65-F5344CB8AC3E}">
        <p14:creationId xmlns:p14="http://schemas.microsoft.com/office/powerpoint/2010/main" val="3409889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9">
                                            <p:txEl>
                                              <p:pRg st="0" end="0"/>
                                            </p:txEl>
                                          </p:spTgt>
                                        </p:tgtEl>
                                        <p:attrNameLst>
                                          <p:attrName>ppt_c</p:attrName>
                                        </p:attrNameLst>
                                      </p:cBhvr>
                                      <p:to>
                                        <a:schemeClr val="tx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9">
                                            <p:txEl>
                                              <p:pRg st="1" end="1"/>
                                            </p:txEl>
                                          </p:spTgt>
                                        </p:tgtEl>
                                        <p:attrNameLst>
                                          <p:attrName>ppt_c</p:attrName>
                                        </p:attrNameLst>
                                      </p:cBhvr>
                                      <p:to>
                                        <a:schemeClr val="tx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9">
                                            <p:txEl>
                                              <p:pRg st="2" end="2"/>
                                            </p:txEl>
                                          </p:spTgt>
                                        </p:tgtEl>
                                        <p:attrNameLst>
                                          <p:attrName>ppt_c</p:attrName>
                                        </p:attrNameLst>
                                      </p:cBhvr>
                                      <p:to>
                                        <a:schemeClr val="tx2"/>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9">
                                            <p:txEl>
                                              <p:pRg st="3" end="3"/>
                                            </p:txEl>
                                          </p:spTgt>
                                        </p:tgtEl>
                                        <p:attrNameLst>
                                          <p:attrName>ppt_c</p:attrName>
                                        </p:attrNameLst>
                                      </p:cBhvr>
                                      <p:to>
                                        <a:schemeClr val="tx2"/>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9">
                                            <p:txEl>
                                              <p:pRg st="4" end="4"/>
                                            </p:txEl>
                                          </p:spTgt>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bldLvl="5">
        <p:tmplLst>
          <p:tmpl lvl="1">
            <p:tnLst>
              <p:par>
                <p:cTn presetID="1" presetClass="entr" presetSubtype="0" fill="hold" nodeType="clickEffect">
                  <p:stCondLst>
                    <p:cond delay="0"/>
                  </p:stCondLst>
                  <p:childTnLst>
                    <p:set>
                      <p:cBhvr>
                        <p:cTn dur="1" fill="hold">
                          <p:stCondLst>
                            <p:cond delay="0"/>
                          </p:stCondLst>
                        </p:cTn>
                        <p:tgtEl>
                          <p:spTgt spid="9"/>
                        </p:tgtEl>
                        <p:attrNameLst>
                          <p:attrName>style.visibility</p:attrName>
                        </p:attrNameLst>
                      </p:cBhvr>
                      <p:to>
                        <p:strVal val="visible"/>
                      </p:to>
                    </p:set>
                  </p:childTnLst>
                  <p:subTnLst>
                    <p:animClr clrSpc="rgb" dir="cw">
                      <p:cBhvr override="childStyle">
                        <p:cTn dur="1" fill="hold" display="0" masterRel="nextClick" afterEffect="1"/>
                        <p:tgtEl>
                          <p:spTgt spid="9"/>
                        </p:tgtEl>
                        <p:attrNameLst>
                          <p:attrName>ppt_c</p:attrName>
                        </p:attrNameLst>
                      </p:cBhvr>
                      <p:to>
                        <a:schemeClr val="tx2"/>
                      </p:to>
                    </p:animClr>
                  </p:subTnLst>
                </p:cTn>
              </p:par>
            </p:tnLst>
          </p:tmpl>
          <p:tmpl lvl="2">
            <p:tnLst>
              <p:par>
                <p:cTn presetID="1" presetClass="entr" presetSubtype="0" fill="hold" nodeType="clickEffect">
                  <p:stCondLst>
                    <p:cond delay="0"/>
                  </p:stCondLst>
                  <p:childTnLst>
                    <p:set>
                      <p:cBhvr>
                        <p:cTn dur="1" fill="hold">
                          <p:stCondLst>
                            <p:cond delay="0"/>
                          </p:stCondLst>
                        </p:cTn>
                        <p:tgtEl>
                          <p:spTgt spid="9"/>
                        </p:tgtEl>
                        <p:attrNameLst>
                          <p:attrName>style.visibility</p:attrName>
                        </p:attrNameLst>
                      </p:cBhvr>
                      <p:to>
                        <p:strVal val="visible"/>
                      </p:to>
                    </p:set>
                  </p:childTnLst>
                  <p:subTnLst>
                    <p:animClr clrSpc="rgb" dir="cw">
                      <p:cBhvr override="childStyle">
                        <p:cTn dur="1" fill="hold" display="0" masterRel="nextClick" afterEffect="1"/>
                        <p:tgtEl>
                          <p:spTgt spid="9"/>
                        </p:tgtEl>
                        <p:attrNameLst>
                          <p:attrName>ppt_c</p:attrName>
                        </p:attrNameLst>
                      </p:cBhvr>
                      <p:to>
                        <a:schemeClr val="tx2"/>
                      </p:to>
                    </p:animClr>
                  </p:subTnLst>
                </p:cTn>
              </p:par>
            </p:tnLst>
          </p:tmpl>
          <p:tmpl lvl="3">
            <p:tnLst>
              <p:par>
                <p:cTn presetID="1" presetClass="entr" presetSubtype="0" fill="hold" nodeType="clickEffect">
                  <p:stCondLst>
                    <p:cond delay="0"/>
                  </p:stCondLst>
                  <p:childTnLst>
                    <p:set>
                      <p:cBhvr>
                        <p:cTn dur="1" fill="hold">
                          <p:stCondLst>
                            <p:cond delay="0"/>
                          </p:stCondLst>
                        </p:cTn>
                        <p:tgtEl>
                          <p:spTgt spid="9"/>
                        </p:tgtEl>
                        <p:attrNameLst>
                          <p:attrName>style.visibility</p:attrName>
                        </p:attrNameLst>
                      </p:cBhvr>
                      <p:to>
                        <p:strVal val="visible"/>
                      </p:to>
                    </p:set>
                  </p:childTnLst>
                  <p:subTnLst>
                    <p:animClr clrSpc="rgb" dir="cw">
                      <p:cBhvr override="childStyle">
                        <p:cTn dur="1" fill="hold" display="0" masterRel="nextClick" afterEffect="1"/>
                        <p:tgtEl>
                          <p:spTgt spid="9"/>
                        </p:tgtEl>
                        <p:attrNameLst>
                          <p:attrName>ppt_c</p:attrName>
                        </p:attrNameLst>
                      </p:cBhvr>
                      <p:to>
                        <a:schemeClr val="tx2"/>
                      </p:to>
                    </p:animClr>
                  </p:subTnLst>
                </p:cTn>
              </p:par>
            </p:tnLst>
          </p:tmpl>
          <p:tmpl lvl="4">
            <p:tnLst>
              <p:par>
                <p:cTn presetID="1" presetClass="entr" presetSubtype="0" fill="hold" nodeType="clickEffect">
                  <p:stCondLst>
                    <p:cond delay="0"/>
                  </p:stCondLst>
                  <p:childTnLst>
                    <p:set>
                      <p:cBhvr>
                        <p:cTn dur="1" fill="hold">
                          <p:stCondLst>
                            <p:cond delay="0"/>
                          </p:stCondLst>
                        </p:cTn>
                        <p:tgtEl>
                          <p:spTgt spid="9"/>
                        </p:tgtEl>
                        <p:attrNameLst>
                          <p:attrName>style.visibility</p:attrName>
                        </p:attrNameLst>
                      </p:cBhvr>
                      <p:to>
                        <p:strVal val="visible"/>
                      </p:to>
                    </p:set>
                  </p:childTnLst>
                  <p:subTnLst>
                    <p:animClr clrSpc="rgb" dir="cw">
                      <p:cBhvr override="childStyle">
                        <p:cTn dur="1" fill="hold" display="0" masterRel="nextClick" afterEffect="1"/>
                        <p:tgtEl>
                          <p:spTgt spid="9"/>
                        </p:tgtEl>
                        <p:attrNameLst>
                          <p:attrName>ppt_c</p:attrName>
                        </p:attrNameLst>
                      </p:cBhvr>
                      <p:to>
                        <a:schemeClr val="tx2"/>
                      </p:to>
                    </p:animClr>
                  </p:subTnLst>
                </p:cTn>
              </p:par>
            </p:tnLst>
          </p:tmpl>
          <p:tmpl lvl="5">
            <p:tnLst>
              <p:par>
                <p:cTn presetID="1" presetClass="entr" presetSubtype="0" fill="hold" nodeType="clickEffect">
                  <p:stCondLst>
                    <p:cond delay="0"/>
                  </p:stCondLst>
                  <p:childTnLst>
                    <p:set>
                      <p:cBhvr>
                        <p:cTn dur="1" fill="hold">
                          <p:stCondLst>
                            <p:cond delay="0"/>
                          </p:stCondLst>
                        </p:cTn>
                        <p:tgtEl>
                          <p:spTgt spid="9"/>
                        </p:tgtEl>
                        <p:attrNameLst>
                          <p:attrName>style.visibility</p:attrName>
                        </p:attrNameLst>
                      </p:cBhvr>
                      <p:to>
                        <p:strVal val="visible"/>
                      </p:to>
                    </p:set>
                  </p:childTnLst>
                  <p:subTnLst>
                    <p:animClr clrSpc="rgb" dir="cw">
                      <p:cBhvr override="childStyle">
                        <p:cTn dur="1" fill="hold" display="0" masterRel="nextClick" afterEffect="1"/>
                        <p:tgtEl>
                          <p:spTgt spid="9"/>
                        </p:tgtEl>
                        <p:attrNameLst>
                          <p:attrName>ppt_c</p:attrName>
                        </p:attrNameLst>
                      </p:cBhvr>
                      <p:to>
                        <a:schemeClr val="tx2"/>
                      </p:to>
                    </p:animClr>
                  </p:subTnLst>
                </p:cTn>
              </p:par>
            </p:tnLst>
          </p:tmpl>
        </p:tmplLst>
      </p:bldP>
    </p:bld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hree Edge Bleed Image Left | Content Right">
    <p:spTree>
      <p:nvGrpSpPr>
        <p:cNvPr id="1" name=""/>
        <p:cNvGrpSpPr/>
        <p:nvPr/>
      </p:nvGrpSpPr>
      <p:grpSpPr>
        <a:xfrm>
          <a:off x="0" y="0"/>
          <a:ext cx="0" cy="0"/>
          <a:chOff x="0" y="0"/>
          <a:chExt cx="0" cy="0"/>
        </a:xfrm>
      </p:grpSpPr>
      <p:sp>
        <p:nvSpPr>
          <p:cNvPr id="3" name="Text Placeholder 16"/>
          <p:cNvSpPr>
            <a:spLocks noGrp="1"/>
          </p:cNvSpPr>
          <p:nvPr>
            <p:ph type="body" sz="quarter" idx="12" hasCustomPrompt="1"/>
          </p:nvPr>
        </p:nvSpPr>
        <p:spPr>
          <a:xfrm>
            <a:off x="5364480" y="482601"/>
            <a:ext cx="6339840" cy="5892801"/>
          </a:xfrm>
          <a:prstGeom prst="rect">
            <a:avLst/>
          </a:prstGeom>
        </p:spPr>
        <p:txBody>
          <a:bodyPr anchor="ctr">
            <a:noAutofit/>
          </a:bodyPr>
          <a:lstStyle>
            <a:lvl1pPr algn="l">
              <a:lnSpc>
                <a:spcPct val="100000"/>
              </a:lnSpc>
              <a:defRPr sz="2267" b="0" i="0" baseline="0">
                <a:solidFill>
                  <a:schemeClr val="accent1"/>
                </a:solidFill>
                <a:latin typeface="+mn-lt"/>
                <a:ea typeface="PS TT Commons DemiBold" charset="0"/>
                <a:cs typeface="PS TT Commons DemiBold" charset="0"/>
              </a:defRPr>
            </a:lvl1pPr>
            <a:lvl2pPr algn="l">
              <a:buSzPct val="100000"/>
              <a:defRPr sz="2267" b="0" i="0">
                <a:solidFill>
                  <a:schemeClr val="accent1"/>
                </a:solidFill>
                <a:latin typeface="PS TT Commons" charset="0"/>
                <a:ea typeface="PS TT Commons" charset="0"/>
                <a:cs typeface="PS TT Commons" charset="0"/>
              </a:defRPr>
            </a:lvl2pPr>
            <a:lvl3pPr marL="804374" indent="-208502" algn="l">
              <a:tabLst/>
              <a:defRPr sz="2267" b="0" i="0">
                <a:solidFill>
                  <a:schemeClr val="accent1"/>
                </a:solidFill>
                <a:latin typeface="PS TT Commons" charset="0"/>
                <a:ea typeface="PS TT Commons" charset="0"/>
                <a:cs typeface="PS TT Commons" charset="0"/>
              </a:defRPr>
            </a:lvl3pPr>
            <a:lvl4pPr marL="1114481" indent="-231787" algn="l">
              <a:tabLst/>
              <a:defRPr sz="2267" b="0" i="0">
                <a:solidFill>
                  <a:schemeClr val="accent1"/>
                </a:solidFill>
                <a:latin typeface="PS TT Commons" charset="0"/>
                <a:ea typeface="PS TT Commons" charset="0"/>
                <a:cs typeface="PS TT Commons" charset="0"/>
              </a:defRPr>
            </a:lvl4pPr>
            <a:lvl5pPr marL="1297582" indent="-201093" algn="l">
              <a:tabLst/>
              <a:defRPr sz="2267" b="0" i="0">
                <a:solidFill>
                  <a:schemeClr val="accent1"/>
                </a:solidFill>
                <a:latin typeface="PS TT Commons" charset="0"/>
                <a:ea typeface="PS TT Commons" charset="0"/>
                <a:cs typeface="PS TT Commons" charset="0"/>
              </a:defRPr>
            </a:lvl5pPr>
            <a:lvl6pPr>
              <a:defRPr>
                <a:solidFill>
                  <a:schemeClr val="accent1"/>
                </a:solidFill>
              </a:defRPr>
            </a:lvl6pPr>
            <a:lvl7pPr>
              <a:defRPr>
                <a:solidFill>
                  <a:schemeClr val="accent1"/>
                </a:solidFill>
              </a:defRPr>
            </a:lvl7pPr>
            <a:lvl8pPr>
              <a:defRPr>
                <a:solidFill>
                  <a:schemeClr val="accent1"/>
                </a:solidFill>
              </a:defRPr>
            </a:lvl8pPr>
            <a:lvl9pPr>
              <a:defRPr>
                <a:solidFill>
                  <a:schemeClr val="accent1"/>
                </a:solidFill>
              </a:defRPr>
            </a:lvl9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Picture Placeholder 8"/>
          <p:cNvSpPr>
            <a:spLocks noGrp="1"/>
          </p:cNvSpPr>
          <p:nvPr>
            <p:ph type="pic" sz="quarter" idx="13" hasCustomPrompt="1"/>
          </p:nvPr>
        </p:nvSpPr>
        <p:spPr>
          <a:xfrm>
            <a:off x="1" y="0"/>
            <a:ext cx="4822612" cy="6858000"/>
          </a:xfrm>
          <a:prstGeom prst="rect">
            <a:avLst/>
          </a:prstGeom>
          <a:solidFill>
            <a:schemeClr val="bg1"/>
          </a:solidFill>
        </p:spPr>
        <p:txBody>
          <a:bodyPr anchor="ctr">
            <a:noAutofit/>
          </a:bodyPr>
          <a:lstStyle>
            <a:lvl1pPr algn="ctr">
              <a:defRPr sz="3067" b="0" i="0">
                <a:latin typeface="PS TT Commons Light" charset="0"/>
                <a:ea typeface="PS TT Commons Light" charset="0"/>
                <a:cs typeface="PS TT Commons Light" charset="0"/>
              </a:defRPr>
            </a:lvl1pPr>
          </a:lstStyle>
          <a:p>
            <a:pPr lvl="0"/>
            <a:r>
              <a:rPr lang="en-US" dirty="0"/>
              <a:t>Click Icon</a:t>
            </a:r>
            <a:br>
              <a:rPr lang="en-US" dirty="0"/>
            </a:br>
            <a:r>
              <a:rPr lang="en-US" dirty="0"/>
              <a:t>to Add Graphic</a:t>
            </a:r>
          </a:p>
        </p:txBody>
      </p:sp>
      <p:sp>
        <p:nvSpPr>
          <p:cNvPr id="6" name="Rectangle 5"/>
          <p:cNvSpPr/>
          <p:nvPr userDrawn="1"/>
        </p:nvSpPr>
        <p:spPr>
          <a:xfrm>
            <a:off x="1" y="-474034"/>
            <a:ext cx="4776604" cy="338554"/>
          </a:xfrm>
          <a:prstGeom prst="rect">
            <a:avLst/>
          </a:prstGeom>
        </p:spPr>
        <p:txBody>
          <a:bodyPr wrap="square">
            <a:spAutoFit/>
          </a:bodyPr>
          <a:lstStyle/>
          <a:p>
            <a:pPr algn="l" defTabSz="1219232"/>
            <a:r>
              <a:rPr lang="en-US" sz="1600" b="1" i="0">
                <a:solidFill>
                  <a:srgbClr val="404040"/>
                </a:solidFill>
                <a:latin typeface="PS TT Commons DemiBold" charset="0"/>
                <a:ea typeface="PS TT Commons DemiBold" charset="0"/>
                <a:cs typeface="PS TT Commons DemiBold" charset="0"/>
              </a:rPr>
              <a:t>This slidelist is </a:t>
            </a:r>
            <a:r>
              <a:rPr lang="en-US" sz="1600" b="1" i="0">
                <a:solidFill>
                  <a:srgbClr val="F05A28"/>
                </a:solidFill>
                <a:latin typeface="PS TT Commons DemiBold" charset="0"/>
                <a:ea typeface="PS TT Commons DemiBold" charset="0"/>
                <a:cs typeface="PS TT Commons DemiBold" charset="0"/>
              </a:rPr>
              <a:t>preset </a:t>
            </a:r>
            <a:r>
              <a:rPr lang="en-US" sz="1600" b="1" i="0">
                <a:solidFill>
                  <a:srgbClr val="404040"/>
                </a:solidFill>
                <a:latin typeface="PS TT Commons DemiBold" charset="0"/>
                <a:ea typeface="PS TT Commons DemiBold" charset="0"/>
                <a:cs typeface="PS TT Commons DemiBold" charset="0"/>
              </a:rPr>
              <a:t>with</a:t>
            </a:r>
            <a:r>
              <a:rPr lang="en-US" sz="1600" b="1" i="0" baseline="0">
                <a:solidFill>
                  <a:srgbClr val="404040"/>
                </a:solidFill>
                <a:latin typeface="PS TT Commons DemiBold" charset="0"/>
                <a:ea typeface="PS TT Commons DemiBold" charset="0"/>
                <a:cs typeface="PS TT Commons DemiBold" charset="0"/>
              </a:rPr>
              <a:t> </a:t>
            </a:r>
            <a:r>
              <a:rPr lang="en-US" sz="1600" b="1" i="0">
                <a:solidFill>
                  <a:srgbClr val="F05A28"/>
                </a:solidFill>
                <a:latin typeface="PS TT Commons DemiBold" charset="0"/>
                <a:ea typeface="PS TT Commons DemiBold" charset="0"/>
                <a:cs typeface="PS TT Commons DemiBold" charset="0"/>
              </a:rPr>
              <a:t>animations</a:t>
            </a:r>
            <a:endParaRPr lang="en-US" sz="1600" b="1" i="0" dirty="0">
              <a:solidFill>
                <a:srgbClr val="F05A28"/>
              </a:solidFill>
              <a:latin typeface="PS TT Commons DemiBold" charset="0"/>
              <a:ea typeface="PS TT Commons DemiBold" charset="0"/>
              <a:cs typeface="PS TT Commons DemiBold" charset="0"/>
            </a:endParaRPr>
          </a:p>
        </p:txBody>
      </p:sp>
    </p:spTree>
    <p:extLst>
      <p:ext uri="{BB962C8B-B14F-4D97-AF65-F5344CB8AC3E}">
        <p14:creationId xmlns:p14="http://schemas.microsoft.com/office/powerpoint/2010/main" val="2034389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0" end="0"/>
                                            </p:txEl>
                                          </p:spTgt>
                                        </p:tgtEl>
                                        <p:attrNameLst>
                                          <p:attrName>ppt_c</p:attrName>
                                        </p:attrNameLst>
                                      </p:cBhvr>
                                      <p:to>
                                        <a:schemeClr val="tx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1" end="1"/>
                                            </p:txEl>
                                          </p:spTgt>
                                        </p:tgtEl>
                                        <p:attrNameLst>
                                          <p:attrName>ppt_c</p:attrName>
                                        </p:attrNameLst>
                                      </p:cBhvr>
                                      <p:to>
                                        <a:schemeClr val="tx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2" end="2"/>
                                            </p:txEl>
                                          </p:spTgt>
                                        </p:tgtEl>
                                        <p:attrNameLst>
                                          <p:attrName>ppt_c</p:attrName>
                                        </p:attrNameLst>
                                      </p:cBhvr>
                                      <p:to>
                                        <a:schemeClr val="tx2"/>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3" end="3"/>
                                            </p:txEl>
                                          </p:spTgt>
                                        </p:tgtEl>
                                        <p:attrNameLst>
                                          <p:attrName>ppt_c</p:attrName>
                                        </p:attrNameLst>
                                      </p:cBhvr>
                                      <p:to>
                                        <a:schemeClr val="tx2"/>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4" end="4"/>
                                            </p:txEl>
                                          </p:spTgt>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5">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subTnLst>
                    <p:animClr clrSpc="rgb" dir="cw">
                      <p:cBhvr override="childStyle">
                        <p:cTn dur="1" fill="hold" display="0" masterRel="nextClick" afterEffect="1"/>
                        <p:tgtEl>
                          <p:spTgt spid="3"/>
                        </p:tgtEl>
                        <p:attrNameLst>
                          <p:attrName>ppt_c</p:attrName>
                        </p:attrNameLst>
                      </p:cBhvr>
                      <p:to>
                        <a:schemeClr val="tx2"/>
                      </p:to>
                    </p:animClr>
                  </p:sub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subTnLst>
                    <p:animClr clrSpc="rgb" dir="cw">
                      <p:cBhvr override="childStyle">
                        <p:cTn dur="1" fill="hold" display="0" masterRel="nextClick" afterEffect="1"/>
                        <p:tgtEl>
                          <p:spTgt spid="3"/>
                        </p:tgtEl>
                        <p:attrNameLst>
                          <p:attrName>ppt_c</p:attrName>
                        </p:attrNameLst>
                      </p:cBhvr>
                      <p:to>
                        <a:schemeClr val="tx2"/>
                      </p:to>
                    </p:animClr>
                  </p:subTnLst>
                </p:cTn>
              </p:par>
            </p:tnLst>
          </p:tmpl>
          <p:tmpl lvl="3">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subTnLst>
                    <p:animClr clrSpc="rgb" dir="cw">
                      <p:cBhvr override="childStyle">
                        <p:cTn dur="1" fill="hold" display="0" masterRel="nextClick" afterEffect="1"/>
                        <p:tgtEl>
                          <p:spTgt spid="3"/>
                        </p:tgtEl>
                        <p:attrNameLst>
                          <p:attrName>ppt_c</p:attrName>
                        </p:attrNameLst>
                      </p:cBhvr>
                      <p:to>
                        <a:schemeClr val="tx2"/>
                      </p:to>
                    </p:animClr>
                  </p:subTnLst>
                </p:cTn>
              </p:par>
            </p:tnLst>
          </p:tmpl>
          <p:tmpl lvl="4">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subTnLst>
                    <p:animClr clrSpc="rgb" dir="cw">
                      <p:cBhvr override="childStyle">
                        <p:cTn dur="1" fill="hold" display="0" masterRel="nextClick" afterEffect="1"/>
                        <p:tgtEl>
                          <p:spTgt spid="3"/>
                        </p:tgtEl>
                        <p:attrNameLst>
                          <p:attrName>ppt_c</p:attrName>
                        </p:attrNameLst>
                      </p:cBhvr>
                      <p:to>
                        <a:schemeClr val="tx2"/>
                      </p:to>
                    </p:animClr>
                  </p:subTnLst>
                </p:cTn>
              </p:par>
            </p:tnLst>
          </p:tmpl>
          <p:tmpl lvl="5">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subTnLst>
                    <p:animClr clrSpc="rgb" dir="cw">
                      <p:cBhvr override="childStyle">
                        <p:cTn dur="1" fill="hold" display="0" masterRel="nextClick" afterEffect="1"/>
                        <p:tgtEl>
                          <p:spTgt spid="3"/>
                        </p:tgtEl>
                        <p:attrNameLst>
                          <p:attrName>ppt_c</p:attrName>
                        </p:attrNameLst>
                      </p:cBhvr>
                      <p:to>
                        <a:schemeClr val="tx2"/>
                      </p:to>
                    </p:animClr>
                  </p:subTnLst>
                </p:cTn>
              </p:par>
            </p:tnLst>
          </p:tmpl>
        </p:tmplLst>
      </p:bldP>
    </p:bldLst>
  </p:timing>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Circle Image Left | Title and Content R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23232" y="2245410"/>
            <a:ext cx="6778752" cy="745872"/>
          </a:xfrm>
        </p:spPr>
        <p:txBody>
          <a:bodyPr anchor="b">
            <a:noAutofit/>
          </a:bodyPr>
          <a:lstStyle>
            <a:lvl1pPr algn="l">
              <a:defRPr sz="3334"/>
            </a:lvl1pPr>
          </a:lstStyle>
          <a:p>
            <a:r>
              <a:rPr lang="en-US"/>
              <a:t>Add Slide Title in Title Case</a:t>
            </a:r>
          </a:p>
        </p:txBody>
      </p:sp>
      <p:sp>
        <p:nvSpPr>
          <p:cNvPr id="3" name="Picture Placeholder 2"/>
          <p:cNvSpPr>
            <a:spLocks noGrp="1"/>
          </p:cNvSpPr>
          <p:nvPr>
            <p:ph type="pic" sz="quarter" idx="15" hasCustomPrompt="1"/>
          </p:nvPr>
        </p:nvSpPr>
        <p:spPr>
          <a:xfrm>
            <a:off x="954620" y="1954960"/>
            <a:ext cx="2887105" cy="2887105"/>
          </a:xfrm>
          <a:prstGeom prst="ellipse">
            <a:avLst/>
          </a:prstGeom>
          <a:noFill/>
          <a:ln>
            <a:solidFill>
              <a:schemeClr val="bg1">
                <a:lumMod val="95000"/>
              </a:schemeClr>
            </a:solidFill>
          </a:ln>
        </p:spPr>
        <p:txBody>
          <a:bodyPr anchor="ctr"/>
          <a:lstStyle>
            <a:lvl1pPr algn="ctr">
              <a:defRPr sz="2667" b="0" i="0">
                <a:latin typeface="PS TT Commons Light" charset="0"/>
                <a:ea typeface="PS TT Commons Light" charset="0"/>
                <a:cs typeface="PS TT Commons Light" charset="0"/>
              </a:defRPr>
            </a:lvl1pPr>
          </a:lstStyle>
          <a:p>
            <a:r>
              <a:rPr lang="en-US" dirty="0"/>
              <a:t>Click to </a:t>
            </a:r>
            <a:br>
              <a:rPr lang="en-US" dirty="0"/>
            </a:br>
            <a:r>
              <a:rPr lang="en-US" dirty="0"/>
              <a:t>add photo</a:t>
            </a:r>
          </a:p>
        </p:txBody>
      </p:sp>
      <p:sp>
        <p:nvSpPr>
          <p:cNvPr id="4" name="Text Placeholder 16"/>
          <p:cNvSpPr>
            <a:spLocks noGrp="1"/>
          </p:cNvSpPr>
          <p:nvPr>
            <p:ph type="body" sz="quarter" idx="12" hasCustomPrompt="1"/>
          </p:nvPr>
        </p:nvSpPr>
        <p:spPr>
          <a:xfrm>
            <a:off x="4523232" y="3247313"/>
            <a:ext cx="6778752" cy="2543887"/>
          </a:xfrm>
          <a:prstGeom prst="rect">
            <a:avLst/>
          </a:prstGeom>
        </p:spPr>
        <p:txBody>
          <a:bodyPr anchor="t">
            <a:noAutofit/>
          </a:bodyPr>
          <a:lstStyle>
            <a:lvl1pPr algn="l">
              <a:lnSpc>
                <a:spcPct val="100000"/>
              </a:lnSpc>
              <a:defRPr sz="2267" b="0" i="0" baseline="0">
                <a:solidFill>
                  <a:schemeClr val="accent1"/>
                </a:solidFill>
                <a:latin typeface="+mn-lt"/>
                <a:ea typeface="PS TT Commons DemiBold" charset="0"/>
                <a:cs typeface="PS TT Commons DemiBold" charset="0"/>
              </a:defRPr>
            </a:lvl1pPr>
            <a:lvl2pPr algn="l">
              <a:buSzPct val="100000"/>
              <a:defRPr sz="2267" b="0" i="0">
                <a:solidFill>
                  <a:schemeClr val="accent1"/>
                </a:solidFill>
                <a:latin typeface="PS TT Commons" charset="0"/>
                <a:ea typeface="PS TT Commons" charset="0"/>
                <a:cs typeface="PS TT Commons" charset="0"/>
              </a:defRPr>
            </a:lvl2pPr>
            <a:lvl3pPr algn="l">
              <a:defRPr sz="2400" b="0" i="0">
                <a:solidFill>
                  <a:schemeClr val="accent1"/>
                </a:solidFill>
                <a:latin typeface="PS TT Commons" charset="0"/>
                <a:ea typeface="PS TT Commons" charset="0"/>
                <a:cs typeface="PS TT Commons" charset="0"/>
              </a:defRPr>
            </a:lvl3pPr>
            <a:lvl4pPr algn="l">
              <a:defRPr sz="2400" b="0" i="0">
                <a:solidFill>
                  <a:schemeClr val="accent1"/>
                </a:solidFill>
                <a:latin typeface="PS TT Commons" charset="0"/>
                <a:ea typeface="PS TT Commons" charset="0"/>
                <a:cs typeface="PS TT Commons" charset="0"/>
              </a:defRPr>
            </a:lvl4pPr>
            <a:lvl5pPr algn="l">
              <a:defRPr sz="2400" b="0" i="0">
                <a:solidFill>
                  <a:schemeClr val="accent1"/>
                </a:solidFill>
                <a:latin typeface="PS TT Commons" charset="0"/>
                <a:ea typeface="PS TT Commons" charset="0"/>
                <a:cs typeface="PS TT Commons" charset="0"/>
              </a:defRPr>
            </a:lvl5pPr>
            <a:lvl6pPr>
              <a:defRPr>
                <a:solidFill>
                  <a:schemeClr val="accent1"/>
                </a:solidFill>
              </a:defRPr>
            </a:lvl6pPr>
            <a:lvl7pPr>
              <a:defRPr>
                <a:solidFill>
                  <a:schemeClr val="accent1"/>
                </a:solidFill>
              </a:defRPr>
            </a:lvl7pPr>
            <a:lvl8pPr>
              <a:defRPr>
                <a:solidFill>
                  <a:schemeClr val="accent1"/>
                </a:solidFill>
              </a:defRPr>
            </a:lvl8pPr>
            <a:lvl9pPr>
              <a:defRPr>
                <a:solidFill>
                  <a:schemeClr val="accent1"/>
                </a:solidFill>
              </a:defRPr>
            </a:lvl9pPr>
          </a:lstStyle>
          <a:p>
            <a:pPr lvl="0"/>
            <a:r>
              <a:rPr lang="en-US" dirty="0"/>
              <a:t>Click to add text</a:t>
            </a:r>
          </a:p>
          <a:p>
            <a:pPr lvl="1"/>
            <a:r>
              <a:rPr lang="en-US"/>
              <a:t>Second level</a:t>
            </a:r>
            <a:endParaRPr lang="en-US" dirty="0"/>
          </a:p>
        </p:txBody>
      </p:sp>
      <p:sp>
        <p:nvSpPr>
          <p:cNvPr id="6" name="Rectangle 5"/>
          <p:cNvSpPr/>
          <p:nvPr userDrawn="1"/>
        </p:nvSpPr>
        <p:spPr>
          <a:xfrm>
            <a:off x="1" y="-474034"/>
            <a:ext cx="4776604" cy="338554"/>
          </a:xfrm>
          <a:prstGeom prst="rect">
            <a:avLst/>
          </a:prstGeom>
        </p:spPr>
        <p:txBody>
          <a:bodyPr wrap="square">
            <a:spAutoFit/>
          </a:bodyPr>
          <a:lstStyle/>
          <a:p>
            <a:pPr algn="l" defTabSz="1219232"/>
            <a:r>
              <a:rPr lang="en-US" sz="1600" b="1" i="0">
                <a:solidFill>
                  <a:srgbClr val="404040"/>
                </a:solidFill>
                <a:latin typeface="PS TT Commons DemiBold" charset="0"/>
                <a:ea typeface="PS TT Commons DemiBold" charset="0"/>
                <a:cs typeface="PS TT Commons DemiBold" charset="0"/>
              </a:rPr>
              <a:t>This slidelist is </a:t>
            </a:r>
            <a:r>
              <a:rPr lang="en-US" sz="1600" b="1" i="0">
                <a:solidFill>
                  <a:srgbClr val="F05A28"/>
                </a:solidFill>
                <a:latin typeface="PS TT Commons DemiBold" charset="0"/>
                <a:ea typeface="PS TT Commons DemiBold" charset="0"/>
                <a:cs typeface="PS TT Commons DemiBold" charset="0"/>
              </a:rPr>
              <a:t>preset </a:t>
            </a:r>
            <a:r>
              <a:rPr lang="en-US" sz="1600" b="1" i="0">
                <a:solidFill>
                  <a:srgbClr val="404040"/>
                </a:solidFill>
                <a:latin typeface="PS TT Commons DemiBold" charset="0"/>
                <a:ea typeface="PS TT Commons DemiBold" charset="0"/>
                <a:cs typeface="PS TT Commons DemiBold" charset="0"/>
              </a:rPr>
              <a:t>with</a:t>
            </a:r>
            <a:r>
              <a:rPr lang="en-US" sz="1600" b="1" i="0" baseline="0">
                <a:solidFill>
                  <a:srgbClr val="404040"/>
                </a:solidFill>
                <a:latin typeface="PS TT Commons DemiBold" charset="0"/>
                <a:ea typeface="PS TT Commons DemiBold" charset="0"/>
                <a:cs typeface="PS TT Commons DemiBold" charset="0"/>
              </a:rPr>
              <a:t> </a:t>
            </a:r>
            <a:r>
              <a:rPr lang="en-US" sz="1600" b="1" i="0">
                <a:solidFill>
                  <a:srgbClr val="F05A28"/>
                </a:solidFill>
                <a:latin typeface="PS TT Commons DemiBold" charset="0"/>
                <a:ea typeface="PS TT Commons DemiBold" charset="0"/>
                <a:cs typeface="PS TT Commons DemiBold" charset="0"/>
              </a:rPr>
              <a:t>animations</a:t>
            </a:r>
            <a:endParaRPr lang="en-US" sz="1600" b="1" i="0" dirty="0">
              <a:solidFill>
                <a:srgbClr val="F05A28"/>
              </a:solidFill>
              <a:latin typeface="PS TT Commons DemiBold" charset="0"/>
              <a:ea typeface="PS TT Commons DemiBold" charset="0"/>
              <a:cs typeface="PS TT Commons DemiBold" charset="0"/>
            </a:endParaRPr>
          </a:p>
        </p:txBody>
      </p:sp>
    </p:spTree>
    <p:extLst>
      <p:ext uri="{BB962C8B-B14F-4D97-AF65-F5344CB8AC3E}">
        <p14:creationId xmlns:p14="http://schemas.microsoft.com/office/powerpoint/2010/main" val="21110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4">
                                            <p:txEl>
                                              <p:pRg st="0" end="0"/>
                                            </p:txEl>
                                          </p:spTgt>
                                        </p:tgtEl>
                                        <p:attrNameLst>
                                          <p:attrName>ppt_c</p:attrName>
                                        </p:attrNameLst>
                                      </p:cBhvr>
                                      <p:to>
                                        <a:schemeClr val="tx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4">
                                            <p:txEl>
                                              <p:pRg st="1" end="1"/>
                                            </p:txEl>
                                          </p:spTgt>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bldLvl="5">
        <p:tmplLst>
          <p:tmpl lvl="1">
            <p:tnLst>
              <p:par>
                <p:cTn presetID="1"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childTnLst>
                  <p:subTnLst>
                    <p:animClr clrSpc="rgb" dir="cw">
                      <p:cBhvr override="childStyle">
                        <p:cTn dur="1" fill="hold" display="0" masterRel="nextClick" afterEffect="1"/>
                        <p:tgtEl>
                          <p:spTgt spid="4"/>
                        </p:tgtEl>
                        <p:attrNameLst>
                          <p:attrName>ppt_c</p:attrName>
                        </p:attrNameLst>
                      </p:cBhvr>
                      <p:to>
                        <a:schemeClr val="tx2"/>
                      </p:to>
                    </p:animClr>
                  </p:subTnLst>
                </p:cTn>
              </p:par>
            </p:tnLst>
          </p:tmpl>
          <p:tmpl lvl="2">
            <p:tnLst>
              <p:par>
                <p:cTn presetID="1"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childTnLst>
                  <p:subTnLst>
                    <p:animClr clrSpc="rgb" dir="cw">
                      <p:cBhvr override="childStyle">
                        <p:cTn dur="1" fill="hold" display="0" masterRel="nextClick" afterEffect="1"/>
                        <p:tgtEl>
                          <p:spTgt spid="4"/>
                        </p:tgtEl>
                        <p:attrNameLst>
                          <p:attrName>ppt_c</p:attrName>
                        </p:attrNameLst>
                      </p:cBhvr>
                      <p:to>
                        <a:schemeClr val="tx2"/>
                      </p:to>
                    </p:animClr>
                  </p:subTnLst>
                </p:cTn>
              </p:par>
            </p:tnLst>
          </p:tmpl>
          <p:tmpl lvl="4">
            <p:tnLst>
              <p:par>
                <p:cTn presetID="1"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childTnLst>
                  <p:subTnLst>
                    <p:animClr clrSpc="rgb" dir="cw">
                      <p:cBhvr override="childStyle">
                        <p:cTn dur="1" fill="hold" display="0" masterRel="nextClick" afterEffect="1"/>
                        <p:tgtEl>
                          <p:spTgt spid="4"/>
                        </p:tgtEl>
                        <p:attrNameLst>
                          <p:attrName>ppt_c</p:attrName>
                        </p:attrNameLst>
                      </p:cBhvr>
                      <p:to>
                        <a:schemeClr val="tx2"/>
                      </p:to>
                    </p:animClr>
                  </p:subTnLst>
                </p:cTn>
              </p:par>
            </p:tnLst>
          </p:tmpl>
          <p:tmpl lvl="5">
            <p:tnLst>
              <p:par>
                <p:cTn presetID="1"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childTnLst>
                  <p:subTnLst>
                    <p:animClr clrSpc="rgb" dir="cw">
                      <p:cBhvr override="childStyle">
                        <p:cTn dur="1" fill="hold" display="0" masterRel="nextClick" afterEffect="1"/>
                        <p:tgtEl>
                          <p:spTgt spid="4"/>
                        </p:tgtEl>
                        <p:attrNameLst>
                          <p:attrName>ppt_c</p:attrName>
                        </p:attrNameLst>
                      </p:cBhvr>
                      <p:to>
                        <a:schemeClr val="tx2"/>
                      </p:to>
                    </p:animClr>
                  </p:subTnLst>
                </p:cTn>
              </p:par>
            </p:tnLst>
          </p:tmpl>
        </p:tmplLst>
      </p:bldP>
    </p:bld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Comparison: Point-by-Poi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Add Slide Title in Title Case</a:t>
            </a:r>
          </a:p>
        </p:txBody>
      </p:sp>
      <p:cxnSp>
        <p:nvCxnSpPr>
          <p:cNvPr id="3" name="Straight Connector 2"/>
          <p:cNvCxnSpPr/>
          <p:nvPr/>
        </p:nvCxnSpPr>
        <p:spPr>
          <a:xfrm>
            <a:off x="6096000" y="1631527"/>
            <a:ext cx="0" cy="4640580"/>
          </a:xfrm>
          <a:prstGeom prst="line">
            <a:avLst/>
          </a:prstGeom>
          <a:ln w="50800">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 name="Text Placeholder 6"/>
          <p:cNvSpPr>
            <a:spLocks noGrp="1"/>
          </p:cNvSpPr>
          <p:nvPr>
            <p:ph type="body" sz="quarter" idx="10" hasCustomPrompt="1"/>
          </p:nvPr>
        </p:nvSpPr>
        <p:spPr>
          <a:xfrm>
            <a:off x="539834" y="1631527"/>
            <a:ext cx="5285232" cy="450431"/>
          </a:xfrm>
          <a:prstGeom prst="rect">
            <a:avLst/>
          </a:prstGeom>
        </p:spPr>
        <p:txBody>
          <a:bodyPr>
            <a:noAutofit/>
          </a:bodyPr>
          <a:lstStyle>
            <a:lvl1pPr algn="r">
              <a:defRPr sz="2267" b="0" i="0" baseline="0">
                <a:solidFill>
                  <a:schemeClr val="accent1"/>
                </a:solidFill>
                <a:latin typeface="+mn-lt"/>
                <a:ea typeface="PS TT Commons DemiBold" charset="0"/>
                <a:cs typeface="PS TT Commons DemiBold" charset="0"/>
              </a:defRPr>
            </a:lvl1pPr>
          </a:lstStyle>
          <a:p>
            <a:pPr lvl="0"/>
            <a:r>
              <a:rPr lang="en-US"/>
              <a:t>Compare item one</a:t>
            </a:r>
            <a:endParaRPr lang="en-US" dirty="0"/>
          </a:p>
        </p:txBody>
      </p:sp>
      <p:sp>
        <p:nvSpPr>
          <p:cNvPr id="5" name="Text Placeholder 3"/>
          <p:cNvSpPr>
            <a:spLocks noGrp="1"/>
          </p:cNvSpPr>
          <p:nvPr>
            <p:ph type="body" sz="quarter" idx="15" hasCustomPrompt="1"/>
          </p:nvPr>
        </p:nvSpPr>
        <p:spPr>
          <a:xfrm>
            <a:off x="539834" y="2235200"/>
            <a:ext cx="5285233" cy="3928533"/>
          </a:xfrm>
          <a:prstGeom prst="rect">
            <a:avLst/>
          </a:prstGeom>
        </p:spPr>
        <p:txBody>
          <a:bodyPr>
            <a:noAutofit/>
          </a:bodyPr>
          <a:lstStyle>
            <a:lvl1pPr marL="0" marR="0" indent="0" algn="r" defTabSz="586017" rtl="0" eaLnBrk="1" fontAlgn="auto" latinLnBrk="0" hangingPunct="1">
              <a:lnSpc>
                <a:spcPct val="90000"/>
              </a:lnSpc>
              <a:spcBef>
                <a:spcPts val="1800"/>
              </a:spcBef>
              <a:spcAft>
                <a:spcPts val="0"/>
              </a:spcAft>
              <a:buClrTx/>
              <a:buSzPct val="75000"/>
              <a:buFont typeface="Myriad Pro" panose="020B0503030403020204" pitchFamily="34" charset="0"/>
              <a:buNone/>
              <a:tabLst/>
              <a:defRPr sz="2133" b="0" i="0">
                <a:latin typeface="+mn-lt"/>
                <a:ea typeface="PS TT Commons Medium" charset="0"/>
                <a:cs typeface="PS TT Commons Medium" charset="0"/>
              </a:defRPr>
            </a:lvl1pPr>
          </a:lstStyle>
          <a:p>
            <a:pPr lvl="0"/>
            <a:r>
              <a:rPr lang="en-US"/>
              <a:t>Point number 1</a:t>
            </a:r>
          </a:p>
          <a:p>
            <a:pPr marL="0" marR="0" lvl="0" indent="0" algn="r" defTabSz="586017" rtl="0" eaLnBrk="1" fontAlgn="auto" latinLnBrk="0" hangingPunct="1">
              <a:lnSpc>
                <a:spcPct val="90000"/>
              </a:lnSpc>
              <a:spcBef>
                <a:spcPts val="1800"/>
              </a:spcBef>
              <a:spcAft>
                <a:spcPts val="0"/>
              </a:spcAft>
              <a:buClrTx/>
              <a:buSzPct val="75000"/>
              <a:buFont typeface="Myriad Pro" panose="020B0503030403020204" pitchFamily="34" charset="0"/>
              <a:buNone/>
              <a:tabLst/>
              <a:defRPr/>
            </a:pPr>
            <a:r>
              <a:rPr lang="en-US"/>
              <a:t>Point number 2</a:t>
            </a:r>
          </a:p>
          <a:p>
            <a:pPr marL="0" marR="0" lvl="0" indent="0" algn="r" defTabSz="586017" rtl="0" eaLnBrk="1" fontAlgn="auto" latinLnBrk="0" hangingPunct="1">
              <a:lnSpc>
                <a:spcPct val="90000"/>
              </a:lnSpc>
              <a:spcBef>
                <a:spcPts val="1800"/>
              </a:spcBef>
              <a:spcAft>
                <a:spcPts val="0"/>
              </a:spcAft>
              <a:buClrTx/>
              <a:buSzPct val="75000"/>
              <a:buFont typeface="Myriad Pro" panose="020B0503030403020204" pitchFamily="34" charset="0"/>
              <a:buNone/>
              <a:tabLst/>
              <a:defRPr/>
            </a:pPr>
            <a:r>
              <a:rPr lang="en-US"/>
              <a:t>Point number 3</a:t>
            </a:r>
          </a:p>
          <a:p>
            <a:pPr marL="0" marR="0" lvl="0" indent="0" algn="r" defTabSz="586017" rtl="0" eaLnBrk="1" fontAlgn="auto" latinLnBrk="0" hangingPunct="1">
              <a:lnSpc>
                <a:spcPct val="90000"/>
              </a:lnSpc>
              <a:spcBef>
                <a:spcPts val="1800"/>
              </a:spcBef>
              <a:spcAft>
                <a:spcPts val="0"/>
              </a:spcAft>
              <a:buClrTx/>
              <a:buSzPct val="75000"/>
              <a:buFont typeface="Myriad Pro" panose="020B0503030403020204" pitchFamily="34" charset="0"/>
              <a:buNone/>
              <a:tabLst/>
              <a:defRPr/>
            </a:pPr>
            <a:r>
              <a:rPr lang="en-US"/>
              <a:t>Point number 4</a:t>
            </a:r>
          </a:p>
          <a:p>
            <a:pPr marL="0" marR="0" lvl="0" indent="0" algn="r" defTabSz="586017" rtl="0" eaLnBrk="1" fontAlgn="auto" latinLnBrk="0" hangingPunct="1">
              <a:lnSpc>
                <a:spcPct val="90000"/>
              </a:lnSpc>
              <a:spcBef>
                <a:spcPts val="1800"/>
              </a:spcBef>
              <a:spcAft>
                <a:spcPts val="0"/>
              </a:spcAft>
              <a:buClrTx/>
              <a:buSzPct val="75000"/>
              <a:buFont typeface="Myriad Pro" panose="020B0503030403020204" pitchFamily="34" charset="0"/>
              <a:buNone/>
              <a:tabLst/>
              <a:defRPr/>
            </a:pPr>
            <a:r>
              <a:rPr lang="en-US"/>
              <a:t>Point number 5</a:t>
            </a:r>
          </a:p>
          <a:p>
            <a:pPr lvl="0"/>
            <a:endParaRPr lang="en-US" dirty="0"/>
          </a:p>
        </p:txBody>
      </p:sp>
      <p:sp>
        <p:nvSpPr>
          <p:cNvPr id="7" name="Text Placeholder 6"/>
          <p:cNvSpPr>
            <a:spLocks noGrp="1"/>
          </p:cNvSpPr>
          <p:nvPr>
            <p:ph type="body" sz="quarter" idx="16" hasCustomPrompt="1"/>
          </p:nvPr>
        </p:nvSpPr>
        <p:spPr>
          <a:xfrm>
            <a:off x="6366933" y="1631527"/>
            <a:ext cx="5285232" cy="450431"/>
          </a:xfrm>
          <a:prstGeom prst="rect">
            <a:avLst/>
          </a:prstGeom>
        </p:spPr>
        <p:txBody>
          <a:bodyPr lIns="0">
            <a:noAutofit/>
          </a:bodyPr>
          <a:lstStyle>
            <a:lvl1pPr algn="l">
              <a:defRPr sz="2267" b="0" i="0" baseline="0">
                <a:solidFill>
                  <a:schemeClr val="accent1"/>
                </a:solidFill>
                <a:latin typeface="+mn-lt"/>
                <a:ea typeface="PS TT Commons DemiBold" charset="0"/>
                <a:cs typeface="PS TT Commons DemiBold" charset="0"/>
              </a:defRPr>
            </a:lvl1pPr>
          </a:lstStyle>
          <a:p>
            <a:pPr lvl="0"/>
            <a:r>
              <a:rPr lang="en-US"/>
              <a:t>Compare item two</a:t>
            </a:r>
            <a:endParaRPr lang="en-US" dirty="0"/>
          </a:p>
        </p:txBody>
      </p:sp>
      <p:sp>
        <p:nvSpPr>
          <p:cNvPr id="8" name="Text Placeholder 3"/>
          <p:cNvSpPr>
            <a:spLocks noGrp="1"/>
          </p:cNvSpPr>
          <p:nvPr>
            <p:ph type="body" sz="quarter" idx="17" hasCustomPrompt="1"/>
          </p:nvPr>
        </p:nvSpPr>
        <p:spPr>
          <a:xfrm>
            <a:off x="6366935" y="2235200"/>
            <a:ext cx="5286349" cy="3928533"/>
          </a:xfrm>
          <a:prstGeom prst="rect">
            <a:avLst/>
          </a:prstGeom>
        </p:spPr>
        <p:txBody>
          <a:bodyPr>
            <a:noAutofit/>
          </a:bodyPr>
          <a:lstStyle>
            <a:lvl1pPr marL="0" marR="0" indent="0" algn="l" defTabSz="586017" rtl="0" eaLnBrk="1" fontAlgn="auto" latinLnBrk="0" hangingPunct="1">
              <a:lnSpc>
                <a:spcPct val="90000"/>
              </a:lnSpc>
              <a:spcBef>
                <a:spcPts val="1800"/>
              </a:spcBef>
              <a:spcAft>
                <a:spcPts val="0"/>
              </a:spcAft>
              <a:buClrTx/>
              <a:buSzPct val="75000"/>
              <a:buFont typeface="Myriad Pro" panose="020B0503030403020204" pitchFamily="34" charset="0"/>
              <a:buNone/>
              <a:tabLst/>
              <a:defRPr sz="2133" b="0" i="0" baseline="0">
                <a:latin typeface="+mn-lt"/>
                <a:ea typeface="PS TT Commons Medium" charset="0"/>
                <a:cs typeface="PS TT Commons Medium" charset="0"/>
              </a:defRPr>
            </a:lvl1pPr>
          </a:lstStyle>
          <a:p>
            <a:pPr marL="0" marR="0" lvl="0" indent="0" algn="l" defTabSz="586017" rtl="0" eaLnBrk="1" fontAlgn="auto" latinLnBrk="0" hangingPunct="1">
              <a:lnSpc>
                <a:spcPct val="90000"/>
              </a:lnSpc>
              <a:spcBef>
                <a:spcPts val="1800"/>
              </a:spcBef>
              <a:spcAft>
                <a:spcPts val="0"/>
              </a:spcAft>
              <a:buClrTx/>
              <a:buSzPct val="75000"/>
              <a:buFont typeface="Myriad Pro" panose="020B0503030403020204" pitchFamily="34" charset="0"/>
              <a:buNone/>
              <a:tabLst/>
              <a:defRPr/>
            </a:pPr>
            <a:r>
              <a:rPr lang="en-US"/>
              <a:t>Counterpoint number 1</a:t>
            </a:r>
          </a:p>
          <a:p>
            <a:pPr marL="0" marR="0" lvl="0" indent="0" algn="l" defTabSz="586017" rtl="0" eaLnBrk="1" fontAlgn="auto" latinLnBrk="0" hangingPunct="1">
              <a:lnSpc>
                <a:spcPct val="90000"/>
              </a:lnSpc>
              <a:spcBef>
                <a:spcPts val="1800"/>
              </a:spcBef>
              <a:spcAft>
                <a:spcPts val="0"/>
              </a:spcAft>
              <a:buClrTx/>
              <a:buSzPct val="75000"/>
              <a:buFont typeface="Myriad Pro" panose="020B0503030403020204" pitchFamily="34" charset="0"/>
              <a:buNone/>
              <a:tabLst/>
              <a:defRPr/>
            </a:pPr>
            <a:r>
              <a:rPr lang="en-US"/>
              <a:t>Counterpoint number 2</a:t>
            </a:r>
          </a:p>
          <a:p>
            <a:pPr marL="0" marR="0" lvl="0" indent="0" algn="l" defTabSz="586017" rtl="0" eaLnBrk="1" fontAlgn="auto" latinLnBrk="0" hangingPunct="1">
              <a:lnSpc>
                <a:spcPct val="90000"/>
              </a:lnSpc>
              <a:spcBef>
                <a:spcPts val="1800"/>
              </a:spcBef>
              <a:spcAft>
                <a:spcPts val="0"/>
              </a:spcAft>
              <a:buClrTx/>
              <a:buSzPct val="75000"/>
              <a:buFont typeface="Myriad Pro" panose="020B0503030403020204" pitchFamily="34" charset="0"/>
              <a:buNone/>
              <a:tabLst/>
              <a:defRPr/>
            </a:pPr>
            <a:r>
              <a:rPr lang="en-US"/>
              <a:t>Counterpoint number 3</a:t>
            </a:r>
          </a:p>
          <a:p>
            <a:pPr marL="0" marR="0" lvl="0" indent="0" algn="l" defTabSz="586017" rtl="0" eaLnBrk="1" fontAlgn="auto" latinLnBrk="0" hangingPunct="1">
              <a:lnSpc>
                <a:spcPct val="90000"/>
              </a:lnSpc>
              <a:spcBef>
                <a:spcPts val="1800"/>
              </a:spcBef>
              <a:spcAft>
                <a:spcPts val="0"/>
              </a:spcAft>
              <a:buClrTx/>
              <a:buSzPct val="75000"/>
              <a:buFont typeface="Myriad Pro" panose="020B0503030403020204" pitchFamily="34" charset="0"/>
              <a:buNone/>
              <a:tabLst/>
              <a:defRPr/>
            </a:pPr>
            <a:r>
              <a:rPr lang="en-US"/>
              <a:t>Counterpoint number 4</a:t>
            </a:r>
          </a:p>
          <a:p>
            <a:pPr marL="0" marR="0" lvl="0" indent="0" algn="l" defTabSz="586017" rtl="0" eaLnBrk="1" fontAlgn="auto" latinLnBrk="0" hangingPunct="1">
              <a:lnSpc>
                <a:spcPct val="90000"/>
              </a:lnSpc>
              <a:spcBef>
                <a:spcPts val="1800"/>
              </a:spcBef>
              <a:spcAft>
                <a:spcPts val="0"/>
              </a:spcAft>
              <a:buClrTx/>
              <a:buSzPct val="75000"/>
              <a:buFont typeface="Myriad Pro" panose="020B0503030403020204" pitchFamily="34" charset="0"/>
              <a:buNone/>
              <a:tabLst/>
              <a:defRPr/>
            </a:pPr>
            <a:r>
              <a:rPr lang="en-US"/>
              <a:t>Counterpoint number 5</a:t>
            </a:r>
          </a:p>
          <a:p>
            <a:pPr marL="0" marR="0" lvl="0" indent="0" algn="l" defTabSz="586017" rtl="0" eaLnBrk="1" fontAlgn="auto" latinLnBrk="0" hangingPunct="1">
              <a:lnSpc>
                <a:spcPct val="90000"/>
              </a:lnSpc>
              <a:spcBef>
                <a:spcPts val="1800"/>
              </a:spcBef>
              <a:spcAft>
                <a:spcPts val="0"/>
              </a:spcAft>
              <a:buClrTx/>
              <a:buSzPct val="75000"/>
              <a:buFont typeface="Myriad Pro" panose="020B0503030403020204" pitchFamily="34" charset="0"/>
              <a:buNone/>
              <a:tabLst/>
              <a:defRPr/>
            </a:pPr>
            <a:endParaRPr lang="en-US"/>
          </a:p>
          <a:p>
            <a:pPr lvl="0"/>
            <a:endParaRPr lang="en-US" dirty="0"/>
          </a:p>
        </p:txBody>
      </p:sp>
      <p:sp>
        <p:nvSpPr>
          <p:cNvPr id="10" name="Rectangle 9"/>
          <p:cNvSpPr/>
          <p:nvPr userDrawn="1"/>
        </p:nvSpPr>
        <p:spPr>
          <a:xfrm>
            <a:off x="1" y="-474034"/>
            <a:ext cx="4776604" cy="338554"/>
          </a:xfrm>
          <a:prstGeom prst="rect">
            <a:avLst/>
          </a:prstGeom>
        </p:spPr>
        <p:txBody>
          <a:bodyPr wrap="square">
            <a:spAutoFit/>
          </a:bodyPr>
          <a:lstStyle/>
          <a:p>
            <a:pPr algn="l" defTabSz="1219232"/>
            <a:r>
              <a:rPr lang="en-US" sz="1600" b="1" i="0">
                <a:solidFill>
                  <a:srgbClr val="404040"/>
                </a:solidFill>
                <a:latin typeface="PS TT Commons DemiBold" charset="0"/>
                <a:ea typeface="PS TT Commons DemiBold" charset="0"/>
                <a:cs typeface="PS TT Commons DemiBold" charset="0"/>
              </a:rPr>
              <a:t>This slidelist is </a:t>
            </a:r>
            <a:r>
              <a:rPr lang="en-US" sz="1600" b="1" i="0">
                <a:solidFill>
                  <a:srgbClr val="F05A28"/>
                </a:solidFill>
                <a:latin typeface="PS TT Commons DemiBold" charset="0"/>
                <a:ea typeface="PS TT Commons DemiBold" charset="0"/>
                <a:cs typeface="PS TT Commons DemiBold" charset="0"/>
              </a:rPr>
              <a:t>preset </a:t>
            </a:r>
            <a:r>
              <a:rPr lang="en-US" sz="1600" b="1" i="0">
                <a:solidFill>
                  <a:srgbClr val="404040"/>
                </a:solidFill>
                <a:latin typeface="PS TT Commons DemiBold" charset="0"/>
                <a:ea typeface="PS TT Commons DemiBold" charset="0"/>
                <a:cs typeface="PS TT Commons DemiBold" charset="0"/>
              </a:rPr>
              <a:t>with</a:t>
            </a:r>
            <a:r>
              <a:rPr lang="en-US" sz="1600" b="1" i="0" baseline="0">
                <a:solidFill>
                  <a:srgbClr val="404040"/>
                </a:solidFill>
                <a:latin typeface="PS TT Commons DemiBold" charset="0"/>
                <a:ea typeface="PS TT Commons DemiBold" charset="0"/>
                <a:cs typeface="PS TT Commons DemiBold" charset="0"/>
              </a:rPr>
              <a:t> </a:t>
            </a:r>
            <a:r>
              <a:rPr lang="en-US" sz="1600" b="1" i="0">
                <a:solidFill>
                  <a:srgbClr val="F05A28"/>
                </a:solidFill>
                <a:latin typeface="PS TT Commons DemiBold" charset="0"/>
                <a:ea typeface="PS TT Commons DemiBold" charset="0"/>
                <a:cs typeface="PS TT Commons DemiBold" charset="0"/>
              </a:rPr>
              <a:t>animations</a:t>
            </a:r>
            <a:endParaRPr lang="en-US" sz="1600" b="1" i="0" dirty="0">
              <a:solidFill>
                <a:srgbClr val="F05A28"/>
              </a:solidFill>
              <a:latin typeface="PS TT Commons DemiBold" charset="0"/>
              <a:ea typeface="PS TT Commons DemiBold" charset="0"/>
              <a:cs typeface="PS TT Commons DemiBold" charset="0"/>
            </a:endParaRPr>
          </a:p>
        </p:txBody>
      </p:sp>
    </p:spTree>
    <p:extLst>
      <p:ext uri="{BB962C8B-B14F-4D97-AF65-F5344CB8AC3E}">
        <p14:creationId xmlns:p14="http://schemas.microsoft.com/office/powerpoint/2010/main" val="725273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1" presetClass="entr" presetSubtype="0" fill="hold" nodeType="clickEffect">
                  <p:stCondLst>
                    <p:cond delay="0"/>
                  </p:stCondLst>
                  <p:childTnLst>
                    <p:set>
                      <p:cBhvr>
                        <p:cTn dur="1" fill="hold">
                          <p:stCondLst>
                            <p:cond delay="0"/>
                          </p:stCondLst>
                        </p:cTn>
                        <p:tgtEl>
                          <p:spTgt spid="5"/>
                        </p:tgtEl>
                        <p:attrNameLst>
                          <p:attrName>style.visibility</p:attrName>
                        </p:attrNameLst>
                      </p:cBhvr>
                      <p:to>
                        <p:strVal val="visible"/>
                      </p:to>
                    </p:set>
                  </p:childTnLst>
                </p:cTn>
              </p:par>
            </p:tnLst>
          </p:tmpl>
        </p:tmplLst>
      </p:bldP>
      <p:bldP spid="8" grpId="0" build="p">
        <p:tmplLst>
          <p:tmpl lvl="1">
            <p:tnLst>
              <p:par>
                <p:cTn presetID="1" presetClass="entr" presetSubtype="0" fill="hold" nodeType="clickEffect">
                  <p:stCondLst>
                    <p:cond delay="0"/>
                  </p:stCondLst>
                  <p:childTnLst>
                    <p:set>
                      <p:cBhvr>
                        <p:cTn dur="1" fill="hold">
                          <p:stCondLst>
                            <p:cond delay="0"/>
                          </p:stCondLst>
                        </p:cTn>
                        <p:tgtEl>
                          <p:spTgt spid="8"/>
                        </p:tgtEl>
                        <p:attrNameLst>
                          <p:attrName>style.visibility</p:attrName>
                        </p:attrNameLst>
                      </p:cBhvr>
                      <p:to>
                        <p:strVal val="visible"/>
                      </p:to>
                    </p:set>
                  </p:childTnLst>
                </p:cTn>
              </p:par>
            </p:tnLst>
          </p:tmpl>
        </p:tmplLst>
      </p:bldP>
    </p:bldLst>
  </p:timing>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Comparison: by Item">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Add Slide Title in Title Case</a:t>
            </a:r>
          </a:p>
        </p:txBody>
      </p:sp>
      <p:cxnSp>
        <p:nvCxnSpPr>
          <p:cNvPr id="3" name="Straight Connector 2"/>
          <p:cNvCxnSpPr/>
          <p:nvPr/>
        </p:nvCxnSpPr>
        <p:spPr>
          <a:xfrm>
            <a:off x="6096000" y="1631527"/>
            <a:ext cx="0" cy="4640580"/>
          </a:xfrm>
          <a:prstGeom prst="line">
            <a:avLst/>
          </a:prstGeom>
          <a:ln w="50800">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 name="Text Placeholder 6"/>
          <p:cNvSpPr>
            <a:spLocks noGrp="1"/>
          </p:cNvSpPr>
          <p:nvPr>
            <p:ph type="body" sz="quarter" idx="10" hasCustomPrompt="1"/>
          </p:nvPr>
        </p:nvSpPr>
        <p:spPr>
          <a:xfrm>
            <a:off x="539833" y="1631527"/>
            <a:ext cx="5285232" cy="450431"/>
          </a:xfrm>
          <a:prstGeom prst="rect">
            <a:avLst/>
          </a:prstGeom>
        </p:spPr>
        <p:txBody>
          <a:bodyPr>
            <a:noAutofit/>
          </a:bodyPr>
          <a:lstStyle>
            <a:lvl1pPr algn="r">
              <a:defRPr sz="2267" b="0" i="0" baseline="0">
                <a:solidFill>
                  <a:schemeClr val="accent1"/>
                </a:solidFill>
                <a:latin typeface="+mn-lt"/>
                <a:ea typeface="PS TT Commons DemiBold" charset="0"/>
                <a:cs typeface="PS TT Commons DemiBold" charset="0"/>
              </a:defRPr>
            </a:lvl1pPr>
          </a:lstStyle>
          <a:p>
            <a:pPr lvl="0"/>
            <a:r>
              <a:rPr lang="en-US"/>
              <a:t>Compare first thing</a:t>
            </a:r>
            <a:endParaRPr lang="en-US" dirty="0"/>
          </a:p>
        </p:txBody>
      </p:sp>
      <p:sp>
        <p:nvSpPr>
          <p:cNvPr id="5" name="Text Placeholder 3"/>
          <p:cNvSpPr>
            <a:spLocks noGrp="1"/>
          </p:cNvSpPr>
          <p:nvPr>
            <p:ph type="body" sz="quarter" idx="15" hasCustomPrompt="1"/>
          </p:nvPr>
        </p:nvSpPr>
        <p:spPr>
          <a:xfrm>
            <a:off x="539833" y="2235200"/>
            <a:ext cx="5285234" cy="3928533"/>
          </a:xfrm>
          <a:prstGeom prst="rect">
            <a:avLst/>
          </a:prstGeom>
        </p:spPr>
        <p:txBody>
          <a:bodyPr>
            <a:noAutofit/>
          </a:bodyPr>
          <a:lstStyle>
            <a:lvl1pPr marL="0" marR="0" indent="0" algn="r" defTabSz="586017" rtl="0" eaLnBrk="1" fontAlgn="auto" latinLnBrk="0" hangingPunct="1">
              <a:lnSpc>
                <a:spcPct val="90000"/>
              </a:lnSpc>
              <a:spcBef>
                <a:spcPts val="1800"/>
              </a:spcBef>
              <a:spcAft>
                <a:spcPts val="0"/>
              </a:spcAft>
              <a:buClrTx/>
              <a:buSzPct val="75000"/>
              <a:buFont typeface="Myriad Pro" panose="020B0503030403020204" pitchFamily="34" charset="0"/>
              <a:buNone/>
              <a:tabLst/>
              <a:defRPr sz="2133" b="0" i="0">
                <a:latin typeface="+mn-lt"/>
                <a:ea typeface="PS TT Commons Medium" charset="0"/>
                <a:cs typeface="PS TT Commons Medium" charset="0"/>
              </a:defRPr>
            </a:lvl1pPr>
          </a:lstStyle>
          <a:p>
            <a:pPr lvl="0"/>
            <a:r>
              <a:rPr lang="en-US"/>
              <a:t>Point number 1</a:t>
            </a:r>
          </a:p>
          <a:p>
            <a:pPr marL="0" marR="0" lvl="0" indent="0" algn="r" defTabSz="586017" rtl="0" eaLnBrk="1" fontAlgn="auto" latinLnBrk="0" hangingPunct="1">
              <a:lnSpc>
                <a:spcPct val="90000"/>
              </a:lnSpc>
              <a:spcBef>
                <a:spcPts val="1800"/>
              </a:spcBef>
              <a:spcAft>
                <a:spcPts val="0"/>
              </a:spcAft>
              <a:buClrTx/>
              <a:buSzPct val="75000"/>
              <a:buFont typeface="Myriad Pro" panose="020B0503030403020204" pitchFamily="34" charset="0"/>
              <a:buNone/>
              <a:tabLst/>
              <a:defRPr/>
            </a:pPr>
            <a:r>
              <a:rPr lang="en-US"/>
              <a:t>Point number 2</a:t>
            </a:r>
          </a:p>
          <a:p>
            <a:pPr marL="0" marR="0" lvl="0" indent="0" algn="r" defTabSz="586017" rtl="0" eaLnBrk="1" fontAlgn="auto" latinLnBrk="0" hangingPunct="1">
              <a:lnSpc>
                <a:spcPct val="90000"/>
              </a:lnSpc>
              <a:spcBef>
                <a:spcPts val="1800"/>
              </a:spcBef>
              <a:spcAft>
                <a:spcPts val="0"/>
              </a:spcAft>
              <a:buClrTx/>
              <a:buSzPct val="75000"/>
              <a:buFont typeface="Myriad Pro" panose="020B0503030403020204" pitchFamily="34" charset="0"/>
              <a:buNone/>
              <a:tabLst/>
              <a:defRPr/>
            </a:pPr>
            <a:r>
              <a:rPr lang="en-US"/>
              <a:t>Point number 3</a:t>
            </a:r>
          </a:p>
          <a:p>
            <a:pPr marL="0" marR="0" lvl="0" indent="0" algn="r" defTabSz="586017" rtl="0" eaLnBrk="1" fontAlgn="auto" latinLnBrk="0" hangingPunct="1">
              <a:lnSpc>
                <a:spcPct val="90000"/>
              </a:lnSpc>
              <a:spcBef>
                <a:spcPts val="1800"/>
              </a:spcBef>
              <a:spcAft>
                <a:spcPts val="0"/>
              </a:spcAft>
              <a:buClrTx/>
              <a:buSzPct val="75000"/>
              <a:buFont typeface="Myriad Pro" panose="020B0503030403020204" pitchFamily="34" charset="0"/>
              <a:buNone/>
              <a:tabLst/>
              <a:defRPr/>
            </a:pPr>
            <a:r>
              <a:rPr lang="en-US"/>
              <a:t>Point number 4</a:t>
            </a:r>
          </a:p>
          <a:p>
            <a:pPr marL="0" marR="0" lvl="0" indent="0" algn="r" defTabSz="586017" rtl="0" eaLnBrk="1" fontAlgn="auto" latinLnBrk="0" hangingPunct="1">
              <a:lnSpc>
                <a:spcPct val="90000"/>
              </a:lnSpc>
              <a:spcBef>
                <a:spcPts val="1800"/>
              </a:spcBef>
              <a:spcAft>
                <a:spcPts val="0"/>
              </a:spcAft>
              <a:buClrTx/>
              <a:buSzPct val="75000"/>
              <a:buFont typeface="Myriad Pro" panose="020B0503030403020204" pitchFamily="34" charset="0"/>
              <a:buNone/>
              <a:tabLst/>
              <a:defRPr/>
            </a:pPr>
            <a:r>
              <a:rPr lang="en-US"/>
              <a:t>Point number 5</a:t>
            </a:r>
          </a:p>
          <a:p>
            <a:pPr lvl="0"/>
            <a:endParaRPr lang="en-US" dirty="0"/>
          </a:p>
        </p:txBody>
      </p:sp>
      <p:sp>
        <p:nvSpPr>
          <p:cNvPr id="7" name="Text Placeholder 6"/>
          <p:cNvSpPr>
            <a:spLocks noGrp="1"/>
          </p:cNvSpPr>
          <p:nvPr>
            <p:ph type="body" sz="quarter" idx="16" hasCustomPrompt="1"/>
          </p:nvPr>
        </p:nvSpPr>
        <p:spPr>
          <a:xfrm>
            <a:off x="6366934" y="1631527"/>
            <a:ext cx="5285232" cy="450431"/>
          </a:xfrm>
          <a:prstGeom prst="rect">
            <a:avLst/>
          </a:prstGeom>
        </p:spPr>
        <p:txBody>
          <a:bodyPr lIns="0">
            <a:noAutofit/>
          </a:bodyPr>
          <a:lstStyle>
            <a:lvl1pPr algn="l">
              <a:defRPr sz="2267" b="0" i="0" baseline="0">
                <a:solidFill>
                  <a:schemeClr val="accent1"/>
                </a:solidFill>
                <a:latin typeface="+mn-lt"/>
                <a:ea typeface="PS TT Commons DemiBold" charset="0"/>
                <a:cs typeface="PS TT Commons DemiBold" charset="0"/>
              </a:defRPr>
            </a:lvl1pPr>
          </a:lstStyle>
          <a:p>
            <a:pPr lvl="0"/>
            <a:r>
              <a:rPr lang="en-US"/>
              <a:t>Compare second thing</a:t>
            </a:r>
            <a:endParaRPr lang="en-US" dirty="0"/>
          </a:p>
        </p:txBody>
      </p:sp>
      <p:sp>
        <p:nvSpPr>
          <p:cNvPr id="8" name="Text Placeholder 3"/>
          <p:cNvSpPr>
            <a:spLocks noGrp="1"/>
          </p:cNvSpPr>
          <p:nvPr>
            <p:ph type="body" sz="quarter" idx="17" hasCustomPrompt="1"/>
          </p:nvPr>
        </p:nvSpPr>
        <p:spPr>
          <a:xfrm>
            <a:off x="6366935" y="2235200"/>
            <a:ext cx="5285232" cy="3928533"/>
          </a:xfrm>
          <a:prstGeom prst="rect">
            <a:avLst/>
          </a:prstGeom>
        </p:spPr>
        <p:txBody>
          <a:bodyPr>
            <a:noAutofit/>
          </a:bodyPr>
          <a:lstStyle>
            <a:lvl1pPr marL="0" marR="0" indent="0" algn="l" defTabSz="586017" rtl="0" eaLnBrk="1" fontAlgn="auto" latinLnBrk="0" hangingPunct="1">
              <a:lnSpc>
                <a:spcPct val="90000"/>
              </a:lnSpc>
              <a:spcBef>
                <a:spcPts val="1800"/>
              </a:spcBef>
              <a:spcAft>
                <a:spcPts val="0"/>
              </a:spcAft>
              <a:buClrTx/>
              <a:buSzPct val="75000"/>
              <a:buFont typeface="Myriad Pro" panose="020B0503030403020204" pitchFamily="34" charset="0"/>
              <a:buNone/>
              <a:tabLst/>
              <a:defRPr sz="2133" b="0" i="0" baseline="0">
                <a:latin typeface="+mn-lt"/>
                <a:ea typeface="PS TT Commons Medium" charset="0"/>
                <a:cs typeface="PS TT Commons Medium" charset="0"/>
              </a:defRPr>
            </a:lvl1pPr>
          </a:lstStyle>
          <a:p>
            <a:pPr marL="0" marR="0" lvl="0" indent="0" algn="l" defTabSz="586017" rtl="0" eaLnBrk="1" fontAlgn="auto" latinLnBrk="0" hangingPunct="1">
              <a:lnSpc>
                <a:spcPct val="90000"/>
              </a:lnSpc>
              <a:spcBef>
                <a:spcPts val="1800"/>
              </a:spcBef>
              <a:spcAft>
                <a:spcPts val="0"/>
              </a:spcAft>
              <a:buClrTx/>
              <a:buSzPct val="75000"/>
              <a:buFont typeface="Myriad Pro" panose="020B0503030403020204" pitchFamily="34" charset="0"/>
              <a:buNone/>
              <a:tabLst/>
              <a:defRPr/>
            </a:pPr>
            <a:r>
              <a:rPr lang="en-US"/>
              <a:t>Counterpoint number 1</a:t>
            </a:r>
          </a:p>
          <a:p>
            <a:pPr marL="0" marR="0" lvl="0" indent="0" algn="l" defTabSz="586017" rtl="0" eaLnBrk="1" fontAlgn="auto" latinLnBrk="0" hangingPunct="1">
              <a:lnSpc>
                <a:spcPct val="90000"/>
              </a:lnSpc>
              <a:spcBef>
                <a:spcPts val="1800"/>
              </a:spcBef>
              <a:spcAft>
                <a:spcPts val="0"/>
              </a:spcAft>
              <a:buClrTx/>
              <a:buSzPct val="75000"/>
              <a:buFont typeface="Myriad Pro" panose="020B0503030403020204" pitchFamily="34" charset="0"/>
              <a:buNone/>
              <a:tabLst/>
              <a:defRPr/>
            </a:pPr>
            <a:r>
              <a:rPr lang="en-US"/>
              <a:t>Counterpoint number 2</a:t>
            </a:r>
          </a:p>
          <a:p>
            <a:pPr marL="0" marR="0" lvl="0" indent="0" algn="l" defTabSz="586017" rtl="0" eaLnBrk="1" fontAlgn="auto" latinLnBrk="0" hangingPunct="1">
              <a:lnSpc>
                <a:spcPct val="90000"/>
              </a:lnSpc>
              <a:spcBef>
                <a:spcPts val="1800"/>
              </a:spcBef>
              <a:spcAft>
                <a:spcPts val="0"/>
              </a:spcAft>
              <a:buClrTx/>
              <a:buSzPct val="75000"/>
              <a:buFont typeface="Myriad Pro" panose="020B0503030403020204" pitchFamily="34" charset="0"/>
              <a:buNone/>
              <a:tabLst/>
              <a:defRPr/>
            </a:pPr>
            <a:r>
              <a:rPr lang="en-US"/>
              <a:t>Counterpoint number 3</a:t>
            </a:r>
          </a:p>
          <a:p>
            <a:pPr marL="0" marR="0" lvl="0" indent="0" algn="l" defTabSz="586017" rtl="0" eaLnBrk="1" fontAlgn="auto" latinLnBrk="0" hangingPunct="1">
              <a:lnSpc>
                <a:spcPct val="90000"/>
              </a:lnSpc>
              <a:spcBef>
                <a:spcPts val="1800"/>
              </a:spcBef>
              <a:spcAft>
                <a:spcPts val="0"/>
              </a:spcAft>
              <a:buClrTx/>
              <a:buSzPct val="75000"/>
              <a:buFont typeface="Myriad Pro" panose="020B0503030403020204" pitchFamily="34" charset="0"/>
              <a:buNone/>
              <a:tabLst/>
              <a:defRPr/>
            </a:pPr>
            <a:r>
              <a:rPr lang="en-US"/>
              <a:t>Counterpoint number 4</a:t>
            </a:r>
          </a:p>
          <a:p>
            <a:pPr marL="0" marR="0" lvl="0" indent="0" algn="l" defTabSz="586017" rtl="0" eaLnBrk="1" fontAlgn="auto" latinLnBrk="0" hangingPunct="1">
              <a:lnSpc>
                <a:spcPct val="90000"/>
              </a:lnSpc>
              <a:spcBef>
                <a:spcPts val="1800"/>
              </a:spcBef>
              <a:spcAft>
                <a:spcPts val="0"/>
              </a:spcAft>
              <a:buClrTx/>
              <a:buSzPct val="75000"/>
              <a:buFont typeface="Myriad Pro" panose="020B0503030403020204" pitchFamily="34" charset="0"/>
              <a:buNone/>
              <a:tabLst/>
              <a:defRPr/>
            </a:pPr>
            <a:r>
              <a:rPr lang="en-US"/>
              <a:t>Counterpoint number 5</a:t>
            </a:r>
          </a:p>
          <a:p>
            <a:pPr marL="0" marR="0" lvl="0" indent="0" algn="l" defTabSz="586017" rtl="0" eaLnBrk="1" fontAlgn="auto" latinLnBrk="0" hangingPunct="1">
              <a:lnSpc>
                <a:spcPct val="90000"/>
              </a:lnSpc>
              <a:spcBef>
                <a:spcPts val="1800"/>
              </a:spcBef>
              <a:spcAft>
                <a:spcPts val="0"/>
              </a:spcAft>
              <a:buClrTx/>
              <a:buSzPct val="75000"/>
              <a:buFont typeface="Myriad Pro" panose="020B0503030403020204" pitchFamily="34" charset="0"/>
              <a:buNone/>
              <a:tabLst/>
              <a:defRPr/>
            </a:pPr>
            <a:endParaRPr lang="en-US"/>
          </a:p>
          <a:p>
            <a:pPr lvl="0"/>
            <a:endParaRPr lang="en-US" dirty="0"/>
          </a:p>
        </p:txBody>
      </p:sp>
      <p:sp>
        <p:nvSpPr>
          <p:cNvPr id="10" name="Rectangle 9"/>
          <p:cNvSpPr/>
          <p:nvPr userDrawn="1"/>
        </p:nvSpPr>
        <p:spPr>
          <a:xfrm>
            <a:off x="1" y="-474034"/>
            <a:ext cx="4776604" cy="338554"/>
          </a:xfrm>
          <a:prstGeom prst="rect">
            <a:avLst/>
          </a:prstGeom>
        </p:spPr>
        <p:txBody>
          <a:bodyPr wrap="square">
            <a:spAutoFit/>
          </a:bodyPr>
          <a:lstStyle/>
          <a:p>
            <a:pPr algn="l" defTabSz="1219232"/>
            <a:r>
              <a:rPr lang="en-US" sz="1600" b="1" i="0">
                <a:solidFill>
                  <a:srgbClr val="404040"/>
                </a:solidFill>
                <a:latin typeface="PS TT Commons DemiBold" charset="0"/>
                <a:ea typeface="PS TT Commons DemiBold" charset="0"/>
                <a:cs typeface="PS TT Commons DemiBold" charset="0"/>
              </a:rPr>
              <a:t>This slidelist is </a:t>
            </a:r>
            <a:r>
              <a:rPr lang="en-US" sz="1600" b="1" i="0">
                <a:solidFill>
                  <a:srgbClr val="F05A28"/>
                </a:solidFill>
                <a:latin typeface="PS TT Commons DemiBold" charset="0"/>
                <a:ea typeface="PS TT Commons DemiBold" charset="0"/>
                <a:cs typeface="PS TT Commons DemiBold" charset="0"/>
              </a:rPr>
              <a:t>preset </a:t>
            </a:r>
            <a:r>
              <a:rPr lang="en-US" sz="1600" b="1" i="0">
                <a:solidFill>
                  <a:srgbClr val="404040"/>
                </a:solidFill>
                <a:latin typeface="PS TT Commons DemiBold" charset="0"/>
                <a:ea typeface="PS TT Commons DemiBold" charset="0"/>
                <a:cs typeface="PS TT Commons DemiBold" charset="0"/>
              </a:rPr>
              <a:t>with</a:t>
            </a:r>
            <a:r>
              <a:rPr lang="en-US" sz="1600" b="1" i="0" baseline="0">
                <a:solidFill>
                  <a:srgbClr val="404040"/>
                </a:solidFill>
                <a:latin typeface="PS TT Commons DemiBold" charset="0"/>
                <a:ea typeface="PS TT Commons DemiBold" charset="0"/>
                <a:cs typeface="PS TT Commons DemiBold" charset="0"/>
              </a:rPr>
              <a:t> </a:t>
            </a:r>
            <a:r>
              <a:rPr lang="en-US" sz="1600" b="1" i="0">
                <a:solidFill>
                  <a:srgbClr val="F05A28"/>
                </a:solidFill>
                <a:latin typeface="PS TT Commons DemiBold" charset="0"/>
                <a:ea typeface="PS TT Commons DemiBold" charset="0"/>
                <a:cs typeface="PS TT Commons DemiBold" charset="0"/>
              </a:rPr>
              <a:t>animations</a:t>
            </a:r>
            <a:endParaRPr lang="en-US" sz="1600" b="1" i="0" dirty="0">
              <a:solidFill>
                <a:srgbClr val="F05A28"/>
              </a:solidFill>
              <a:latin typeface="PS TT Commons DemiBold" charset="0"/>
              <a:ea typeface="PS TT Commons DemiBold" charset="0"/>
              <a:cs typeface="PS TT Commons DemiBold" charset="0"/>
            </a:endParaRPr>
          </a:p>
        </p:txBody>
      </p:sp>
    </p:spTree>
    <p:extLst>
      <p:ext uri="{BB962C8B-B14F-4D97-AF65-F5344CB8AC3E}">
        <p14:creationId xmlns:p14="http://schemas.microsoft.com/office/powerpoint/2010/main" val="1066293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xEl>
                                              <p:pRg st="1" end="1"/>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xEl>
                                              <p:pRg st="2" end="2"/>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xEl>
                                              <p:pRg st="3" end="3"/>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1"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childTnLst>
                </p:cTn>
              </p:par>
            </p:tnLst>
          </p:tmpl>
        </p:tmplLst>
      </p:bldP>
      <p:bldP spid="8" grpId="0" build="p">
        <p:tmplLst>
          <p:tmpl lvl="1">
            <p:tnLst>
              <p:par>
                <p:cTn presetID="1"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childTnLst>
                </p:cTn>
              </p:par>
            </p:tnLst>
          </p:tmpl>
        </p:tmplLst>
      </p:bldP>
    </p:bldLst>
  </p:timing>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Important Statement">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125980" y="1167659"/>
            <a:ext cx="7940040" cy="4522683"/>
          </a:xfrm>
        </p:spPr>
        <p:txBody>
          <a:bodyPr/>
          <a:lstStyle>
            <a:lvl1pPr>
              <a:lnSpc>
                <a:spcPct val="100000"/>
              </a:lnSpc>
              <a:defRPr sz="4400" baseline="0">
                <a:solidFill>
                  <a:schemeClr val="bg1"/>
                </a:solidFill>
              </a:defRPr>
            </a:lvl1pPr>
          </a:lstStyle>
          <a:p>
            <a:r>
              <a:rPr lang="en-US"/>
              <a:t>This is a short, important statement to bring attention to something.</a:t>
            </a:r>
          </a:p>
        </p:txBody>
      </p:sp>
    </p:spTree>
    <p:extLst>
      <p:ext uri="{BB962C8B-B14F-4D97-AF65-F5344CB8AC3E}">
        <p14:creationId xmlns:p14="http://schemas.microsoft.com/office/powerpoint/2010/main" val="58277630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Quotation-short">
    <p:spTree>
      <p:nvGrpSpPr>
        <p:cNvPr id="1" name=""/>
        <p:cNvGrpSpPr/>
        <p:nvPr/>
      </p:nvGrpSpPr>
      <p:grpSpPr>
        <a:xfrm>
          <a:off x="0" y="0"/>
          <a:ext cx="0" cy="0"/>
          <a:chOff x="0" y="0"/>
          <a:chExt cx="0" cy="0"/>
        </a:xfrm>
      </p:grpSpPr>
      <p:sp>
        <p:nvSpPr>
          <p:cNvPr id="3" name="Title 12"/>
          <p:cNvSpPr>
            <a:spLocks noGrp="1"/>
          </p:cNvSpPr>
          <p:nvPr>
            <p:ph type="title" hasCustomPrompt="1"/>
          </p:nvPr>
        </p:nvSpPr>
        <p:spPr>
          <a:xfrm>
            <a:off x="1076960" y="1055797"/>
            <a:ext cx="10038080" cy="2601804"/>
          </a:xfrm>
        </p:spPr>
        <p:txBody>
          <a:bodyPr anchor="b">
            <a:noAutofit/>
          </a:bodyPr>
          <a:lstStyle>
            <a:lvl1pPr marL="0" marR="0" indent="0" algn="l" defTabSz="781376" rtl="0" eaLnBrk="1" fontAlgn="auto" latinLnBrk="0" hangingPunct="1">
              <a:lnSpc>
                <a:spcPct val="100000"/>
              </a:lnSpc>
              <a:spcBef>
                <a:spcPct val="0"/>
              </a:spcBef>
              <a:spcAft>
                <a:spcPts val="0"/>
              </a:spcAft>
              <a:buClrTx/>
              <a:buSzTx/>
              <a:buFontTx/>
              <a:buNone/>
              <a:tabLst/>
              <a:defRPr lang="en-US" sz="4400" b="0" i="0" baseline="0" smtClean="0">
                <a:solidFill>
                  <a:schemeClr val="accent4"/>
                </a:solidFill>
                <a:effectLst/>
                <a:latin typeface="PS TT Commons Light" charset="0"/>
                <a:ea typeface="PS TT Commons Light" charset="0"/>
                <a:cs typeface="PS TT Commons Light" charset="0"/>
              </a:defRPr>
            </a:lvl1pPr>
          </a:lstStyle>
          <a:p>
            <a:r>
              <a:rPr lang="en-US"/>
              <a:t>“Insert a short quote here”</a:t>
            </a:r>
            <a:endParaRPr lang="en-US" dirty="0"/>
          </a:p>
        </p:txBody>
      </p:sp>
      <p:sp>
        <p:nvSpPr>
          <p:cNvPr id="4" name="Text Placeholder 4"/>
          <p:cNvSpPr>
            <a:spLocks noGrp="1"/>
          </p:cNvSpPr>
          <p:nvPr>
            <p:ph type="body" sz="quarter" idx="10" hasCustomPrompt="1"/>
          </p:nvPr>
        </p:nvSpPr>
        <p:spPr>
          <a:xfrm>
            <a:off x="1076960" y="3871810"/>
            <a:ext cx="10038080" cy="544405"/>
          </a:xfrm>
          <a:prstGeom prst="rect">
            <a:avLst/>
          </a:prstGeom>
        </p:spPr>
        <p:txBody>
          <a:bodyPr>
            <a:noAutofit/>
          </a:bodyPr>
          <a:lstStyle>
            <a:lvl1pPr marL="0" indent="0">
              <a:buNone/>
              <a:defRPr sz="2267" b="0" i="0" baseline="0">
                <a:latin typeface="PS TT Commons DemiBold" charset="0"/>
                <a:ea typeface="PS TT Commons DemiBold" charset="0"/>
                <a:cs typeface="PS TT Commons DemiBold" charset="0"/>
              </a:defRPr>
            </a:lvl1pPr>
          </a:lstStyle>
          <a:p>
            <a:pPr lvl="0"/>
            <a:r>
              <a:rPr lang="en-US"/>
              <a:t>Quote credit</a:t>
            </a:r>
            <a:endParaRPr lang="en-US" dirty="0"/>
          </a:p>
        </p:txBody>
      </p:sp>
    </p:spTree>
    <p:extLst>
      <p:ext uri="{BB962C8B-B14F-4D97-AF65-F5344CB8AC3E}">
        <p14:creationId xmlns:p14="http://schemas.microsoft.com/office/powerpoint/2010/main" val="321756138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Quotation-long">
    <p:spTree>
      <p:nvGrpSpPr>
        <p:cNvPr id="1" name=""/>
        <p:cNvGrpSpPr/>
        <p:nvPr/>
      </p:nvGrpSpPr>
      <p:grpSpPr>
        <a:xfrm>
          <a:off x="0" y="0"/>
          <a:ext cx="0" cy="0"/>
          <a:chOff x="0" y="0"/>
          <a:chExt cx="0" cy="0"/>
        </a:xfrm>
      </p:grpSpPr>
      <p:sp>
        <p:nvSpPr>
          <p:cNvPr id="3" name="Title 12"/>
          <p:cNvSpPr>
            <a:spLocks noGrp="1"/>
          </p:cNvSpPr>
          <p:nvPr>
            <p:ph type="title" hasCustomPrompt="1"/>
          </p:nvPr>
        </p:nvSpPr>
        <p:spPr>
          <a:xfrm>
            <a:off x="1076960" y="1042250"/>
            <a:ext cx="10038080" cy="3401057"/>
          </a:xfrm>
        </p:spPr>
        <p:txBody>
          <a:bodyPr anchor="b">
            <a:noAutofit/>
          </a:bodyPr>
          <a:lstStyle>
            <a:lvl1pPr marL="0" marR="0" indent="0" algn="l" defTabSz="781376" rtl="0" eaLnBrk="1" fontAlgn="auto" latinLnBrk="0" hangingPunct="1">
              <a:lnSpc>
                <a:spcPct val="100000"/>
              </a:lnSpc>
              <a:spcBef>
                <a:spcPct val="0"/>
              </a:spcBef>
              <a:spcAft>
                <a:spcPts val="0"/>
              </a:spcAft>
              <a:buClrTx/>
              <a:buSzTx/>
              <a:buFontTx/>
              <a:buNone/>
              <a:tabLst/>
              <a:defRPr lang="en-US" sz="4400" b="0" i="0" baseline="0" smtClean="0">
                <a:solidFill>
                  <a:schemeClr val="accent6"/>
                </a:solidFill>
                <a:effectLst/>
                <a:latin typeface="+mj-lt"/>
                <a:ea typeface="PS TT Commons Light" charset="0"/>
                <a:cs typeface="PS TT Commons Light" charset="0"/>
              </a:defRPr>
            </a:lvl1pPr>
          </a:lstStyle>
          <a:p>
            <a:r>
              <a:rPr lang="en-US"/>
              <a:t>“Insert a longer quote here”</a:t>
            </a:r>
            <a:endParaRPr lang="en-US" dirty="0"/>
          </a:p>
        </p:txBody>
      </p:sp>
      <p:sp>
        <p:nvSpPr>
          <p:cNvPr id="4" name="Text Placeholder 4"/>
          <p:cNvSpPr>
            <a:spLocks noGrp="1"/>
          </p:cNvSpPr>
          <p:nvPr>
            <p:ph type="body" sz="quarter" idx="10" hasCustomPrompt="1"/>
          </p:nvPr>
        </p:nvSpPr>
        <p:spPr>
          <a:xfrm>
            <a:off x="1076960" y="4616876"/>
            <a:ext cx="10038080" cy="544405"/>
          </a:xfrm>
          <a:prstGeom prst="rect">
            <a:avLst/>
          </a:prstGeom>
        </p:spPr>
        <p:txBody>
          <a:bodyPr>
            <a:noAutofit/>
          </a:bodyPr>
          <a:lstStyle>
            <a:lvl1pPr marL="0" indent="0">
              <a:buNone/>
              <a:defRPr sz="2267" b="0" i="0" baseline="0">
                <a:latin typeface="PS TT Commons DemiBold" charset="0"/>
                <a:ea typeface="PS TT Commons DemiBold" charset="0"/>
                <a:cs typeface="PS TT Commons DemiBold" charset="0"/>
              </a:defRPr>
            </a:lvl1pPr>
          </a:lstStyle>
          <a:p>
            <a:pPr lvl="0"/>
            <a:r>
              <a:rPr lang="en-US"/>
              <a:t>Quote credit</a:t>
            </a:r>
            <a:endParaRPr lang="en-US" dirty="0"/>
          </a:p>
        </p:txBody>
      </p:sp>
    </p:spTree>
    <p:extLst>
      <p:ext uri="{BB962C8B-B14F-4D97-AF65-F5344CB8AC3E}">
        <p14:creationId xmlns:p14="http://schemas.microsoft.com/office/powerpoint/2010/main" val="169549899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Definition">
    <p:spTree>
      <p:nvGrpSpPr>
        <p:cNvPr id="1" name=""/>
        <p:cNvGrpSpPr/>
        <p:nvPr/>
      </p:nvGrpSpPr>
      <p:grpSpPr>
        <a:xfrm>
          <a:off x="0" y="0"/>
          <a:ext cx="0" cy="0"/>
          <a:chOff x="0" y="0"/>
          <a:chExt cx="0" cy="0"/>
        </a:xfrm>
      </p:grpSpPr>
      <p:sp>
        <p:nvSpPr>
          <p:cNvPr id="3" name="Title 12"/>
          <p:cNvSpPr>
            <a:spLocks noGrp="1"/>
          </p:cNvSpPr>
          <p:nvPr>
            <p:ph type="title" hasCustomPrompt="1"/>
          </p:nvPr>
        </p:nvSpPr>
        <p:spPr>
          <a:xfrm>
            <a:off x="1076960" y="1923627"/>
            <a:ext cx="10038080" cy="785707"/>
          </a:xfrm>
        </p:spPr>
        <p:txBody>
          <a:bodyPr anchor="b">
            <a:noAutofit/>
          </a:bodyPr>
          <a:lstStyle>
            <a:lvl1pPr marL="0" marR="0" indent="0" algn="l" defTabSz="781376" rtl="0" eaLnBrk="1" fontAlgn="auto" latinLnBrk="0" hangingPunct="1">
              <a:lnSpc>
                <a:spcPct val="100000"/>
              </a:lnSpc>
              <a:spcBef>
                <a:spcPct val="0"/>
              </a:spcBef>
              <a:spcAft>
                <a:spcPts val="0"/>
              </a:spcAft>
              <a:buClrTx/>
              <a:buSzTx/>
              <a:buFontTx/>
              <a:buNone/>
              <a:tabLst/>
              <a:defRPr lang="en-US" sz="4400" b="0" i="0" baseline="0" smtClean="0">
                <a:solidFill>
                  <a:schemeClr val="accent4"/>
                </a:solidFill>
                <a:effectLst/>
                <a:latin typeface="+mj-lt"/>
                <a:ea typeface="PS TT Commons Light" charset="0"/>
                <a:cs typeface="PS TT Commons Light" charset="0"/>
              </a:defRPr>
            </a:lvl1pPr>
          </a:lstStyle>
          <a:p>
            <a:r>
              <a:rPr lang="en-US"/>
              <a:t>Word to define</a:t>
            </a:r>
            <a:endParaRPr lang="en-US" dirty="0"/>
          </a:p>
        </p:txBody>
      </p:sp>
      <p:sp>
        <p:nvSpPr>
          <p:cNvPr id="4" name="Text Placeholder 4"/>
          <p:cNvSpPr>
            <a:spLocks noGrp="1"/>
          </p:cNvSpPr>
          <p:nvPr>
            <p:ph type="body" sz="quarter" idx="10" hasCustomPrompt="1"/>
          </p:nvPr>
        </p:nvSpPr>
        <p:spPr>
          <a:xfrm>
            <a:off x="1076960" y="2896449"/>
            <a:ext cx="10038080" cy="2630591"/>
          </a:xfrm>
          <a:prstGeom prst="rect">
            <a:avLst/>
          </a:prstGeom>
        </p:spPr>
        <p:txBody>
          <a:bodyPr>
            <a:noAutofit/>
          </a:bodyPr>
          <a:lstStyle>
            <a:lvl1pPr marL="0" indent="0">
              <a:buNone/>
              <a:defRPr sz="2267" b="0" i="0" spc="0" baseline="0">
                <a:latin typeface="+mn-lt"/>
                <a:ea typeface="PS TT Commons" charset="0"/>
                <a:cs typeface="PS TT Commons" charset="0"/>
              </a:defRPr>
            </a:lvl1pPr>
          </a:lstStyle>
          <a:p>
            <a:pPr lvl="0"/>
            <a:r>
              <a:rPr lang="en-US"/>
              <a:t>Add definition here</a:t>
            </a:r>
            <a:endParaRPr lang="en-US" dirty="0"/>
          </a:p>
        </p:txBody>
      </p:sp>
      <p:sp>
        <p:nvSpPr>
          <p:cNvPr id="8" name="Text Placeholder 7"/>
          <p:cNvSpPr>
            <a:spLocks noGrp="1"/>
          </p:cNvSpPr>
          <p:nvPr>
            <p:ph type="body" sz="quarter" idx="12" hasCustomPrompt="1"/>
          </p:nvPr>
        </p:nvSpPr>
        <p:spPr>
          <a:xfrm>
            <a:off x="1077384" y="6280224"/>
            <a:ext cx="10037657" cy="425450"/>
          </a:xfrm>
          <a:prstGeom prst="rect">
            <a:avLst/>
          </a:prstGeom>
        </p:spPr>
        <p:txBody>
          <a:bodyPr anchor="ctr">
            <a:noAutofit/>
          </a:bodyPr>
          <a:lstStyle>
            <a:lvl1pPr>
              <a:defRPr sz="1600" b="0" i="0" baseline="0">
                <a:latin typeface="PS TT Commons Medium" charset="0"/>
                <a:ea typeface="PS TT Commons Medium" charset="0"/>
                <a:cs typeface="PS TT Commons Medium" charset="0"/>
              </a:defRPr>
            </a:lvl1pPr>
          </a:lstStyle>
          <a:p>
            <a:pPr lvl="0"/>
            <a:r>
              <a:rPr lang="en-US"/>
              <a:t>Citation: Author/Source, Title, Link/Short Url</a:t>
            </a:r>
          </a:p>
        </p:txBody>
      </p:sp>
    </p:spTree>
    <p:extLst>
      <p:ext uri="{BB962C8B-B14F-4D97-AF65-F5344CB8AC3E}">
        <p14:creationId xmlns:p14="http://schemas.microsoft.com/office/powerpoint/2010/main" val="394794336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More information">
    <p:spTree>
      <p:nvGrpSpPr>
        <p:cNvPr id="1" name=""/>
        <p:cNvGrpSpPr/>
        <p:nvPr/>
      </p:nvGrpSpPr>
      <p:grpSpPr>
        <a:xfrm>
          <a:off x="0" y="0"/>
          <a:ext cx="0" cy="0"/>
          <a:chOff x="0" y="0"/>
          <a:chExt cx="0" cy="0"/>
        </a:xfrm>
      </p:grpSpPr>
      <p:sp>
        <p:nvSpPr>
          <p:cNvPr id="9" name="Rectangle 8"/>
          <p:cNvSpPr/>
          <p:nvPr userDrawn="1"/>
        </p:nvSpPr>
        <p:spPr>
          <a:xfrm>
            <a:off x="0" y="0"/>
            <a:ext cx="257175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1" name="Rectangle 10"/>
          <p:cNvSpPr/>
          <p:nvPr userDrawn="1"/>
        </p:nvSpPr>
        <p:spPr>
          <a:xfrm>
            <a:off x="1543050" y="2542395"/>
            <a:ext cx="2286000" cy="1917059"/>
          </a:xfrm>
          <a:prstGeom prst="rect">
            <a:avLst/>
          </a:prstGeom>
          <a:solidFill>
            <a:schemeClr val="bg1"/>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 name="Title 1"/>
          <p:cNvSpPr>
            <a:spLocks noGrp="1"/>
          </p:cNvSpPr>
          <p:nvPr>
            <p:ph type="title" hasCustomPrompt="1"/>
          </p:nvPr>
        </p:nvSpPr>
        <p:spPr>
          <a:xfrm>
            <a:off x="4366118" y="2542395"/>
            <a:ext cx="6110497" cy="690865"/>
          </a:xfrm>
        </p:spPr>
        <p:txBody>
          <a:bodyPr anchor="b">
            <a:noAutofit/>
          </a:bodyPr>
          <a:lstStyle>
            <a:lvl1pPr algn="l">
              <a:defRPr sz="3067" baseline="0">
                <a:solidFill>
                  <a:schemeClr val="tx2"/>
                </a:solidFill>
                <a:latin typeface="+mn-lt"/>
              </a:defRPr>
            </a:lvl1pPr>
          </a:lstStyle>
          <a:p>
            <a:r>
              <a:rPr lang="en-US"/>
              <a:t>Place Title Here</a:t>
            </a:r>
          </a:p>
        </p:txBody>
      </p:sp>
      <p:sp>
        <p:nvSpPr>
          <p:cNvPr id="4" name="Text Placeholder 16"/>
          <p:cNvSpPr>
            <a:spLocks noGrp="1"/>
          </p:cNvSpPr>
          <p:nvPr>
            <p:ph type="body" sz="quarter" idx="12" hasCustomPrompt="1"/>
          </p:nvPr>
        </p:nvSpPr>
        <p:spPr>
          <a:xfrm>
            <a:off x="4366116" y="3338005"/>
            <a:ext cx="4911635" cy="635704"/>
          </a:xfrm>
          <a:prstGeom prst="rect">
            <a:avLst/>
          </a:prstGeom>
        </p:spPr>
        <p:txBody>
          <a:bodyPr lIns="0" tIns="45720" rIns="91440" bIns="91440" anchor="b" anchorCtr="0">
            <a:noAutofit/>
          </a:bodyPr>
          <a:lstStyle>
            <a:lvl1pPr>
              <a:defRPr sz="2400" b="0" i="0" spc="0" baseline="0">
                <a:solidFill>
                  <a:schemeClr val="accent1"/>
                </a:solidFill>
                <a:latin typeface="+mn-lt"/>
                <a:ea typeface="PS TT Commons Medium" charset="0"/>
                <a:cs typeface="PS TT Commons Medium" charset="0"/>
              </a:defRPr>
            </a:lvl1pPr>
          </a:lstStyle>
          <a:p>
            <a:pPr lvl="0"/>
            <a:r>
              <a:rPr lang="en-US"/>
              <a:t>Title of Pluralsight Course</a:t>
            </a:r>
          </a:p>
        </p:txBody>
      </p:sp>
      <p:sp>
        <p:nvSpPr>
          <p:cNvPr id="5" name="Text Placeholder 18"/>
          <p:cNvSpPr>
            <a:spLocks noGrp="1"/>
          </p:cNvSpPr>
          <p:nvPr>
            <p:ph type="body" sz="quarter" idx="13" hasCustomPrompt="1"/>
          </p:nvPr>
        </p:nvSpPr>
        <p:spPr>
          <a:xfrm>
            <a:off x="4366117" y="3984556"/>
            <a:ext cx="4911633" cy="474897"/>
          </a:xfrm>
          <a:prstGeom prst="rect">
            <a:avLst/>
          </a:prstGeom>
        </p:spPr>
        <p:txBody>
          <a:bodyPr lIns="0" tIns="45720" bIns="91440" anchor="ctr">
            <a:noAutofit/>
          </a:bodyPr>
          <a:lstStyle>
            <a:lvl1pPr>
              <a:defRPr sz="2133" b="0" i="0" spc="0" baseline="0">
                <a:latin typeface="PS TT Commons" charset="0"/>
                <a:ea typeface="PS TT Commons" charset="0"/>
                <a:cs typeface="PS TT Commons" charset="0"/>
              </a:defRPr>
            </a:lvl1pPr>
          </a:lstStyle>
          <a:p>
            <a:pPr lvl="0"/>
            <a:r>
              <a:rPr lang="en-US"/>
              <a:t>Author Name</a:t>
            </a:r>
          </a:p>
        </p:txBody>
      </p:sp>
      <p:pic>
        <p:nvPicPr>
          <p:cNvPr id="1026" name="Picture 2"/>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2080118" y="3017292"/>
            <a:ext cx="1256331" cy="9672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111732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References-4 Items">
    <p:spTree>
      <p:nvGrpSpPr>
        <p:cNvPr id="1" name=""/>
        <p:cNvGrpSpPr/>
        <p:nvPr/>
      </p:nvGrpSpPr>
      <p:grpSpPr>
        <a:xfrm>
          <a:off x="0" y="0"/>
          <a:ext cx="0" cy="0"/>
          <a:chOff x="0" y="0"/>
          <a:chExt cx="0" cy="0"/>
        </a:xfrm>
      </p:grpSpPr>
      <p:sp>
        <p:nvSpPr>
          <p:cNvPr id="10" name="Rectangle 9"/>
          <p:cNvSpPr/>
          <p:nvPr userDrawn="1"/>
        </p:nvSpPr>
        <p:spPr>
          <a:xfrm>
            <a:off x="1" y="0"/>
            <a:ext cx="12191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 name="Title 1"/>
          <p:cNvSpPr>
            <a:spLocks noGrp="1"/>
          </p:cNvSpPr>
          <p:nvPr>
            <p:ph type="title" hasCustomPrompt="1"/>
          </p:nvPr>
        </p:nvSpPr>
        <p:spPr>
          <a:xfrm>
            <a:off x="2166557" y="570865"/>
            <a:ext cx="9187243" cy="543832"/>
          </a:xfrm>
        </p:spPr>
        <p:txBody>
          <a:bodyPr/>
          <a:lstStyle>
            <a:lvl1pPr algn="l">
              <a:defRPr baseline="0"/>
            </a:lvl1pPr>
          </a:lstStyle>
          <a:p>
            <a:r>
              <a:rPr lang="en-US"/>
              <a:t>Resources Referenced in This Course</a:t>
            </a:r>
          </a:p>
        </p:txBody>
      </p:sp>
      <p:sp>
        <p:nvSpPr>
          <p:cNvPr id="3" name="Text Placeholder 3"/>
          <p:cNvSpPr>
            <a:spLocks noGrp="1"/>
          </p:cNvSpPr>
          <p:nvPr>
            <p:ph type="body" sz="quarter" idx="15" hasCustomPrompt="1"/>
          </p:nvPr>
        </p:nvSpPr>
        <p:spPr>
          <a:xfrm>
            <a:off x="2166557" y="1430124"/>
            <a:ext cx="9187243" cy="1085371"/>
          </a:xfrm>
          <a:prstGeom prst="rect">
            <a:avLst/>
          </a:prstGeom>
        </p:spPr>
        <p:txBody>
          <a:bodyPr lIns="182880" tIns="0" rIns="182880" bIns="0" anchor="ctr">
            <a:noAutofit/>
          </a:bodyPr>
          <a:lstStyle>
            <a:lvl1pPr marL="0" indent="0" algn="l">
              <a:buNone/>
              <a:defRPr sz="2133" b="0" i="0">
                <a:latin typeface="+mn-lt"/>
                <a:ea typeface="PS TT Commons Medium" charset="0"/>
                <a:cs typeface="PS TT Commons Medium" charset="0"/>
              </a:defRPr>
            </a:lvl1pPr>
          </a:lstStyle>
          <a:p>
            <a:pPr lvl="0"/>
            <a:r>
              <a:rPr lang="en-US" dirty="0"/>
              <a:t>Add text here</a:t>
            </a:r>
          </a:p>
        </p:txBody>
      </p:sp>
      <p:sp>
        <p:nvSpPr>
          <p:cNvPr id="4" name="Text Placeholder 3"/>
          <p:cNvSpPr>
            <a:spLocks noGrp="1"/>
          </p:cNvSpPr>
          <p:nvPr>
            <p:ph type="body" sz="quarter" idx="17" hasCustomPrompt="1"/>
          </p:nvPr>
        </p:nvSpPr>
        <p:spPr>
          <a:xfrm>
            <a:off x="2166557" y="2740785"/>
            <a:ext cx="9187243" cy="1085371"/>
          </a:xfrm>
          <a:prstGeom prst="rect">
            <a:avLst/>
          </a:prstGeom>
        </p:spPr>
        <p:txBody>
          <a:bodyPr lIns="182880" tIns="0" rIns="182880" bIns="0" anchor="ctr">
            <a:noAutofit/>
          </a:bodyPr>
          <a:lstStyle>
            <a:lvl1pPr marL="0" indent="0" algn="l">
              <a:buNone/>
              <a:defRPr sz="2133" b="0" i="0">
                <a:latin typeface="+mn-lt"/>
                <a:ea typeface="PS TT Commons Medium" charset="0"/>
                <a:cs typeface="PS TT Commons Medium" charset="0"/>
              </a:defRPr>
            </a:lvl1pPr>
          </a:lstStyle>
          <a:p>
            <a:pPr lvl="0"/>
            <a:r>
              <a:rPr lang="en-US" dirty="0"/>
              <a:t>Add text here</a:t>
            </a:r>
          </a:p>
        </p:txBody>
      </p:sp>
      <p:sp>
        <p:nvSpPr>
          <p:cNvPr id="5" name="Text Placeholder 3"/>
          <p:cNvSpPr>
            <a:spLocks noGrp="1"/>
          </p:cNvSpPr>
          <p:nvPr>
            <p:ph type="body" sz="quarter" idx="19" hasCustomPrompt="1"/>
          </p:nvPr>
        </p:nvSpPr>
        <p:spPr>
          <a:xfrm>
            <a:off x="2166557" y="4053525"/>
            <a:ext cx="9187243" cy="1085371"/>
          </a:xfrm>
          <a:prstGeom prst="rect">
            <a:avLst/>
          </a:prstGeom>
        </p:spPr>
        <p:txBody>
          <a:bodyPr lIns="182880" tIns="0" rIns="182880" bIns="0" anchor="ctr">
            <a:noAutofit/>
          </a:bodyPr>
          <a:lstStyle>
            <a:lvl1pPr marL="0" indent="0" algn="l">
              <a:buNone/>
              <a:defRPr sz="2133" b="0" i="0">
                <a:latin typeface="+mn-lt"/>
                <a:ea typeface="PS TT Commons Medium" charset="0"/>
                <a:cs typeface="PS TT Commons Medium" charset="0"/>
              </a:defRPr>
            </a:lvl1pPr>
          </a:lstStyle>
          <a:p>
            <a:pPr lvl="0"/>
            <a:r>
              <a:rPr lang="en-US" dirty="0"/>
              <a:t>Add text here</a:t>
            </a:r>
          </a:p>
        </p:txBody>
      </p:sp>
      <p:sp>
        <p:nvSpPr>
          <p:cNvPr id="6" name="Text Placeholder 3"/>
          <p:cNvSpPr>
            <a:spLocks noGrp="1"/>
          </p:cNvSpPr>
          <p:nvPr>
            <p:ph type="body" sz="quarter" idx="21" hasCustomPrompt="1"/>
          </p:nvPr>
        </p:nvSpPr>
        <p:spPr>
          <a:xfrm>
            <a:off x="2166557" y="5366264"/>
            <a:ext cx="9187243" cy="1085371"/>
          </a:xfrm>
          <a:prstGeom prst="rect">
            <a:avLst/>
          </a:prstGeom>
        </p:spPr>
        <p:txBody>
          <a:bodyPr lIns="182880" tIns="0" rIns="182880" bIns="0" anchor="ctr">
            <a:noAutofit/>
          </a:bodyPr>
          <a:lstStyle>
            <a:lvl1pPr marL="0" indent="0" algn="l">
              <a:buNone/>
              <a:defRPr sz="2133" b="0" i="0">
                <a:latin typeface="+mn-lt"/>
                <a:ea typeface="PS TT Commons Medium" charset="0"/>
                <a:cs typeface="PS TT Commons Medium" charset="0"/>
              </a:defRPr>
            </a:lvl1pPr>
          </a:lstStyle>
          <a:p>
            <a:pPr lvl="0"/>
            <a:r>
              <a:rPr lang="en-US" dirty="0"/>
              <a:t>Add text here</a:t>
            </a:r>
          </a:p>
        </p:txBody>
      </p:sp>
      <p:sp>
        <p:nvSpPr>
          <p:cNvPr id="11" name="Rectangle 10"/>
          <p:cNvSpPr/>
          <p:nvPr userDrawn="1"/>
        </p:nvSpPr>
        <p:spPr>
          <a:xfrm>
            <a:off x="700970" y="1430124"/>
            <a:ext cx="1285875" cy="1085371"/>
          </a:xfrm>
          <a:prstGeom prst="rect">
            <a:avLst/>
          </a:prstGeom>
          <a:solidFill>
            <a:schemeClr val="bg1"/>
          </a:solid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2" name="Rectangle 11"/>
          <p:cNvSpPr/>
          <p:nvPr userDrawn="1"/>
        </p:nvSpPr>
        <p:spPr>
          <a:xfrm>
            <a:off x="700970" y="2740785"/>
            <a:ext cx="1285875" cy="1085371"/>
          </a:xfrm>
          <a:prstGeom prst="rect">
            <a:avLst/>
          </a:prstGeom>
          <a:solidFill>
            <a:schemeClr val="bg1"/>
          </a:solid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3" name="Rectangle 12"/>
          <p:cNvSpPr/>
          <p:nvPr userDrawn="1"/>
        </p:nvSpPr>
        <p:spPr>
          <a:xfrm>
            <a:off x="700970" y="4051447"/>
            <a:ext cx="1285875" cy="1085371"/>
          </a:xfrm>
          <a:prstGeom prst="rect">
            <a:avLst/>
          </a:prstGeom>
          <a:solidFill>
            <a:schemeClr val="bg1"/>
          </a:solid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4" name="Rectangle 13"/>
          <p:cNvSpPr/>
          <p:nvPr userDrawn="1"/>
        </p:nvSpPr>
        <p:spPr>
          <a:xfrm>
            <a:off x="700970" y="5362108"/>
            <a:ext cx="1285875" cy="1085371"/>
          </a:xfrm>
          <a:prstGeom prst="rect">
            <a:avLst/>
          </a:prstGeom>
          <a:solidFill>
            <a:schemeClr val="bg1"/>
          </a:solid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8" name="Picture Placeholder 7"/>
          <p:cNvSpPr>
            <a:spLocks noGrp="1"/>
          </p:cNvSpPr>
          <p:nvPr>
            <p:ph type="pic" sz="quarter" idx="22" hasCustomPrompt="1"/>
          </p:nvPr>
        </p:nvSpPr>
        <p:spPr>
          <a:xfrm>
            <a:off x="773968" y="1514012"/>
            <a:ext cx="1139881" cy="917595"/>
          </a:xfrm>
        </p:spPr>
        <p:txBody>
          <a:bodyPr anchor="ctr"/>
          <a:lstStyle>
            <a:lvl1pPr algn="ctr">
              <a:defRPr sz="1333"/>
            </a:lvl1pPr>
          </a:lstStyle>
          <a:p>
            <a:r>
              <a:rPr lang="en-US"/>
              <a:t>Insert Icon Here</a:t>
            </a:r>
          </a:p>
        </p:txBody>
      </p:sp>
      <p:sp>
        <p:nvSpPr>
          <p:cNvPr id="15" name="Picture Placeholder 7"/>
          <p:cNvSpPr>
            <a:spLocks noGrp="1"/>
          </p:cNvSpPr>
          <p:nvPr>
            <p:ph type="pic" sz="quarter" idx="23" hasCustomPrompt="1"/>
          </p:nvPr>
        </p:nvSpPr>
        <p:spPr>
          <a:xfrm>
            <a:off x="773968" y="2824673"/>
            <a:ext cx="1139881" cy="917595"/>
          </a:xfrm>
        </p:spPr>
        <p:txBody>
          <a:bodyPr anchor="ctr"/>
          <a:lstStyle>
            <a:lvl1pPr algn="ctr">
              <a:defRPr sz="1333"/>
            </a:lvl1pPr>
          </a:lstStyle>
          <a:p>
            <a:r>
              <a:rPr lang="en-US"/>
              <a:t>Insert Icon Here</a:t>
            </a:r>
          </a:p>
        </p:txBody>
      </p:sp>
      <p:sp>
        <p:nvSpPr>
          <p:cNvPr id="16" name="Picture Placeholder 7"/>
          <p:cNvSpPr>
            <a:spLocks noGrp="1"/>
          </p:cNvSpPr>
          <p:nvPr>
            <p:ph type="pic" sz="quarter" idx="24" hasCustomPrompt="1"/>
          </p:nvPr>
        </p:nvSpPr>
        <p:spPr>
          <a:xfrm>
            <a:off x="773968" y="4135335"/>
            <a:ext cx="1139881" cy="917595"/>
          </a:xfrm>
        </p:spPr>
        <p:txBody>
          <a:bodyPr anchor="ctr"/>
          <a:lstStyle>
            <a:lvl1pPr algn="ctr">
              <a:defRPr sz="1333"/>
            </a:lvl1pPr>
          </a:lstStyle>
          <a:p>
            <a:r>
              <a:rPr lang="en-US"/>
              <a:t>Insert Icon Here</a:t>
            </a:r>
          </a:p>
        </p:txBody>
      </p:sp>
      <p:sp>
        <p:nvSpPr>
          <p:cNvPr id="17" name="Picture Placeholder 7"/>
          <p:cNvSpPr>
            <a:spLocks noGrp="1"/>
          </p:cNvSpPr>
          <p:nvPr>
            <p:ph type="pic" sz="quarter" idx="25" hasCustomPrompt="1"/>
          </p:nvPr>
        </p:nvSpPr>
        <p:spPr>
          <a:xfrm>
            <a:off x="773968" y="5445996"/>
            <a:ext cx="1139881" cy="917595"/>
          </a:xfrm>
        </p:spPr>
        <p:txBody>
          <a:bodyPr anchor="ctr"/>
          <a:lstStyle>
            <a:lvl1pPr algn="ctr">
              <a:defRPr sz="1333"/>
            </a:lvl1pPr>
          </a:lstStyle>
          <a:p>
            <a:r>
              <a:rPr lang="en-US"/>
              <a:t>Insert Icon Here</a:t>
            </a:r>
          </a:p>
        </p:txBody>
      </p:sp>
    </p:spTree>
    <p:extLst>
      <p:ext uri="{BB962C8B-B14F-4D97-AF65-F5344CB8AC3E}">
        <p14:creationId xmlns:p14="http://schemas.microsoft.com/office/powerpoint/2010/main" val="279707652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References-3 Items">
    <p:spTree>
      <p:nvGrpSpPr>
        <p:cNvPr id="1" name=""/>
        <p:cNvGrpSpPr/>
        <p:nvPr/>
      </p:nvGrpSpPr>
      <p:grpSpPr>
        <a:xfrm>
          <a:off x="0" y="0"/>
          <a:ext cx="0" cy="0"/>
          <a:chOff x="0" y="0"/>
          <a:chExt cx="0" cy="0"/>
        </a:xfrm>
      </p:grpSpPr>
      <p:sp>
        <p:nvSpPr>
          <p:cNvPr id="10" name="Rectangle 9"/>
          <p:cNvSpPr/>
          <p:nvPr userDrawn="1"/>
        </p:nvSpPr>
        <p:spPr>
          <a:xfrm>
            <a:off x="1" y="0"/>
            <a:ext cx="12191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 name="Title 1"/>
          <p:cNvSpPr>
            <a:spLocks noGrp="1"/>
          </p:cNvSpPr>
          <p:nvPr>
            <p:ph type="title" hasCustomPrompt="1"/>
          </p:nvPr>
        </p:nvSpPr>
        <p:spPr>
          <a:xfrm>
            <a:off x="2166557" y="570865"/>
            <a:ext cx="9187243" cy="543832"/>
          </a:xfrm>
        </p:spPr>
        <p:txBody>
          <a:bodyPr/>
          <a:lstStyle>
            <a:lvl1pPr algn="l">
              <a:defRPr baseline="0"/>
            </a:lvl1pPr>
          </a:lstStyle>
          <a:p>
            <a:r>
              <a:rPr lang="en-US"/>
              <a:t>Resources Referenced in This Course</a:t>
            </a:r>
          </a:p>
        </p:txBody>
      </p:sp>
      <p:sp>
        <p:nvSpPr>
          <p:cNvPr id="3" name="Text Placeholder 3"/>
          <p:cNvSpPr>
            <a:spLocks noGrp="1"/>
          </p:cNvSpPr>
          <p:nvPr>
            <p:ph type="body" sz="quarter" idx="15" hasCustomPrompt="1"/>
          </p:nvPr>
        </p:nvSpPr>
        <p:spPr>
          <a:xfrm>
            <a:off x="2166557" y="1940487"/>
            <a:ext cx="9187243" cy="1085371"/>
          </a:xfrm>
          <a:prstGeom prst="rect">
            <a:avLst/>
          </a:prstGeom>
        </p:spPr>
        <p:txBody>
          <a:bodyPr lIns="182880" tIns="0" rIns="182880" bIns="0" anchor="ctr">
            <a:noAutofit/>
          </a:bodyPr>
          <a:lstStyle>
            <a:lvl1pPr marL="0" indent="0" algn="l">
              <a:buNone/>
              <a:defRPr sz="2133" b="0" i="0">
                <a:latin typeface="+mn-lt"/>
                <a:ea typeface="PS TT Commons Medium" charset="0"/>
                <a:cs typeface="PS TT Commons Medium" charset="0"/>
              </a:defRPr>
            </a:lvl1pPr>
          </a:lstStyle>
          <a:p>
            <a:pPr lvl="0"/>
            <a:r>
              <a:rPr lang="en-US" dirty="0"/>
              <a:t>Add text here</a:t>
            </a:r>
          </a:p>
        </p:txBody>
      </p:sp>
      <p:sp>
        <p:nvSpPr>
          <p:cNvPr id="4" name="Text Placeholder 3"/>
          <p:cNvSpPr>
            <a:spLocks noGrp="1"/>
          </p:cNvSpPr>
          <p:nvPr>
            <p:ph type="body" sz="quarter" idx="17" hasCustomPrompt="1"/>
          </p:nvPr>
        </p:nvSpPr>
        <p:spPr>
          <a:xfrm>
            <a:off x="2166557" y="3251148"/>
            <a:ext cx="9187243" cy="1085371"/>
          </a:xfrm>
          <a:prstGeom prst="rect">
            <a:avLst/>
          </a:prstGeom>
        </p:spPr>
        <p:txBody>
          <a:bodyPr lIns="182880" tIns="0" rIns="182880" bIns="0" anchor="ctr">
            <a:noAutofit/>
          </a:bodyPr>
          <a:lstStyle>
            <a:lvl1pPr marL="0" indent="0" algn="l">
              <a:buNone/>
              <a:defRPr sz="2133" b="0" i="0">
                <a:latin typeface="+mn-lt"/>
                <a:ea typeface="PS TT Commons Medium" charset="0"/>
                <a:cs typeface="PS TT Commons Medium" charset="0"/>
              </a:defRPr>
            </a:lvl1pPr>
          </a:lstStyle>
          <a:p>
            <a:pPr lvl="0"/>
            <a:r>
              <a:rPr lang="en-US" dirty="0"/>
              <a:t>Add text here</a:t>
            </a:r>
          </a:p>
        </p:txBody>
      </p:sp>
      <p:sp>
        <p:nvSpPr>
          <p:cNvPr id="5" name="Text Placeholder 3"/>
          <p:cNvSpPr>
            <a:spLocks noGrp="1"/>
          </p:cNvSpPr>
          <p:nvPr>
            <p:ph type="body" sz="quarter" idx="19" hasCustomPrompt="1"/>
          </p:nvPr>
        </p:nvSpPr>
        <p:spPr>
          <a:xfrm>
            <a:off x="2166557" y="4563888"/>
            <a:ext cx="9187243" cy="1085371"/>
          </a:xfrm>
          <a:prstGeom prst="rect">
            <a:avLst/>
          </a:prstGeom>
        </p:spPr>
        <p:txBody>
          <a:bodyPr lIns="182880" tIns="0" rIns="182880" bIns="0" anchor="ctr">
            <a:noAutofit/>
          </a:bodyPr>
          <a:lstStyle>
            <a:lvl1pPr marL="0" indent="0" algn="l">
              <a:buNone/>
              <a:defRPr sz="2133" b="0" i="0">
                <a:latin typeface="+mn-lt"/>
                <a:ea typeface="PS TT Commons Medium" charset="0"/>
                <a:cs typeface="PS TT Commons Medium" charset="0"/>
              </a:defRPr>
            </a:lvl1pPr>
          </a:lstStyle>
          <a:p>
            <a:pPr lvl="0"/>
            <a:r>
              <a:rPr lang="en-US" dirty="0"/>
              <a:t>Add text here</a:t>
            </a:r>
          </a:p>
        </p:txBody>
      </p:sp>
      <p:sp>
        <p:nvSpPr>
          <p:cNvPr id="11" name="Rectangle 10"/>
          <p:cNvSpPr/>
          <p:nvPr userDrawn="1"/>
        </p:nvSpPr>
        <p:spPr>
          <a:xfrm>
            <a:off x="700970" y="1940487"/>
            <a:ext cx="1285875" cy="1085371"/>
          </a:xfrm>
          <a:prstGeom prst="rect">
            <a:avLst/>
          </a:prstGeom>
          <a:solidFill>
            <a:schemeClr val="bg1"/>
          </a:solid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2" name="Rectangle 11"/>
          <p:cNvSpPr/>
          <p:nvPr userDrawn="1"/>
        </p:nvSpPr>
        <p:spPr>
          <a:xfrm>
            <a:off x="700970" y="3251148"/>
            <a:ext cx="1285875" cy="1085371"/>
          </a:xfrm>
          <a:prstGeom prst="rect">
            <a:avLst/>
          </a:prstGeom>
          <a:solidFill>
            <a:schemeClr val="bg1"/>
          </a:solid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3" name="Rectangle 12"/>
          <p:cNvSpPr/>
          <p:nvPr userDrawn="1"/>
        </p:nvSpPr>
        <p:spPr>
          <a:xfrm>
            <a:off x="700970" y="4561809"/>
            <a:ext cx="1285875" cy="1085371"/>
          </a:xfrm>
          <a:prstGeom prst="rect">
            <a:avLst/>
          </a:prstGeom>
          <a:solidFill>
            <a:schemeClr val="bg1"/>
          </a:solid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8" name="Picture Placeholder 7"/>
          <p:cNvSpPr>
            <a:spLocks noGrp="1"/>
          </p:cNvSpPr>
          <p:nvPr>
            <p:ph type="pic" sz="quarter" idx="22" hasCustomPrompt="1"/>
          </p:nvPr>
        </p:nvSpPr>
        <p:spPr>
          <a:xfrm>
            <a:off x="773968" y="2024375"/>
            <a:ext cx="1139881" cy="917595"/>
          </a:xfrm>
        </p:spPr>
        <p:txBody>
          <a:bodyPr anchor="ctr"/>
          <a:lstStyle>
            <a:lvl1pPr algn="ctr">
              <a:defRPr sz="1333"/>
            </a:lvl1pPr>
          </a:lstStyle>
          <a:p>
            <a:r>
              <a:rPr lang="en-US"/>
              <a:t>Insert Icon Here</a:t>
            </a:r>
          </a:p>
        </p:txBody>
      </p:sp>
      <p:sp>
        <p:nvSpPr>
          <p:cNvPr id="15" name="Picture Placeholder 7"/>
          <p:cNvSpPr>
            <a:spLocks noGrp="1"/>
          </p:cNvSpPr>
          <p:nvPr>
            <p:ph type="pic" sz="quarter" idx="23" hasCustomPrompt="1"/>
          </p:nvPr>
        </p:nvSpPr>
        <p:spPr>
          <a:xfrm>
            <a:off x="773968" y="3335036"/>
            <a:ext cx="1139881" cy="917595"/>
          </a:xfrm>
        </p:spPr>
        <p:txBody>
          <a:bodyPr anchor="ctr"/>
          <a:lstStyle>
            <a:lvl1pPr algn="ctr">
              <a:defRPr sz="1333"/>
            </a:lvl1pPr>
          </a:lstStyle>
          <a:p>
            <a:r>
              <a:rPr lang="en-US"/>
              <a:t>Insert Icon Here</a:t>
            </a:r>
          </a:p>
        </p:txBody>
      </p:sp>
      <p:sp>
        <p:nvSpPr>
          <p:cNvPr id="16" name="Picture Placeholder 7"/>
          <p:cNvSpPr>
            <a:spLocks noGrp="1"/>
          </p:cNvSpPr>
          <p:nvPr>
            <p:ph type="pic" sz="quarter" idx="24" hasCustomPrompt="1"/>
          </p:nvPr>
        </p:nvSpPr>
        <p:spPr>
          <a:xfrm>
            <a:off x="773968" y="4645697"/>
            <a:ext cx="1139881" cy="917595"/>
          </a:xfrm>
        </p:spPr>
        <p:txBody>
          <a:bodyPr anchor="ctr"/>
          <a:lstStyle>
            <a:lvl1pPr algn="ctr">
              <a:defRPr sz="1333"/>
            </a:lvl1pPr>
          </a:lstStyle>
          <a:p>
            <a:r>
              <a:rPr lang="en-US"/>
              <a:t>Insert Icon Here</a:t>
            </a:r>
          </a:p>
        </p:txBody>
      </p:sp>
    </p:spTree>
    <p:extLst>
      <p:ext uri="{BB962C8B-B14F-4D97-AF65-F5344CB8AC3E}">
        <p14:creationId xmlns:p14="http://schemas.microsoft.com/office/powerpoint/2010/main" val="5905516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References-3 Items">
    <p:spTree>
      <p:nvGrpSpPr>
        <p:cNvPr id="1" name=""/>
        <p:cNvGrpSpPr/>
        <p:nvPr/>
      </p:nvGrpSpPr>
      <p:grpSpPr>
        <a:xfrm>
          <a:off x="0" y="0"/>
          <a:ext cx="0" cy="0"/>
          <a:chOff x="0" y="0"/>
          <a:chExt cx="0" cy="0"/>
        </a:xfrm>
      </p:grpSpPr>
      <p:sp>
        <p:nvSpPr>
          <p:cNvPr id="10" name="Rectangle 9"/>
          <p:cNvSpPr/>
          <p:nvPr userDrawn="1"/>
        </p:nvSpPr>
        <p:spPr>
          <a:xfrm>
            <a:off x="1" y="0"/>
            <a:ext cx="12191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 name="Title 1"/>
          <p:cNvSpPr>
            <a:spLocks noGrp="1"/>
          </p:cNvSpPr>
          <p:nvPr>
            <p:ph type="title" hasCustomPrompt="1"/>
          </p:nvPr>
        </p:nvSpPr>
        <p:spPr>
          <a:xfrm>
            <a:off x="2166557" y="570865"/>
            <a:ext cx="9187243" cy="543832"/>
          </a:xfrm>
        </p:spPr>
        <p:txBody>
          <a:bodyPr/>
          <a:lstStyle>
            <a:lvl1pPr algn="l">
              <a:defRPr baseline="0"/>
            </a:lvl1pPr>
          </a:lstStyle>
          <a:p>
            <a:r>
              <a:rPr lang="en-US"/>
              <a:t>Resources Referenced in This Course</a:t>
            </a:r>
          </a:p>
        </p:txBody>
      </p:sp>
      <p:sp>
        <p:nvSpPr>
          <p:cNvPr id="3" name="Text Placeholder 3"/>
          <p:cNvSpPr>
            <a:spLocks noGrp="1"/>
          </p:cNvSpPr>
          <p:nvPr>
            <p:ph type="body" sz="quarter" idx="15" hasCustomPrompt="1"/>
          </p:nvPr>
        </p:nvSpPr>
        <p:spPr>
          <a:xfrm>
            <a:off x="2166557" y="2606794"/>
            <a:ext cx="9187243" cy="1085371"/>
          </a:xfrm>
          <a:prstGeom prst="rect">
            <a:avLst/>
          </a:prstGeom>
        </p:spPr>
        <p:txBody>
          <a:bodyPr lIns="182880" tIns="0" rIns="182880" bIns="0" anchor="ctr">
            <a:noAutofit/>
          </a:bodyPr>
          <a:lstStyle>
            <a:lvl1pPr marL="0" indent="0" algn="l">
              <a:buNone/>
              <a:defRPr sz="2133" b="0" i="0">
                <a:latin typeface="+mn-lt"/>
                <a:ea typeface="PS TT Commons Medium" charset="0"/>
                <a:cs typeface="PS TT Commons Medium" charset="0"/>
              </a:defRPr>
            </a:lvl1pPr>
          </a:lstStyle>
          <a:p>
            <a:pPr lvl="0"/>
            <a:r>
              <a:rPr lang="en-US" dirty="0"/>
              <a:t>Add text here</a:t>
            </a:r>
          </a:p>
        </p:txBody>
      </p:sp>
      <p:sp>
        <p:nvSpPr>
          <p:cNvPr id="4" name="Text Placeholder 3"/>
          <p:cNvSpPr>
            <a:spLocks noGrp="1"/>
          </p:cNvSpPr>
          <p:nvPr>
            <p:ph type="body" sz="quarter" idx="17" hasCustomPrompt="1"/>
          </p:nvPr>
        </p:nvSpPr>
        <p:spPr>
          <a:xfrm>
            <a:off x="2166557" y="3917455"/>
            <a:ext cx="9187243" cy="1085371"/>
          </a:xfrm>
          <a:prstGeom prst="rect">
            <a:avLst/>
          </a:prstGeom>
        </p:spPr>
        <p:txBody>
          <a:bodyPr lIns="182880" tIns="0" rIns="182880" bIns="0" anchor="ctr">
            <a:noAutofit/>
          </a:bodyPr>
          <a:lstStyle>
            <a:lvl1pPr marL="0" indent="0" algn="l">
              <a:buNone/>
              <a:defRPr sz="2133" b="0" i="0">
                <a:latin typeface="+mn-lt"/>
                <a:ea typeface="PS TT Commons Medium" charset="0"/>
                <a:cs typeface="PS TT Commons Medium" charset="0"/>
              </a:defRPr>
            </a:lvl1pPr>
          </a:lstStyle>
          <a:p>
            <a:pPr lvl="0"/>
            <a:r>
              <a:rPr lang="en-US" dirty="0"/>
              <a:t>Add text here</a:t>
            </a:r>
          </a:p>
        </p:txBody>
      </p:sp>
      <p:sp>
        <p:nvSpPr>
          <p:cNvPr id="11" name="Rectangle 10"/>
          <p:cNvSpPr/>
          <p:nvPr userDrawn="1"/>
        </p:nvSpPr>
        <p:spPr>
          <a:xfrm>
            <a:off x="700970" y="2606794"/>
            <a:ext cx="1285875" cy="1085371"/>
          </a:xfrm>
          <a:prstGeom prst="rect">
            <a:avLst/>
          </a:prstGeom>
          <a:solidFill>
            <a:schemeClr val="bg1"/>
          </a:solid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2" name="Rectangle 11"/>
          <p:cNvSpPr/>
          <p:nvPr userDrawn="1"/>
        </p:nvSpPr>
        <p:spPr>
          <a:xfrm>
            <a:off x="700970" y="3917455"/>
            <a:ext cx="1285875" cy="1085371"/>
          </a:xfrm>
          <a:prstGeom prst="rect">
            <a:avLst/>
          </a:prstGeom>
          <a:solidFill>
            <a:schemeClr val="bg1"/>
          </a:solid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8" name="Picture Placeholder 7"/>
          <p:cNvSpPr>
            <a:spLocks noGrp="1"/>
          </p:cNvSpPr>
          <p:nvPr>
            <p:ph type="pic" sz="quarter" idx="22" hasCustomPrompt="1"/>
          </p:nvPr>
        </p:nvSpPr>
        <p:spPr>
          <a:xfrm>
            <a:off x="773968" y="2690682"/>
            <a:ext cx="1139881" cy="917595"/>
          </a:xfrm>
        </p:spPr>
        <p:txBody>
          <a:bodyPr anchor="ctr"/>
          <a:lstStyle>
            <a:lvl1pPr algn="ctr">
              <a:defRPr sz="1333"/>
            </a:lvl1pPr>
          </a:lstStyle>
          <a:p>
            <a:r>
              <a:rPr lang="en-US"/>
              <a:t>Insert Icon Here</a:t>
            </a:r>
          </a:p>
        </p:txBody>
      </p:sp>
      <p:sp>
        <p:nvSpPr>
          <p:cNvPr id="15" name="Picture Placeholder 7"/>
          <p:cNvSpPr>
            <a:spLocks noGrp="1"/>
          </p:cNvSpPr>
          <p:nvPr>
            <p:ph type="pic" sz="quarter" idx="23" hasCustomPrompt="1"/>
          </p:nvPr>
        </p:nvSpPr>
        <p:spPr>
          <a:xfrm>
            <a:off x="773968" y="4001343"/>
            <a:ext cx="1139881" cy="917595"/>
          </a:xfrm>
        </p:spPr>
        <p:txBody>
          <a:bodyPr anchor="ctr"/>
          <a:lstStyle>
            <a:lvl1pPr algn="ctr">
              <a:defRPr sz="1333"/>
            </a:lvl1pPr>
          </a:lstStyle>
          <a:p>
            <a:r>
              <a:rPr lang="en-US"/>
              <a:t>Insert Icon Here</a:t>
            </a:r>
          </a:p>
        </p:txBody>
      </p:sp>
    </p:spTree>
    <p:extLst>
      <p:ext uri="{BB962C8B-B14F-4D97-AF65-F5344CB8AC3E}">
        <p14:creationId xmlns:p14="http://schemas.microsoft.com/office/powerpoint/2010/main" val="361843733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References-1 Item">
    <p:spTree>
      <p:nvGrpSpPr>
        <p:cNvPr id="1" name=""/>
        <p:cNvGrpSpPr/>
        <p:nvPr/>
      </p:nvGrpSpPr>
      <p:grpSpPr>
        <a:xfrm>
          <a:off x="0" y="0"/>
          <a:ext cx="0" cy="0"/>
          <a:chOff x="0" y="0"/>
          <a:chExt cx="0" cy="0"/>
        </a:xfrm>
      </p:grpSpPr>
      <p:sp>
        <p:nvSpPr>
          <p:cNvPr id="10" name="Rectangle 9"/>
          <p:cNvSpPr/>
          <p:nvPr userDrawn="1"/>
        </p:nvSpPr>
        <p:spPr>
          <a:xfrm>
            <a:off x="1" y="0"/>
            <a:ext cx="12191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 name="Title 1"/>
          <p:cNvSpPr>
            <a:spLocks noGrp="1"/>
          </p:cNvSpPr>
          <p:nvPr>
            <p:ph type="title" hasCustomPrompt="1"/>
          </p:nvPr>
        </p:nvSpPr>
        <p:spPr>
          <a:xfrm>
            <a:off x="2166557" y="570865"/>
            <a:ext cx="9187243" cy="543832"/>
          </a:xfrm>
        </p:spPr>
        <p:txBody>
          <a:bodyPr/>
          <a:lstStyle>
            <a:lvl1pPr algn="l">
              <a:defRPr baseline="0"/>
            </a:lvl1pPr>
          </a:lstStyle>
          <a:p>
            <a:r>
              <a:rPr lang="en-US"/>
              <a:t>Resources Referenced in This Course</a:t>
            </a:r>
          </a:p>
        </p:txBody>
      </p:sp>
      <p:sp>
        <p:nvSpPr>
          <p:cNvPr id="3" name="Text Placeholder 3"/>
          <p:cNvSpPr>
            <a:spLocks noGrp="1"/>
          </p:cNvSpPr>
          <p:nvPr>
            <p:ph type="body" sz="quarter" idx="15" hasCustomPrompt="1"/>
          </p:nvPr>
        </p:nvSpPr>
        <p:spPr>
          <a:xfrm>
            <a:off x="2166557" y="2606794"/>
            <a:ext cx="9187243" cy="1085371"/>
          </a:xfrm>
          <a:prstGeom prst="rect">
            <a:avLst/>
          </a:prstGeom>
        </p:spPr>
        <p:txBody>
          <a:bodyPr lIns="182880" tIns="0" rIns="182880" bIns="0" anchor="ctr">
            <a:noAutofit/>
          </a:bodyPr>
          <a:lstStyle>
            <a:lvl1pPr marL="0" indent="0" algn="l">
              <a:buNone/>
              <a:defRPr sz="2133" b="0" i="0">
                <a:latin typeface="+mn-lt"/>
                <a:ea typeface="PS TT Commons Medium" charset="0"/>
                <a:cs typeface="PS TT Commons Medium" charset="0"/>
              </a:defRPr>
            </a:lvl1pPr>
          </a:lstStyle>
          <a:p>
            <a:pPr lvl="0"/>
            <a:r>
              <a:rPr lang="en-US" dirty="0"/>
              <a:t>Add text here</a:t>
            </a:r>
          </a:p>
        </p:txBody>
      </p:sp>
      <p:sp>
        <p:nvSpPr>
          <p:cNvPr id="4" name="Text Placeholder 3"/>
          <p:cNvSpPr>
            <a:spLocks noGrp="1"/>
          </p:cNvSpPr>
          <p:nvPr>
            <p:ph type="body" sz="quarter" idx="17" hasCustomPrompt="1"/>
          </p:nvPr>
        </p:nvSpPr>
        <p:spPr>
          <a:xfrm>
            <a:off x="2166557" y="3917455"/>
            <a:ext cx="9187243" cy="1085371"/>
          </a:xfrm>
          <a:prstGeom prst="rect">
            <a:avLst/>
          </a:prstGeom>
        </p:spPr>
        <p:txBody>
          <a:bodyPr lIns="182880" tIns="0" rIns="182880" bIns="0" anchor="ctr">
            <a:noAutofit/>
          </a:bodyPr>
          <a:lstStyle>
            <a:lvl1pPr marL="0" indent="0" algn="l">
              <a:buNone/>
              <a:defRPr sz="2133" b="0" i="0">
                <a:latin typeface="+mn-lt"/>
                <a:ea typeface="PS TT Commons Medium" charset="0"/>
                <a:cs typeface="PS TT Commons Medium" charset="0"/>
              </a:defRPr>
            </a:lvl1pPr>
          </a:lstStyle>
          <a:p>
            <a:pPr lvl="0"/>
            <a:r>
              <a:rPr lang="en-US" dirty="0"/>
              <a:t>Add text here</a:t>
            </a:r>
          </a:p>
        </p:txBody>
      </p:sp>
      <p:sp>
        <p:nvSpPr>
          <p:cNvPr id="11" name="Rectangle 10"/>
          <p:cNvSpPr/>
          <p:nvPr userDrawn="1"/>
        </p:nvSpPr>
        <p:spPr>
          <a:xfrm>
            <a:off x="700970" y="2606794"/>
            <a:ext cx="1285875" cy="1085371"/>
          </a:xfrm>
          <a:prstGeom prst="rect">
            <a:avLst/>
          </a:prstGeom>
          <a:solidFill>
            <a:schemeClr val="bg1"/>
          </a:solid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2" name="Rectangle 11"/>
          <p:cNvSpPr/>
          <p:nvPr userDrawn="1"/>
        </p:nvSpPr>
        <p:spPr>
          <a:xfrm>
            <a:off x="700970" y="3917455"/>
            <a:ext cx="1285875" cy="1085371"/>
          </a:xfrm>
          <a:prstGeom prst="rect">
            <a:avLst/>
          </a:prstGeom>
          <a:solidFill>
            <a:schemeClr val="bg1"/>
          </a:solid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8" name="Picture Placeholder 7"/>
          <p:cNvSpPr>
            <a:spLocks noGrp="1"/>
          </p:cNvSpPr>
          <p:nvPr>
            <p:ph type="pic" sz="quarter" idx="22" hasCustomPrompt="1"/>
          </p:nvPr>
        </p:nvSpPr>
        <p:spPr>
          <a:xfrm>
            <a:off x="773968" y="2690682"/>
            <a:ext cx="1139881" cy="917595"/>
          </a:xfrm>
        </p:spPr>
        <p:txBody>
          <a:bodyPr anchor="ctr"/>
          <a:lstStyle>
            <a:lvl1pPr algn="ctr">
              <a:defRPr sz="1333"/>
            </a:lvl1pPr>
          </a:lstStyle>
          <a:p>
            <a:r>
              <a:rPr lang="en-US"/>
              <a:t>Insert Icon Here</a:t>
            </a:r>
          </a:p>
        </p:txBody>
      </p:sp>
      <p:sp>
        <p:nvSpPr>
          <p:cNvPr id="15" name="Picture Placeholder 7"/>
          <p:cNvSpPr>
            <a:spLocks noGrp="1"/>
          </p:cNvSpPr>
          <p:nvPr>
            <p:ph type="pic" sz="quarter" idx="23" hasCustomPrompt="1"/>
          </p:nvPr>
        </p:nvSpPr>
        <p:spPr>
          <a:xfrm>
            <a:off x="773968" y="4001343"/>
            <a:ext cx="1139881" cy="917595"/>
          </a:xfrm>
        </p:spPr>
        <p:txBody>
          <a:bodyPr anchor="ctr"/>
          <a:lstStyle>
            <a:lvl1pPr algn="ctr">
              <a:defRPr sz="1333"/>
            </a:lvl1pPr>
          </a:lstStyle>
          <a:p>
            <a:r>
              <a:rPr lang="en-US"/>
              <a:t>Insert Icon Here</a:t>
            </a:r>
          </a:p>
        </p:txBody>
      </p:sp>
    </p:spTree>
    <p:extLst>
      <p:ext uri="{BB962C8B-B14F-4D97-AF65-F5344CB8AC3E}">
        <p14:creationId xmlns:p14="http://schemas.microsoft.com/office/powerpoint/2010/main" val="250888881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272241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Appendix">
    <p:spTree>
      <p:nvGrpSpPr>
        <p:cNvPr id="1" name=""/>
        <p:cNvGrpSpPr/>
        <p:nvPr/>
      </p:nvGrpSpPr>
      <p:grpSpPr>
        <a:xfrm>
          <a:off x="0" y="0"/>
          <a:ext cx="0" cy="0"/>
          <a:chOff x="0" y="0"/>
          <a:chExt cx="0" cy="0"/>
        </a:xfrm>
      </p:grpSpPr>
      <p:sp>
        <p:nvSpPr>
          <p:cNvPr id="12" name="Text Placeholder 11"/>
          <p:cNvSpPr>
            <a:spLocks noGrp="1"/>
          </p:cNvSpPr>
          <p:nvPr>
            <p:ph type="body" sz="quarter" idx="11" hasCustomPrompt="1"/>
          </p:nvPr>
        </p:nvSpPr>
        <p:spPr>
          <a:xfrm>
            <a:off x="711200" y="1830273"/>
            <a:ext cx="9824509" cy="568195"/>
          </a:xfrm>
        </p:spPr>
        <p:txBody>
          <a:bodyPr anchor="ctr"/>
          <a:lstStyle>
            <a:lvl1pPr marL="0" indent="0">
              <a:buNone/>
              <a:defRPr sz="3000" baseline="0">
                <a:latin typeface="+mj-lt"/>
              </a:defRPr>
            </a:lvl1pPr>
          </a:lstStyle>
          <a:p>
            <a:pPr lvl="0"/>
            <a:r>
              <a:rPr lang="en-US"/>
              <a:t>Click to Add Subtitle in Title Case</a:t>
            </a:r>
          </a:p>
        </p:txBody>
      </p:sp>
      <p:sp>
        <p:nvSpPr>
          <p:cNvPr id="4" name="Text Placeholder 4"/>
          <p:cNvSpPr>
            <a:spLocks noGrp="1"/>
          </p:cNvSpPr>
          <p:nvPr>
            <p:ph type="body" sz="quarter" idx="10" hasCustomPrompt="1"/>
          </p:nvPr>
        </p:nvSpPr>
        <p:spPr>
          <a:xfrm>
            <a:off x="711698" y="237067"/>
            <a:ext cx="10036527" cy="812800"/>
          </a:xfrm>
          <a:prstGeom prst="rect">
            <a:avLst/>
          </a:prstGeom>
        </p:spPr>
        <p:txBody>
          <a:bodyPr lIns="91440" anchor="b">
            <a:noAutofit/>
          </a:bodyPr>
          <a:lstStyle>
            <a:lvl1pPr marL="0" indent="0">
              <a:lnSpc>
                <a:spcPct val="90000"/>
              </a:lnSpc>
              <a:spcBef>
                <a:spcPts val="1000"/>
              </a:spcBef>
              <a:buNone/>
              <a:defRPr sz="4000" spc="0" baseline="0">
                <a:latin typeface="+mj-lt"/>
              </a:defRPr>
            </a:lvl1pPr>
          </a:lstStyle>
          <a:p>
            <a:pPr lvl="0"/>
            <a:r>
              <a:rPr lang="en-US"/>
              <a:t>Click to Add Slide Title in Title Case</a:t>
            </a:r>
          </a:p>
        </p:txBody>
      </p:sp>
      <p:cxnSp>
        <p:nvCxnSpPr>
          <p:cNvPr id="5" name="Straight Connector 4"/>
          <p:cNvCxnSpPr/>
          <p:nvPr/>
        </p:nvCxnSpPr>
        <p:spPr>
          <a:xfrm>
            <a:off x="609600" y="1227961"/>
            <a:ext cx="10972800" cy="0"/>
          </a:xfrm>
          <a:prstGeom prst="line">
            <a:avLst/>
          </a:prstGeom>
          <a:noFill/>
          <a:ln w="57150" cap="flat" cmpd="sng" algn="ctr">
            <a:gradFill>
              <a:gsLst>
                <a:gs pos="0">
                  <a:srgbClr val="F05A28"/>
                </a:gs>
                <a:gs pos="100000">
                  <a:srgbClr val="EC0D7D"/>
                </a:gs>
              </a:gsLst>
              <a:lin ang="4800000" scaled="0"/>
            </a:gradFill>
            <a:prstDash val="solid"/>
            <a:headEnd type="none"/>
            <a:tailEnd type="none"/>
          </a:ln>
          <a:effectLst/>
        </p:spPr>
      </p:cxnSp>
      <p:sp>
        <p:nvSpPr>
          <p:cNvPr id="2" name="TextBox 1"/>
          <p:cNvSpPr txBox="1"/>
          <p:nvPr userDrawn="1"/>
        </p:nvSpPr>
        <p:spPr>
          <a:xfrm>
            <a:off x="1709531" y="728869"/>
            <a:ext cx="609600" cy="609600"/>
          </a:xfrm>
          <a:prstGeom prst="rect">
            <a:avLst/>
          </a:prstGeom>
        </p:spPr>
        <p:txBody>
          <a:bodyPr vert="horz" wrap="none" lIns="0" tIns="21980" rIns="43959" bIns="21980" rtlCol="0" anchor="b" anchorCtr="0">
            <a:noAutofit/>
          </a:bodyPr>
          <a:lstStyle/>
          <a:p>
            <a:pPr marL="0" marR="0" indent="0" algn="l" defTabSz="293016" rtl="0" eaLnBrk="1" fontAlgn="auto" latinLnBrk="0" hangingPunct="1">
              <a:lnSpc>
                <a:spcPct val="85000"/>
              </a:lnSpc>
              <a:spcBef>
                <a:spcPct val="0"/>
              </a:spcBef>
              <a:spcAft>
                <a:spcPts val="0"/>
              </a:spcAft>
              <a:buClrTx/>
              <a:buSzTx/>
              <a:buFontTx/>
              <a:buNone/>
              <a:tabLst/>
            </a:pPr>
            <a:endParaRPr kumimoji="0" lang="en-US" sz="2350" b="0" i="0" u="none" strike="noStrike" kern="1200" cap="none" spc="0" normalizeH="0" baseline="0" noProof="0" dirty="0">
              <a:ln>
                <a:noFill/>
              </a:ln>
              <a:solidFill>
                <a:srgbClr val="E5E5E5">
                  <a:lumMod val="10000"/>
                </a:srgbClr>
              </a:solidFill>
              <a:effectLst/>
              <a:uLnTx/>
              <a:uFillTx/>
              <a:latin typeface="PS TT Commons" charset="0"/>
              <a:ea typeface="PS TT Commons" charset="0"/>
              <a:cs typeface="PS TT Commons" charset="0"/>
            </a:endParaRPr>
          </a:p>
        </p:txBody>
      </p:sp>
    </p:spTree>
    <p:extLst>
      <p:ext uri="{BB962C8B-B14F-4D97-AF65-F5344CB8AC3E}">
        <p14:creationId xmlns:p14="http://schemas.microsoft.com/office/powerpoint/2010/main" val="91402866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cSld name="04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p:nvPicPr>
        <p:blipFill>
          <a:blip r:embed="rId2"/>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1057790" y="12448"/>
            <a:ext cx="10064239" cy="618171"/>
          </a:xfrm>
          <a:prstGeom prst="rect">
            <a:avLst/>
          </a:prstGeom>
        </p:spPr>
        <p:txBody>
          <a:bodyPr>
            <a:noAutofit/>
          </a:bodyPr>
          <a:lstStyle>
            <a:lvl1pPr algn="l">
              <a:defRPr sz="3734"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1200668" y="1316499"/>
            <a:ext cx="9778483" cy="4874096"/>
          </a:xfrm>
        </p:spPr>
        <p:txBody>
          <a:bodyPr>
            <a:noAutofit/>
          </a:bodyPr>
          <a:lstStyle>
            <a:lvl1pPr>
              <a:defRPr sz="2933" baseline="0">
                <a:latin typeface="Open Sans" panose="020B0606030504020204" pitchFamily="34" charset="0"/>
              </a:defRPr>
            </a:lvl1pPr>
            <a:lvl2pPr>
              <a:defRPr sz="2667" baseline="0">
                <a:latin typeface="Open Sans" panose="020B0606030504020204" pitchFamily="34" charset="0"/>
              </a:defRPr>
            </a:lvl2pPr>
            <a:lvl3pPr>
              <a:defRPr sz="2400" baseline="0">
                <a:latin typeface="Open Sans" panose="020B0606030504020204" pitchFamily="34" charset="0"/>
              </a:defRPr>
            </a:lvl3pPr>
            <a:lvl4pPr>
              <a:defRPr sz="2400" baseline="0">
                <a:latin typeface="Open Sans" panose="020B0606030504020204" pitchFamily="34" charset="0"/>
              </a:defRPr>
            </a:lvl4pPr>
            <a:lvl5pPr>
              <a:defRPr sz="24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object with a black border&#10;&#10;Description automatically generated with medium confidence">
            <a:extLst>
              <a:ext uri="{FF2B5EF4-FFF2-40B4-BE49-F238E27FC236}">
                <a16:creationId xmlns:a16="http://schemas.microsoft.com/office/drawing/2014/main" id="{1E03FF75-F906-DFC4-F2DB-E6A0D0C643B9}"/>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165943362"/>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Title_Content_No Bottom Bar">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D6CEA3E-C82D-A746-AACF-52839FCFD37B}"/>
              </a:ext>
            </a:extLst>
          </p:cNvPr>
          <p:cNvPicPr>
            <a:picLocks noChangeAspect="1"/>
          </p:cNvPicPr>
          <p:nvPr userDrawn="1"/>
        </p:nvPicPr>
        <p:blipFill>
          <a:blip r:embed="rId2"/>
          <a:stretch>
            <a:fillRect/>
          </a:stretch>
        </p:blipFill>
        <p:spPr>
          <a:xfrm>
            <a:off x="0" y="-1"/>
            <a:ext cx="12192000" cy="6858000"/>
          </a:xfrm>
          <a:prstGeom prst="rect">
            <a:avLst/>
          </a:prstGeom>
        </p:spPr>
      </p:pic>
      <p:sp>
        <p:nvSpPr>
          <p:cNvPr id="6" name="Title 1"/>
          <p:cNvSpPr>
            <a:spLocks noGrp="1"/>
          </p:cNvSpPr>
          <p:nvPr>
            <p:ph type="title"/>
          </p:nvPr>
        </p:nvSpPr>
        <p:spPr>
          <a:xfrm>
            <a:off x="1518161" y="-84666"/>
            <a:ext cx="10064239" cy="747403"/>
          </a:xfrm>
          <a:prstGeom prst="rect">
            <a:avLst/>
          </a:prstGeom>
        </p:spPr>
        <p:txBody>
          <a:bodyPr>
            <a:noAutofit/>
          </a:bodyPr>
          <a:lstStyle>
            <a:lvl1pPr algn="l">
              <a:defRPr sz="4800">
                <a:solidFill>
                  <a:srgbClr val="FFFFFF"/>
                </a:solidFill>
                <a:latin typeface="Segoe Pro" charset="0"/>
              </a:defRPr>
            </a:lvl1pPr>
          </a:lstStyle>
          <a:p>
            <a:r>
              <a:rPr lang="en-US"/>
              <a:t>Click to edit Master title style</a:t>
            </a:r>
          </a:p>
        </p:txBody>
      </p:sp>
      <p:sp>
        <p:nvSpPr>
          <p:cNvPr id="3" name="Content Placeholder 2"/>
          <p:cNvSpPr>
            <a:spLocks noGrp="1"/>
          </p:cNvSpPr>
          <p:nvPr>
            <p:ph idx="1"/>
          </p:nvPr>
        </p:nvSpPr>
        <p:spPr>
          <a:xfrm>
            <a:off x="1529839" y="1086362"/>
            <a:ext cx="10052560" cy="4729361"/>
          </a:xfrm>
        </p:spPr>
        <p:txBody>
          <a:bodyPr>
            <a:noAutofit/>
          </a:bodyPr>
          <a:lstStyle>
            <a:lvl1pPr>
              <a:defRPr sz="2933"/>
            </a:lvl1pPr>
            <a:lvl2pPr>
              <a:defRPr sz="2667"/>
            </a:lvl2pPr>
            <a:lvl3pPr>
              <a:defRPr sz="24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E81BFFD2-2A5F-1053-0E42-A89EDB7FA528}"/>
              </a:ext>
            </a:extLst>
          </p:cNvPr>
          <p:cNvPicPr>
            <a:picLocks noChangeAspect="1"/>
          </p:cNvPicPr>
          <p:nvPr userDrawn="1"/>
        </p:nvPicPr>
        <p:blipFill>
          <a:blip r:embed="rId3"/>
          <a:stretch>
            <a:fillRect/>
          </a:stretch>
        </p:blipFill>
        <p:spPr>
          <a:xfrm>
            <a:off x="182880" y="6268720"/>
            <a:ext cx="1188721" cy="430045"/>
          </a:xfrm>
          <a:prstGeom prst="rect">
            <a:avLst/>
          </a:prstGeom>
        </p:spPr>
      </p:pic>
    </p:spTree>
    <p:extLst>
      <p:ext uri="{BB962C8B-B14F-4D97-AF65-F5344CB8AC3E}">
        <p14:creationId xmlns:p14="http://schemas.microsoft.com/office/powerpoint/2010/main" val="131102762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 Id="rId14" Type="http://schemas.openxmlformats.org/officeDocument/2006/relationships/theme" Target="../theme/theme2.xml"/><Relationship Id="rId15"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 Id="rId9" Type="http://schemas.openxmlformats.org/officeDocument/2006/relationships/slideLayout" Target="../slideLayouts/slideLayout33.xml"/><Relationship Id="rId10" Type="http://schemas.openxmlformats.org/officeDocument/2006/relationships/slideLayout" Target="../slideLayouts/slideLayout34.xml"/><Relationship Id="rId11" Type="http://schemas.openxmlformats.org/officeDocument/2006/relationships/slideLayout" Target="../slideLayouts/slideLayout35.xml"/><Relationship Id="rId12" Type="http://schemas.openxmlformats.org/officeDocument/2006/relationships/slideLayout" Target="../slideLayouts/slideLayout36.xml"/><Relationship Id="rId13" Type="http://schemas.openxmlformats.org/officeDocument/2006/relationships/slideLayout" Target="../slideLayouts/slideLayout37.xml"/><Relationship Id="rId14" Type="http://schemas.openxmlformats.org/officeDocument/2006/relationships/slideLayout" Target="../slideLayouts/slideLayout38.xml"/><Relationship Id="rId15" Type="http://schemas.openxmlformats.org/officeDocument/2006/relationships/slideLayout" Target="../slideLayouts/slideLayout39.xml"/><Relationship Id="rId16" Type="http://schemas.openxmlformats.org/officeDocument/2006/relationships/slideLayout" Target="../slideLayouts/slideLayout40.xml"/><Relationship Id="rId17" Type="http://schemas.openxmlformats.org/officeDocument/2006/relationships/slideLayout" Target="../slideLayouts/slideLayout41.xml"/><Relationship Id="rId18" Type="http://schemas.openxmlformats.org/officeDocument/2006/relationships/slideLayout" Target="../slideLayouts/slideLayout42.xml"/><Relationship Id="rId19" Type="http://schemas.openxmlformats.org/officeDocument/2006/relationships/slideLayout" Target="../slideLayouts/slideLayout43.xml"/><Relationship Id="rId20" Type="http://schemas.openxmlformats.org/officeDocument/2006/relationships/slideLayout" Target="../slideLayouts/slideLayout44.xml"/><Relationship Id="rId21" Type="http://schemas.openxmlformats.org/officeDocument/2006/relationships/slideLayout" Target="../slideLayouts/slideLayout45.xml"/><Relationship Id="rId22" Type="http://schemas.openxmlformats.org/officeDocument/2006/relationships/slideLayout" Target="../slideLayouts/slideLayout46.xml"/><Relationship Id="rId23" Type="http://schemas.openxmlformats.org/officeDocument/2006/relationships/slideLayout" Target="../slideLayouts/slideLayout47.xml"/><Relationship Id="rId24" Type="http://schemas.openxmlformats.org/officeDocument/2006/relationships/slideLayout" Target="../slideLayouts/slideLayout48.xml"/><Relationship Id="rId25" Type="http://schemas.openxmlformats.org/officeDocument/2006/relationships/slideLayout" Target="../slideLayouts/slideLayout49.xml"/><Relationship Id="rId26" Type="http://schemas.openxmlformats.org/officeDocument/2006/relationships/slideLayout" Target="../slideLayouts/slideLayout50.xml"/><Relationship Id="rId27" Type="http://schemas.openxmlformats.org/officeDocument/2006/relationships/slideLayout" Target="../slideLayouts/slideLayout51.xml"/><Relationship Id="rId28" Type="http://schemas.openxmlformats.org/officeDocument/2006/relationships/slideLayout" Target="../slideLayouts/slideLayout52.xml"/><Relationship Id="rId29" Type="http://schemas.openxmlformats.org/officeDocument/2006/relationships/slideLayout" Target="../slideLayouts/slideLayout53.xml"/><Relationship Id="rId30" Type="http://schemas.openxmlformats.org/officeDocument/2006/relationships/slideLayout" Target="../slideLayouts/slideLayout54.xml"/><Relationship Id="rId31" Type="http://schemas.openxmlformats.org/officeDocument/2006/relationships/slideLayout" Target="../slideLayouts/slideLayout55.xml"/><Relationship Id="rId32" Type="http://schemas.openxmlformats.org/officeDocument/2006/relationships/slideLayout" Target="../slideLayouts/slideLayout56.xml"/><Relationship Id="rId33" Type="http://schemas.openxmlformats.org/officeDocument/2006/relationships/slideLayout" Target="../slideLayouts/slideLayout57.xml"/><Relationship Id="rId34" Type="http://schemas.openxmlformats.org/officeDocument/2006/relationships/slideLayout" Target="../slideLayouts/slideLayout58.xml"/><Relationship Id="rId35" Type="http://schemas.openxmlformats.org/officeDocument/2006/relationships/slideLayout" Target="../slideLayouts/slideLayout59.xml"/><Relationship Id="rId36" Type="http://schemas.openxmlformats.org/officeDocument/2006/relationships/slideLayout" Target="../slideLayouts/slideLayout60.xml"/><Relationship Id="rId37" Type="http://schemas.openxmlformats.org/officeDocument/2006/relationships/slideLayout" Target="../slideLayouts/slideLayout61.xml"/><Relationship Id="rId38" Type="http://schemas.openxmlformats.org/officeDocument/2006/relationships/slideLayout" Target="../slideLayouts/slideLayout62.xml"/><Relationship Id="rId39" Type="http://schemas.openxmlformats.org/officeDocument/2006/relationships/slideLayout" Target="../slideLayouts/slideLayout63.xml"/><Relationship Id="rId40" Type="http://schemas.openxmlformats.org/officeDocument/2006/relationships/slideLayout" Target="../slideLayouts/slideLayout64.xml"/><Relationship Id="rId41" Type="http://schemas.openxmlformats.org/officeDocument/2006/relationships/slideLayout" Target="../slideLayouts/slideLayout65.xml"/><Relationship Id="rId42" Type="http://schemas.openxmlformats.org/officeDocument/2006/relationships/slideLayout" Target="../slideLayouts/slideLayout66.xml"/><Relationship Id="rId43" Type="http://schemas.openxmlformats.org/officeDocument/2006/relationships/slideLayout" Target="../slideLayouts/slideLayout67.xml"/><Relationship Id="rId44" Type="http://schemas.openxmlformats.org/officeDocument/2006/relationships/slideLayout" Target="../slideLayouts/slideLayout68.xml"/><Relationship Id="rId45" Type="http://schemas.openxmlformats.org/officeDocument/2006/relationships/slideLayout" Target="../slideLayouts/slideLayout69.xml"/><Relationship Id="rId46" Type="http://schemas.openxmlformats.org/officeDocument/2006/relationships/slideLayout" Target="../slideLayouts/slideLayout70.xml"/><Relationship Id="rId47" Type="http://schemas.openxmlformats.org/officeDocument/2006/relationships/slideLayout" Target="../slideLayouts/slideLayout71.xml"/><Relationship Id="rId48" Type="http://schemas.openxmlformats.org/officeDocument/2006/relationships/slideLayout" Target="../slideLayouts/slideLayout72.xml"/><Relationship Id="rId49" Type="http://schemas.openxmlformats.org/officeDocument/2006/relationships/slideLayout" Target="../slideLayouts/slideLayout73.xml"/><Relationship Id="rId50" Type="http://schemas.openxmlformats.org/officeDocument/2006/relationships/slideLayout" Target="../slideLayouts/slideLayout74.xml"/><Relationship Id="rId51" Type="http://schemas.openxmlformats.org/officeDocument/2006/relationships/slideLayout" Target="../slideLayouts/slideLayout75.xml"/><Relationship Id="rId52" Type="http://schemas.openxmlformats.org/officeDocument/2006/relationships/slideLayout" Target="../slideLayouts/slideLayout76.xml"/><Relationship Id="rId53" Type="http://schemas.openxmlformats.org/officeDocument/2006/relationships/slideLayout" Target="../slideLayouts/slideLayout77.xml"/><Relationship Id="rId54" Type="http://schemas.openxmlformats.org/officeDocument/2006/relationships/slideLayout" Target="../slideLayouts/slideLayout78.xml"/><Relationship Id="rId55" Type="http://schemas.openxmlformats.org/officeDocument/2006/relationships/slideLayout" Target="../slideLayouts/slideLayout79.xml"/><Relationship Id="rId56" Type="http://schemas.openxmlformats.org/officeDocument/2006/relationships/slideLayout" Target="../slideLayouts/slideLayout80.xml"/><Relationship Id="rId57" Type="http://schemas.openxmlformats.org/officeDocument/2006/relationships/slideLayout" Target="../slideLayouts/slideLayout81.xml"/><Relationship Id="rId58" Type="http://schemas.openxmlformats.org/officeDocument/2006/relationships/slideLayout" Target="../slideLayouts/slideLayout82.xml"/><Relationship Id="rId59" Type="http://schemas.openxmlformats.org/officeDocument/2006/relationships/slideLayout" Target="../slideLayouts/slideLayout83.xml"/><Relationship Id="rId60" Type="http://schemas.openxmlformats.org/officeDocument/2006/relationships/slideLayout" Target="../slideLayouts/slideLayout84.xml"/><Relationship Id="rId61" Type="http://schemas.openxmlformats.org/officeDocument/2006/relationships/slideLayout" Target="../slideLayouts/slideLayout85.xml"/><Relationship Id="rId62" Type="http://schemas.openxmlformats.org/officeDocument/2006/relationships/slideLayout" Target="../slideLayouts/slideLayout86.xml"/><Relationship Id="rId6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Sun, 4/26/2026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alphaModFix amt="0"/>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latin typeface="Segoe Pro" charset="0"/>
              </a:defRPr>
            </a:lvl1pPr>
          </a:lstStyle>
          <a:p>
            <a:fld id="{128B0A6C-EF38-9441-ADBF-8FE45FA6C46E}" type="datetimeFigureOut">
              <a:rPr lang="en-US" smtClean="0"/>
              <a:pPr/>
              <a:t>Sun, 4/26/2026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latin typeface="Segoe Pro" charset="0"/>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latin typeface="Segoe Pro" charset="0"/>
              </a:defRPr>
            </a:lvl1pPr>
          </a:lstStyle>
          <a:p>
            <a:fld id="{6D032D76-6BE4-154B-A130-37D069E42354}" type="slidenum">
              <a:rPr lang="en-US" smtClean="0"/>
              <a:pPr/>
              <a:t>‹#›</a:t>
            </a:fld>
            <a:endParaRPr lang="en-US"/>
          </a:p>
        </p:txBody>
      </p:sp>
    </p:spTree>
    <p:extLst>
      <p:ext uri="{BB962C8B-B14F-4D97-AF65-F5344CB8AC3E}">
        <p14:creationId xmlns:p14="http://schemas.microsoft.com/office/powerpoint/2010/main" val="33135190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Lst>
  <p:txStyles>
    <p:titleStyle>
      <a:lvl1pPr algn="l" defTabSz="609585"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609585" rtl="0" eaLnBrk="1" latinLnBrk="0" hangingPunct="1">
        <a:spcBef>
          <a:spcPct val="20000"/>
        </a:spcBef>
        <a:buFont typeface="Arial"/>
        <a:buChar char="•"/>
        <a:defRPr sz="4267" kern="1200">
          <a:solidFill>
            <a:schemeClr val="tx1"/>
          </a:solidFill>
          <a:latin typeface="Segoe Pro" charset="0"/>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Segoe Pro" charset="0"/>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Segoe Pro" charset="0"/>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Segoe Pro" charset="0"/>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Segoe Pro" charset="0"/>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D795F9-FA16-4818-A4C7-40BE166CFE04}"/>
              </a:ext>
            </a:extLst>
          </p:cNvPr>
          <p:cNvSpPr>
            <a:spLocks noGrp="1"/>
          </p:cNvSpPr>
          <p:nvPr>
            <p:ph type="title"/>
          </p:nvPr>
        </p:nvSpPr>
        <p:spPr>
          <a:xfrm>
            <a:off x="838200" y="570865"/>
            <a:ext cx="10515600" cy="543832"/>
          </a:xfrm>
          <a:prstGeom prst="rect">
            <a:avLst/>
          </a:prstGeom>
        </p:spPr>
        <p:txBody>
          <a:bodyPr vert="horz" lIns="91440" tIns="45720" rIns="91440" bIns="45720" rtlCol="0" anchor="ctr">
            <a:noAutofit/>
          </a:bodyPr>
          <a:lstStyle/>
          <a:p>
            <a:r>
              <a:rPr lang="en-US" dirty="0"/>
              <a:t>Click to Add Title in Title Case</a:t>
            </a:r>
          </a:p>
        </p:txBody>
      </p:sp>
      <p:sp>
        <p:nvSpPr>
          <p:cNvPr id="5" name="Text Placeholder 4"/>
          <p:cNvSpPr>
            <a:spLocks noGrp="1"/>
          </p:cNvSpPr>
          <p:nvPr>
            <p:ph type="body" idx="1"/>
          </p:nvPr>
        </p:nvSpPr>
        <p:spPr>
          <a:xfrm>
            <a:off x="838200" y="1825625"/>
            <a:ext cx="10515600" cy="4351867"/>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16"/>
          <p:cNvSpPr txBox="1">
            <a:spLocks/>
          </p:cNvSpPr>
          <p:nvPr userDrawn="1"/>
        </p:nvSpPr>
        <p:spPr>
          <a:xfrm>
            <a:off x="8048978" y="-563485"/>
            <a:ext cx="4143022" cy="479867"/>
          </a:xfrm>
          <a:prstGeom prst="rect">
            <a:avLst/>
          </a:prstGeom>
        </p:spPr>
        <p:txBody>
          <a:bodyPr anchor="t"/>
          <a:lstStyle>
            <a:lvl1pPr marL="117452" indent="-117452" algn="l" defTabSz="586003" rtl="0" eaLnBrk="1" latinLnBrk="0" hangingPunct="1">
              <a:spcBef>
                <a:spcPts val="1800"/>
              </a:spcBef>
              <a:buClrTx/>
              <a:buSzPct val="100000"/>
              <a:buFont typeface="Myriad Pro" panose="020B0503030403020204" pitchFamily="34" charset="0"/>
              <a:buChar char=" "/>
              <a:defRPr sz="2400" b="0" i="0" kern="1200">
                <a:solidFill>
                  <a:schemeClr val="accent1"/>
                </a:solidFill>
                <a:latin typeface="+mn-lt"/>
                <a:ea typeface="Montserrat Light" charset="0"/>
                <a:cs typeface="Montserrat Light" charset="0"/>
              </a:defRPr>
            </a:lvl1pPr>
            <a:lvl2pPr marL="586003" indent="-288930" algn="l" defTabSz="586003" rtl="0" eaLnBrk="1" latinLnBrk="0" hangingPunct="1">
              <a:spcBef>
                <a:spcPts val="600"/>
              </a:spcBef>
              <a:buClrTx/>
              <a:buSzPct val="100000"/>
              <a:buFont typeface="Lucida Grande"/>
              <a:buChar char="-"/>
              <a:defRPr sz="2400" b="0" i="0" kern="1200">
                <a:solidFill>
                  <a:schemeClr val="accent1"/>
                </a:solidFill>
                <a:latin typeface="Montserrat Light" charset="0"/>
                <a:ea typeface="Montserrat Light" charset="0"/>
                <a:cs typeface="Montserrat Light" charset="0"/>
              </a:defRPr>
            </a:lvl2pPr>
            <a:lvl3pPr marL="883074" indent="-286898" algn="l" defTabSz="586003" rtl="0" eaLnBrk="1" latinLnBrk="0" hangingPunct="1">
              <a:spcBef>
                <a:spcPts val="600"/>
              </a:spcBef>
              <a:buClrTx/>
              <a:buSzPct val="100000"/>
              <a:buFont typeface="Lucida Grande"/>
              <a:buChar char="•"/>
              <a:defRPr sz="2400" b="0" i="0" kern="1200">
                <a:solidFill>
                  <a:schemeClr val="accent1"/>
                </a:solidFill>
                <a:latin typeface="Montserrat Light" charset="0"/>
                <a:ea typeface="Montserrat Light" charset="0"/>
                <a:cs typeface="Montserrat Light" charset="0"/>
              </a:defRPr>
            </a:lvl3pPr>
            <a:lvl4pPr marL="1096724" indent="-213648" algn="l" defTabSz="586003" rtl="0" eaLnBrk="1" latinLnBrk="0" hangingPunct="1">
              <a:spcBef>
                <a:spcPts val="600"/>
              </a:spcBef>
              <a:buClrTx/>
              <a:buSzPct val="100000"/>
              <a:buFont typeface="Wingdings" panose="05000000000000000000" pitchFamily="2" charset="2"/>
              <a:buChar char="§"/>
              <a:defRPr sz="2400" b="0" i="0" kern="1200" baseline="0">
                <a:solidFill>
                  <a:schemeClr val="accent1"/>
                </a:solidFill>
                <a:latin typeface="Montserrat Light" charset="0"/>
                <a:ea typeface="Montserrat Light" charset="0"/>
                <a:cs typeface="Montserrat Light" charset="0"/>
              </a:defRPr>
            </a:lvl4pPr>
            <a:lvl5pPr marL="1395829" indent="-299107" algn="l" defTabSz="586003" rtl="0" eaLnBrk="1" latinLnBrk="0" hangingPunct="1">
              <a:spcBef>
                <a:spcPts val="600"/>
              </a:spcBef>
              <a:buClrTx/>
              <a:buSzPct val="100000"/>
              <a:buFont typeface="Myriad Pro Light" panose="020B0403030403020204" pitchFamily="34" charset="0"/>
              <a:buChar char="-"/>
              <a:tabLst/>
              <a:defRPr sz="2400" b="0" i="0" kern="1200" baseline="0">
                <a:solidFill>
                  <a:schemeClr val="accent1"/>
                </a:solidFill>
                <a:latin typeface="Montserrat Light" charset="0"/>
                <a:ea typeface="Montserrat Light" charset="0"/>
                <a:cs typeface="Montserrat Light" charset="0"/>
              </a:defRPr>
            </a:lvl5pPr>
            <a:lvl6pPr marL="1609476" indent="-215680" algn="l" defTabSz="586003" rtl="0" eaLnBrk="1" latinLnBrk="0" hangingPunct="1">
              <a:spcBef>
                <a:spcPts val="448"/>
              </a:spcBef>
              <a:buClr>
                <a:schemeClr val="bg1">
                  <a:lumMod val="85000"/>
                </a:schemeClr>
              </a:buClr>
              <a:buSzPct val="70000"/>
              <a:buFont typeface="Lucida Grande"/>
              <a:buChar char="•"/>
              <a:defRPr sz="1467" b="0" i="0" kern="1200">
                <a:solidFill>
                  <a:schemeClr val="bg1">
                    <a:lumMod val="50000"/>
                  </a:schemeClr>
                </a:solidFill>
                <a:latin typeface="Myriad Pro Light"/>
                <a:ea typeface="+mn-ea"/>
                <a:cs typeface="Arial"/>
              </a:defRPr>
            </a:lvl6pPr>
            <a:lvl7pPr marL="3809023" indent="-293002" algn="l" defTabSz="586003" rtl="0" eaLnBrk="1" latinLnBrk="0" hangingPunct="1">
              <a:spcBef>
                <a:spcPct val="20000"/>
              </a:spcBef>
              <a:buFont typeface="Arial"/>
              <a:buChar char="•"/>
              <a:defRPr sz="2532" kern="1200">
                <a:solidFill>
                  <a:schemeClr val="tx1"/>
                </a:solidFill>
                <a:latin typeface="+mn-lt"/>
                <a:ea typeface="+mn-ea"/>
                <a:cs typeface="+mn-cs"/>
              </a:defRPr>
            </a:lvl7pPr>
            <a:lvl8pPr marL="4395027" indent="-293002" algn="l" defTabSz="586003" rtl="0" eaLnBrk="1" latinLnBrk="0" hangingPunct="1">
              <a:spcBef>
                <a:spcPct val="20000"/>
              </a:spcBef>
              <a:buFont typeface="Arial"/>
              <a:buChar char="•"/>
              <a:defRPr sz="2532" kern="1200">
                <a:solidFill>
                  <a:schemeClr val="tx1"/>
                </a:solidFill>
                <a:latin typeface="+mn-lt"/>
                <a:ea typeface="+mn-ea"/>
                <a:cs typeface="+mn-cs"/>
              </a:defRPr>
            </a:lvl8pPr>
            <a:lvl9pPr marL="4981028" indent="-293002" algn="l" defTabSz="586003" rtl="0" eaLnBrk="1" latinLnBrk="0" hangingPunct="1">
              <a:spcBef>
                <a:spcPct val="20000"/>
              </a:spcBef>
              <a:buFont typeface="Arial"/>
              <a:buChar char="•"/>
              <a:defRPr sz="2532" kern="1200">
                <a:solidFill>
                  <a:schemeClr val="tx1"/>
                </a:solidFill>
                <a:latin typeface="+mn-lt"/>
                <a:ea typeface="+mn-ea"/>
                <a:cs typeface="+mn-cs"/>
              </a:defRPr>
            </a:lvl9pPr>
          </a:lstStyle>
          <a:p>
            <a:pPr marL="0" indent="0" algn="r">
              <a:lnSpc>
                <a:spcPts val="2800"/>
              </a:lnSpc>
              <a:buNone/>
            </a:pPr>
            <a:r>
              <a:rPr lang="en-US" sz="1600" dirty="0">
                <a:solidFill>
                  <a:schemeClr val="tx1"/>
                </a:solidFill>
                <a:latin typeface="PS TT Commons Book" charset="0"/>
                <a:ea typeface="PS TT Commons Book" charset="0"/>
                <a:cs typeface="PS TT Commons Book" charset="0"/>
              </a:rPr>
              <a:t> Deck verision</a:t>
            </a:r>
            <a:r>
              <a:rPr lang="en-US" sz="1600" baseline="0" dirty="0">
                <a:solidFill>
                  <a:schemeClr val="tx1"/>
                </a:solidFill>
                <a:latin typeface="PS TT Commons Book" charset="0"/>
                <a:ea typeface="PS TT Commons Book" charset="0"/>
                <a:cs typeface="PS TT Commons Book" charset="0"/>
              </a:rPr>
              <a:t> </a:t>
            </a:r>
            <a:r>
              <a:rPr lang="en-US" sz="1600" b="1" dirty="0">
                <a:solidFill>
                  <a:schemeClr val="tx1"/>
                </a:solidFill>
                <a:latin typeface="+mn-lt"/>
                <a:ea typeface="PS TT Commons Book" charset="0"/>
                <a:cs typeface="PS TT Commons Book" charset="0"/>
              </a:rPr>
              <a:t>2021.07.a</a:t>
            </a:r>
          </a:p>
        </p:txBody>
      </p:sp>
    </p:spTree>
    <p:extLst>
      <p:ext uri="{BB962C8B-B14F-4D97-AF65-F5344CB8AC3E}">
        <p14:creationId xmlns:p14="http://schemas.microsoft.com/office/powerpoint/2010/main" val="2258350362"/>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 id="2147483692" r:id="rId17"/>
    <p:sldLayoutId id="2147483693" r:id="rId18"/>
    <p:sldLayoutId id="2147483694" r:id="rId19"/>
    <p:sldLayoutId id="2147483695" r:id="rId20"/>
    <p:sldLayoutId id="2147483696" r:id="rId21"/>
    <p:sldLayoutId id="2147483697" r:id="rId22"/>
    <p:sldLayoutId id="2147483698" r:id="rId23"/>
    <p:sldLayoutId id="2147483699" r:id="rId24"/>
    <p:sldLayoutId id="2147483700" r:id="rId25"/>
    <p:sldLayoutId id="2147483701" r:id="rId26"/>
    <p:sldLayoutId id="2147483702" r:id="rId27"/>
    <p:sldLayoutId id="2147483703" r:id="rId28"/>
    <p:sldLayoutId id="2147483704" r:id="rId29"/>
    <p:sldLayoutId id="2147483705" r:id="rId30"/>
    <p:sldLayoutId id="2147483706" r:id="rId31"/>
    <p:sldLayoutId id="2147483707" r:id="rId32"/>
    <p:sldLayoutId id="2147483708" r:id="rId33"/>
    <p:sldLayoutId id="2147483709" r:id="rId34"/>
    <p:sldLayoutId id="2147483710" r:id="rId35"/>
    <p:sldLayoutId id="2147483711" r:id="rId36"/>
    <p:sldLayoutId id="2147483712" r:id="rId37"/>
    <p:sldLayoutId id="2147483713" r:id="rId38"/>
    <p:sldLayoutId id="2147483714" r:id="rId39"/>
    <p:sldLayoutId id="2147483715" r:id="rId40"/>
    <p:sldLayoutId id="2147483716" r:id="rId41"/>
    <p:sldLayoutId id="2147483717" r:id="rId42"/>
    <p:sldLayoutId id="2147483718" r:id="rId43"/>
    <p:sldLayoutId id="2147483719" r:id="rId44"/>
    <p:sldLayoutId id="2147483720" r:id="rId45"/>
    <p:sldLayoutId id="2147483721" r:id="rId46"/>
    <p:sldLayoutId id="2147483722" r:id="rId47"/>
    <p:sldLayoutId id="2147483723" r:id="rId48"/>
    <p:sldLayoutId id="2147483724" r:id="rId49"/>
    <p:sldLayoutId id="2147483725" r:id="rId50"/>
    <p:sldLayoutId id="2147483726" r:id="rId51"/>
    <p:sldLayoutId id="2147483727" r:id="rId52"/>
    <p:sldLayoutId id="2147483728" r:id="rId53"/>
    <p:sldLayoutId id="2147483729" r:id="rId54"/>
    <p:sldLayoutId id="2147483730" r:id="rId55"/>
    <p:sldLayoutId id="2147483731" r:id="rId56"/>
    <p:sldLayoutId id="2147483732" r:id="rId57"/>
    <p:sldLayoutId id="2147483733" r:id="rId58"/>
    <p:sldLayoutId id="2147483734" r:id="rId59"/>
    <p:sldLayoutId id="2147483735" r:id="rId60"/>
    <p:sldLayoutId id="2147483736" r:id="rId61"/>
    <p:sldLayoutId id="2147483737" r:id="rId62"/>
  </p:sldLayoutIdLst>
  <p:txStyles>
    <p:titleStyle>
      <a:lvl1pPr algn="ctr" defTabSz="914423" rtl="0" eaLnBrk="1" latinLnBrk="0" hangingPunct="1">
        <a:lnSpc>
          <a:spcPct val="90000"/>
        </a:lnSpc>
        <a:spcBef>
          <a:spcPct val="0"/>
        </a:spcBef>
        <a:buNone/>
        <a:defRPr sz="3734" kern="1200" baseline="0">
          <a:solidFill>
            <a:schemeClr val="tx1"/>
          </a:solidFill>
          <a:latin typeface="+mj-lt"/>
          <a:ea typeface="+mj-ea"/>
          <a:cs typeface="+mj-cs"/>
        </a:defRPr>
      </a:lvl1pPr>
    </p:titleStyle>
    <p:bodyStyle>
      <a:lvl1pPr marL="57152" marR="0" indent="-57152" algn="l" defTabSz="586017" rtl="0" eaLnBrk="1" fontAlgn="auto" latinLnBrk="0" hangingPunct="1">
        <a:lnSpc>
          <a:spcPct val="100000"/>
        </a:lnSpc>
        <a:spcBef>
          <a:spcPts val="1800"/>
        </a:spcBef>
        <a:spcAft>
          <a:spcPts val="0"/>
        </a:spcAft>
        <a:buClrTx/>
        <a:buSzPct val="75000"/>
        <a:buFont typeface="Myriad Pro" panose="020B0503030403020204" pitchFamily="34" charset="0"/>
        <a:buChar char=" "/>
        <a:tabLst/>
        <a:defRPr sz="2000" kern="1200">
          <a:solidFill>
            <a:schemeClr val="tx1"/>
          </a:solidFill>
          <a:latin typeface="+mn-lt"/>
          <a:ea typeface="+mn-ea"/>
          <a:cs typeface="+mn-cs"/>
        </a:defRPr>
      </a:lvl1pPr>
      <a:lvl2pPr marL="586017" marR="0" indent="-288937" algn="l" defTabSz="586017" rtl="0" eaLnBrk="1" fontAlgn="auto" latinLnBrk="0" hangingPunct="1">
        <a:lnSpc>
          <a:spcPct val="100000"/>
        </a:lnSpc>
        <a:spcBef>
          <a:spcPts val="600"/>
        </a:spcBef>
        <a:spcAft>
          <a:spcPts val="0"/>
        </a:spcAft>
        <a:buClrTx/>
        <a:buSzPct val="75000"/>
        <a:buFont typeface="Lucida Grande"/>
        <a:buChar char="-"/>
        <a:tabLst/>
        <a:defRPr sz="2000" b="0" i="0" kern="1200" baseline="0">
          <a:solidFill>
            <a:schemeClr val="tx1"/>
          </a:solidFill>
          <a:latin typeface="PS TT Commons" charset="0"/>
          <a:ea typeface="PS TT Commons" charset="0"/>
          <a:cs typeface="PS TT Commons" charset="0"/>
        </a:defRPr>
      </a:lvl2pPr>
      <a:lvl3pPr marL="883097" marR="0" indent="-286905" algn="l" defTabSz="586017" rtl="0" eaLnBrk="1" fontAlgn="auto" latinLnBrk="0" hangingPunct="1">
        <a:lnSpc>
          <a:spcPct val="100000"/>
        </a:lnSpc>
        <a:spcBef>
          <a:spcPts val="600"/>
        </a:spcBef>
        <a:spcAft>
          <a:spcPts val="0"/>
        </a:spcAft>
        <a:buClrTx/>
        <a:buSzPct val="75000"/>
        <a:buFont typeface="Lucida Grande"/>
        <a:buChar char="•"/>
        <a:tabLst/>
        <a:defRPr sz="2000" b="0" i="0" kern="1200">
          <a:solidFill>
            <a:schemeClr val="tx1"/>
          </a:solidFill>
          <a:latin typeface="PS TT Commons" charset="0"/>
          <a:ea typeface="PS TT Commons" charset="0"/>
          <a:cs typeface="PS TT Commons" charset="0"/>
        </a:defRPr>
      </a:lvl3pPr>
      <a:lvl4pPr marL="1200181" marR="0" indent="-317508" algn="l" defTabSz="586017" rtl="0" eaLnBrk="1" fontAlgn="auto" latinLnBrk="0" hangingPunct="1">
        <a:lnSpc>
          <a:spcPct val="100000"/>
        </a:lnSpc>
        <a:spcBef>
          <a:spcPts val="600"/>
        </a:spcBef>
        <a:spcAft>
          <a:spcPts val="0"/>
        </a:spcAft>
        <a:buClrTx/>
        <a:buSzPct val="75000"/>
        <a:buFont typeface="Wingdings" panose="05000000000000000000" pitchFamily="2" charset="2"/>
        <a:buChar char="§"/>
        <a:tabLst/>
        <a:defRPr sz="2000" b="0" i="0" kern="1200">
          <a:solidFill>
            <a:schemeClr val="tx1"/>
          </a:solidFill>
          <a:latin typeface="PS TT Commons" charset="0"/>
          <a:ea typeface="PS TT Commons" charset="0"/>
          <a:cs typeface="PS TT Commons" charset="0"/>
        </a:defRPr>
      </a:lvl4pPr>
      <a:lvl5pPr marL="1371635" marR="0" indent="-274646" algn="l" defTabSz="586017" rtl="0" eaLnBrk="1" fontAlgn="auto" latinLnBrk="0" hangingPunct="1">
        <a:lnSpc>
          <a:spcPct val="100000"/>
        </a:lnSpc>
        <a:spcBef>
          <a:spcPts val="600"/>
        </a:spcBef>
        <a:spcAft>
          <a:spcPts val="0"/>
        </a:spcAft>
        <a:buClrTx/>
        <a:buSzPct val="75000"/>
        <a:buFont typeface="Myriad Pro Light" panose="020B0403030403020204" pitchFamily="34" charset="0"/>
        <a:buChar char="-"/>
        <a:tabLst/>
        <a:defRPr sz="2000" b="0" i="0" kern="1200">
          <a:solidFill>
            <a:schemeClr val="tx1"/>
          </a:solidFill>
          <a:latin typeface="PS TT Commons" charset="0"/>
          <a:ea typeface="PS TT Commons" charset="0"/>
          <a:cs typeface="PS TT Commons" charset="0"/>
        </a:defRPr>
      </a:lvl5pPr>
      <a:lvl6pPr marL="1719306" marR="0" indent="-292108" algn="l" defTabSz="586017" rtl="0" eaLnBrk="1" fontAlgn="auto" latinLnBrk="0" hangingPunct="1">
        <a:lnSpc>
          <a:spcPct val="100000"/>
        </a:lnSpc>
        <a:spcBef>
          <a:spcPts val="448"/>
        </a:spcBef>
        <a:spcAft>
          <a:spcPts val="0"/>
        </a:spcAft>
        <a:buClr>
          <a:srgbClr val="404040"/>
        </a:buClr>
        <a:buSzPct val="70000"/>
        <a:buFont typeface="Montserrat"/>
        <a:buChar char=" "/>
        <a:tabLst/>
        <a:defRPr sz="1800" kern="1200">
          <a:solidFill>
            <a:schemeClr val="tx1"/>
          </a:solidFill>
          <a:latin typeface="+mn-lt"/>
          <a:ea typeface="+mn-ea"/>
          <a:cs typeface="+mn-cs"/>
        </a:defRPr>
      </a:lvl6pPr>
      <a:lvl7pPr marL="2003475" marR="0" indent="-288933" algn="l" defTabSz="586017" rtl="0" eaLnBrk="1" fontAlgn="auto" latinLnBrk="0" hangingPunct="1">
        <a:lnSpc>
          <a:spcPct val="100000"/>
        </a:lnSpc>
        <a:spcBef>
          <a:spcPct val="20000"/>
        </a:spcBef>
        <a:spcAft>
          <a:spcPts val="0"/>
        </a:spcAft>
        <a:buClrTx/>
        <a:buSzPct val="70000"/>
        <a:buFont typeface="Montserrat"/>
        <a:buChar char=" "/>
        <a:tabLst/>
        <a:defRPr sz="1800" kern="1200">
          <a:solidFill>
            <a:schemeClr val="tx1"/>
          </a:solidFill>
          <a:latin typeface="+mn-lt"/>
          <a:ea typeface="+mn-ea"/>
          <a:cs typeface="+mn-cs"/>
        </a:defRPr>
      </a:lvl7pPr>
      <a:lvl8pPr marL="2286057" marR="0" indent="-282582" algn="l" defTabSz="586017" rtl="0" eaLnBrk="1" fontAlgn="auto" latinLnBrk="0" hangingPunct="1">
        <a:lnSpc>
          <a:spcPct val="100000"/>
        </a:lnSpc>
        <a:spcBef>
          <a:spcPct val="20000"/>
        </a:spcBef>
        <a:spcAft>
          <a:spcPts val="0"/>
        </a:spcAft>
        <a:buClrTx/>
        <a:buSzPct val="70000"/>
        <a:buFont typeface="Montserrat"/>
        <a:buChar char=" "/>
        <a:tabLst/>
        <a:defRPr sz="1800" kern="1200">
          <a:solidFill>
            <a:schemeClr val="tx1"/>
          </a:solidFill>
          <a:latin typeface="+mn-lt"/>
          <a:ea typeface="+mn-ea"/>
          <a:cs typeface="+mn-cs"/>
        </a:defRPr>
      </a:lvl8pPr>
      <a:lvl9pPr marL="2571815" marR="0" indent="-285758" algn="l" defTabSz="586017" rtl="0" eaLnBrk="1" fontAlgn="auto" latinLnBrk="0" hangingPunct="1">
        <a:lnSpc>
          <a:spcPct val="100000"/>
        </a:lnSpc>
        <a:spcBef>
          <a:spcPct val="20000"/>
        </a:spcBef>
        <a:spcAft>
          <a:spcPts val="0"/>
        </a:spcAft>
        <a:buClrTx/>
        <a:buSzPct val="70000"/>
        <a:buFont typeface="Montserrat"/>
        <a:buChar char=" "/>
        <a:tabLst/>
        <a:defRPr sz="1800" kern="1200">
          <a:solidFill>
            <a:schemeClr val="tx1"/>
          </a:solidFill>
          <a:latin typeface="+mn-lt"/>
          <a:ea typeface="+mn-ea"/>
          <a:cs typeface="+mn-cs"/>
        </a:defRPr>
      </a:lvl9pPr>
    </p:bodyStyle>
    <p:otherStyle>
      <a:defPPr>
        <a:defRPr lang="en-US"/>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5" algn="l" defTabSz="914423" rtl="0" eaLnBrk="1" latinLnBrk="0" hangingPunct="1">
        <a:defRPr sz="1800" kern="1200">
          <a:solidFill>
            <a:schemeClr val="tx1"/>
          </a:solidFill>
          <a:latin typeface="+mn-lt"/>
          <a:ea typeface="+mn-ea"/>
          <a:cs typeface="+mn-cs"/>
        </a:defRPr>
      </a:lvl4pPr>
      <a:lvl5pPr marL="1828846" algn="l" defTabSz="914423" rtl="0" eaLnBrk="1" latinLnBrk="0" hangingPunct="1">
        <a:defRPr sz="1800" kern="1200">
          <a:solidFill>
            <a:schemeClr val="tx1"/>
          </a:solidFill>
          <a:latin typeface="+mn-lt"/>
          <a:ea typeface="+mn-ea"/>
          <a:cs typeface="+mn-cs"/>
        </a:defRPr>
      </a:lvl5pPr>
      <a:lvl6pPr marL="2286057" algn="l" defTabSz="914423" rtl="0" eaLnBrk="1" latinLnBrk="0" hangingPunct="1">
        <a:defRPr sz="1800" kern="1200">
          <a:solidFill>
            <a:schemeClr val="tx1"/>
          </a:solidFill>
          <a:latin typeface="+mn-lt"/>
          <a:ea typeface="+mn-ea"/>
          <a:cs typeface="+mn-cs"/>
        </a:defRPr>
      </a:lvl6pPr>
      <a:lvl7pPr marL="2743268"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2" algn="l" defTabSz="91442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3.xml"/><Relationship Id="rId2" Type="http://schemas.openxmlformats.org/officeDocument/2006/relationships/image" Target="../media/image20.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3.xml"/><Relationship Id="rId2" Type="http://schemas.openxmlformats.org/officeDocument/2006/relationships/image" Target="../media/image2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3.xml"/><Relationship Id="rId2" Type="http://schemas.openxmlformats.org/officeDocument/2006/relationships/image" Target="../media/image2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3.xml"/><Relationship Id="rId2" Type="http://schemas.openxmlformats.org/officeDocument/2006/relationships/image" Target="../media/image23.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3.xml"/><Relationship Id="rId2" Type="http://schemas.openxmlformats.org/officeDocument/2006/relationships/image" Target="../media/image24.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3.xml"/><Relationship Id="rId2" Type="http://schemas.openxmlformats.org/officeDocument/2006/relationships/image" Target="../media/image25.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3.xml"/><Relationship Id="rId2" Type="http://schemas.openxmlformats.org/officeDocument/2006/relationships/image" Target="../media/image26.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3.xml"/><Relationship Id="rId2" Type="http://schemas.openxmlformats.org/officeDocument/2006/relationships/image" Target="../media/image27.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Claude Architect Foundations</a:t>
            </a:r>
          </a:p>
        </p:txBody>
      </p:sp>
      <p:sp>
        <p:nvSpPr>
          <p:cNvPr id="3" name="Subtitle 2"/>
          <p:cNvSpPr>
            <a:spLocks noGrp="1"/>
          </p:cNvSpPr>
          <p:nvPr>
            <p:ph type="subTitle" idx="1"/>
          </p:nvPr>
        </p:nvSpPr>
        <p:spPr/>
        <p:txBody>
          <a:bodyPr wrap="square"/>
          <a:lstStyle/>
          <a:p>
            <a:r>
              <a:t>A 4-hour O'Reilly Live Training</a:t>
            </a:r>
          </a:p>
          <a:p>
            <a:r>
              <a:t>Tim Warner  |  techtrainertim.com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Tim Warner</a:t>
            </a:r>
          </a:p>
        </p:txBody>
      </p:sp>
      <p:sp>
        <p:nvSpPr>
          <p:cNvPr id="3" name="Content Placeholder 2"/>
          <p:cNvSpPr>
            <a:spLocks noGrp="1"/>
          </p:cNvSpPr>
          <p:nvPr>
            <p:ph idx="1"/>
          </p:nvPr>
        </p:nvSpPr>
        <p:spPr/>
        <p:txBody>
          <a:bodyPr wrap="square"/>
          <a:lstStyle/>
          <a:p>
            <a:r>
              <a:t>Microsoft MVP (Azure AI)</a:t>
            </a:r>
          </a:p>
          <a:p>
            <a:r>
              <a:t>Pluralsight Principal Author - 200+ courses, 1M+ learners</a:t>
            </a:r>
          </a:p>
          <a:p>
            <a:r>
              <a:t>O'Reilly Live Training instructor</a:t>
            </a:r>
          </a:p>
          <a:p>
            <a:r>
              <a:t>Microsoft Press / Pearson senior content developer</a:t>
            </a:r>
          </a:p>
          <a:p>
            <a:r>
              <a:t>28+ years on the Microsoft stack</a:t>
            </a:r>
          </a:p>
          <a:p/>
          <a:p>
            <a:r>
              <a:t>techtrainertim.com  |  github.com/timothywarner-org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Course flow - 4 segments x 50 min</a:t>
            </a:r>
          </a:p>
        </p:txBody>
      </p:sp>
      <p:sp>
        <p:nvSpPr>
          <p:cNvPr id="3" name="Content Placeholder 2"/>
          <p:cNvSpPr>
            <a:spLocks noGrp="1"/>
          </p:cNvSpPr>
          <p:nvPr>
            <p:ph idx="1"/>
          </p:nvPr>
        </p:nvSpPr>
        <p:spPr/>
        <p:txBody>
          <a:bodyPr wrap="square"/>
          <a:lstStyle/>
          <a:p>
            <a:r>
              <a:t>Segment 1 - Building AI Agents That Use Tools</a:t>
            </a:r>
          </a:p>
          <a:p>
            <a:r>
              <a:t>Segment 2 - Tool Design, Integration, and Claude Code Workflows</a:t>
            </a:r>
          </a:p>
          <a:p>
            <a:r>
              <a:t>Segment 3 - Structured Output, Context, and Production Reliability</a:t>
            </a:r>
          </a:p>
          <a:p>
            <a:r>
              <a:t>Segment 4 - CCA-F Certification Capstone</a:t>
            </a:r>
          </a:p>
          <a:p/>
          <a:p>
            <a:r>
              <a:t>Plus self-study: Segment 2.5 - Control Surfaces and the Console Asset Surface</a:t>
            </a:r>
          </a:p>
          <a:p/>
          <a:p>
            <a:r>
              <a:t>10-minute breaks between segments. Total 4 hours.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model is non-deterministic. Your architecture cannot be."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Segment 1: Building AI Agents That Use Tools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you'll build</a:t>
            </a:r>
          </a:p>
        </p:txBody>
      </p:sp>
      <p:sp>
        <p:nvSpPr>
          <p:cNvPr id="3" name="Content Placeholder 2"/>
          <p:cNvSpPr>
            <a:spLocks noGrp="1"/>
          </p:cNvSpPr>
          <p:nvPr>
            <p:ph idx="1"/>
          </p:nvPr>
        </p:nvSpPr>
        <p:spPr/>
        <p:txBody>
          <a:bodyPr wrap="square"/>
          <a:lstStyle/>
          <a:p>
            <a:r>
              <a:t>A customer support agent with 4 tools (lookup + refund + escalate)</a:t>
            </a:r>
          </a:p>
          <a:p>
            <a:r>
              <a:t>Hook-enforced policy - the $500 refund cap can't be talked around</a:t>
            </a:r>
          </a:p>
          <a:p>
            <a:r>
              <a:t>Structured escalation to human review with a typed summary</a:t>
            </a:r>
          </a:p>
          <a:p>
            <a:r>
              <a:t>Coordinator + subagent isolation demo</a:t>
            </a:r>
          </a:p>
          <a:p/>
          <a:p>
            <a:r>
              <a:t>By the end of the segment: you can sketch any agent topology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agentic-loop.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agentic loop</a:t>
            </a:r>
          </a:p>
        </p:txBody>
      </p:sp>
      <p:sp>
        <p:nvSpPr>
          <p:cNvPr id="3" name="Content Placeholder 2"/>
          <p:cNvSpPr>
            <a:spLocks noGrp="1"/>
          </p:cNvSpPr>
          <p:nvPr>
            <p:ph idx="1"/>
          </p:nvPr>
        </p:nvSpPr>
        <p:spPr/>
        <p:txBody>
          <a:bodyPr wrap="square"/>
          <a:lstStyle/>
          <a:p>
            <a:r>
              <a:t>1. Send request - model returns content + stop_reason</a:t>
            </a:r>
          </a:p>
          <a:p>
            <a:r>
              <a:t>2. Read stop_reason - branch on the value, never on prose</a:t>
            </a:r>
          </a:p>
          <a:p>
            <a:r>
              <a:t>3. tool_use? Execute tool, append tool_result, loop</a:t>
            </a:r>
          </a:p>
          <a:p>
            <a:r>
              <a:t>4. end_turn? Return to user, done</a:t>
            </a:r>
          </a:p>
          <a:p>
            <a:r>
              <a:t>5. pause_turn? Resume in the next request, no state change</a:t>
            </a:r>
          </a:p>
          <a:p/>
          <a:p>
            <a:r>
              <a:t>Six stop_reason values: end_turn, max_tokens, stop_sequence, tool_use, pause_turn, refusal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Coordinator + subagents</a:t>
            </a:r>
          </a:p>
        </p:txBody>
      </p:sp>
      <p:sp>
        <p:nvSpPr>
          <p:cNvPr id="3" name="Content Placeholder 2"/>
          <p:cNvSpPr>
            <a:spLocks noGrp="1"/>
          </p:cNvSpPr>
          <p:nvPr>
            <p:ph idx="1"/>
          </p:nvPr>
        </p:nvSpPr>
        <p:spPr/>
        <p:txBody>
          <a:bodyPr wrap="square"/>
          <a:lstStyle/>
          <a:p>
            <a:r>
              <a:t>ONE coordinator holds the user-facing thread</a:t>
            </a:r>
          </a:p>
          <a:p>
            <a:r>
              <a:t>Subagents get ISOLATED contexts via the Task tool</a:t>
            </a:r>
          </a:p>
          <a:p>
            <a:r>
              <a:t>Subagent returns its FINAL answer to the parent, not its working notes</a:t>
            </a:r>
          </a:p>
          <a:p>
            <a:r>
              <a:t>Split when: own success criteria, own tool subset, own context discipline</a:t>
            </a:r>
          </a:p>
          <a:p/>
          <a:p>
            <a:r>
              <a:t>Don't split for splitting's sake - two coordinators chatting is one slow agent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defense-in-depth.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Hooks - deterministic guarantees</a:t>
            </a:r>
          </a:p>
        </p:txBody>
      </p:sp>
      <p:sp>
        <p:nvSpPr>
          <p:cNvPr id="3" name="Content Placeholder 2"/>
          <p:cNvSpPr>
            <a:spLocks noGrp="1"/>
          </p:cNvSpPr>
          <p:nvPr>
            <p:ph idx="1"/>
          </p:nvPr>
        </p:nvSpPr>
        <p:spPr/>
        <p:txBody>
          <a:bodyPr wrap="square"/>
          <a:lstStyle/>
          <a:p>
            <a:r>
              <a:t>PreToolUse - gate a call BEFORE it runs (the bouncer)</a:t>
            </a:r>
          </a:p>
          <a:p>
            <a:r>
              <a:t>PostToolUse - audit, transform, log AFTER (the auditor)</a:t>
            </a:r>
          </a:p>
          <a:p>
            <a:r>
              <a:t>SessionStart - inject context (the briefing room)</a:t>
            </a:r>
          </a:p>
          <a:p>
            <a:r>
              <a:t>Stop - final verification before returning to user</a:t>
            </a:r>
          </a:p>
          <a:p/>
          <a:p>
            <a:r>
              <a:t>Hooks run as YOUR code, not the model's. Anything that MUST happen, hook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wrap="square"/>
          <a:lstStyle/>
          <a:p>
            <a:r>
              <a:t>Demo - customer support agent (15 min)</a:t>
            </a:r>
          </a:p>
          <a:p/>
          <a:p>
            <a:r>
              <a:t>Open notebooks/segment-1-customer-support-agent.ipynb</a:t>
            </a:r>
          </a:p>
          <a:p>
            <a:r>
              <a:t>Wire 4 tools, run Scenario A ($80 refund, in-cap, agent cooperates)</a:t>
            </a:r>
          </a:p>
          <a:p>
            <a:r>
              <a:t>Add the PreToolUse hook from hooks-example.py</a:t>
            </a:r>
          </a:p>
          <a:p>
            <a:r>
              <a:t>Run Scenario B ($750 refund, over-cap, hook blocks, agent escalates)</a:t>
            </a:r>
          </a:p>
          <a:p>
            <a:r>
              <a:t>Coordinator-subagent demo at the bottom of the notebook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 (5 min)</a:t>
            </a:r>
          </a:p>
        </p:txBody>
      </p:sp>
      <p:sp>
        <p:nvSpPr>
          <p:cNvPr id="3" name="Content Placeholder 2"/>
          <p:cNvSpPr>
            <a:spLocks noGrp="1"/>
          </p:cNvSpPr>
          <p:nvPr>
            <p:ph idx="1"/>
          </p:nvPr>
        </p:nvSpPr>
        <p:spPr/>
        <p:txBody>
          <a:bodyPr wrap="square"/>
          <a:lstStyle/>
          <a:p>
            <a:r>
              <a:t>Sketch architecture for a Developer Productivity scenario</a:t>
            </a:r>
          </a:p>
          <a:p>
            <a:r>
              <a:t>On paper or in chat: coordinator + 3 subagents + tool scope per agent</a:t>
            </a:r>
          </a:p>
          <a:p>
            <a:r>
              <a:t>What does each subagent specialize in?</a:t>
            </a:r>
          </a:p>
          <a:p>
            <a:r>
              <a:t>What is each subagent's success criterion?</a:t>
            </a:r>
          </a:p>
          <a:p>
            <a:r>
              <a:t>What tools does each one get? Cap each at ~5.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Segment 1 takeaways</a:t>
            </a:r>
          </a:p>
          <a:p/>
          <a:p>
            <a:r>
              <a:t>Branch on stop_reason, never on natural-language signals</a:t>
            </a:r>
          </a:p>
          <a:p>
            <a:r>
              <a:t>Coordinator + isolated subagents beats one giant context</a:t>
            </a:r>
          </a:p>
          <a:p>
            <a:r>
              <a:t>Hooks turn 'should' into 'must' - the prompt advises, the hook enforces</a:t>
            </a:r>
          </a:p>
        </p:txBody>
      </p:sp>
      <p:sp>
        <p:nvSpPr>
          <p:cNvPr id="3" name="Text Placeholder 2"/>
          <p:cNvSpPr>
            <a:spLocks noGrp="1"/>
          </p:cNvSpPr>
          <p:nvPr>
            <p:ph type="body" idx="14" sz="quarter"/>
          </p:nvPr>
        </p:nvSpPr>
        <p:spPr/>
        <p:txBody>
          <a:bodyPr/>
          <a:lstStyle/>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Segment 2: Tool Design, Integration, Claude Code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Two domains, one segment</a:t>
            </a:r>
          </a:p>
        </p:txBody>
      </p:sp>
      <p:sp>
        <p:nvSpPr>
          <p:cNvPr id="3" name="Content Placeholder 2"/>
          <p:cNvSpPr>
            <a:spLocks noGrp="1"/>
          </p:cNvSpPr>
          <p:nvPr>
            <p:ph idx="1"/>
          </p:nvPr>
        </p:nvSpPr>
        <p:spPr/>
        <p:txBody>
          <a:bodyPr wrap="square"/>
          <a:lstStyle/>
          <a:p>
            <a:r>
              <a:t>Domain 2 - Tool Design and MCP Integration (18%)</a:t>
            </a:r>
          </a:p>
          <a:p>
            <a:r>
              <a:t>Domain 3 - Claude Code Configuration and Workflows (20%)</a:t>
            </a:r>
          </a:p>
          <a:p>
            <a:r>
              <a:t>Combined = 38% of the cert, the biggest single chunk</a:t>
            </a:r>
          </a:p>
          <a:p/>
          <a:p>
            <a:r>
              <a:t>Why combined? Claude Code IS the primary MCP-consuming surface</a:t>
            </a:r>
          </a:p>
          <a:p>
            <a:r>
              <a:t>You cannot teach one without the other in production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Tool definitions - name + description + input_schema</a:t>
            </a:r>
          </a:p>
        </p:txBody>
      </p:sp>
      <p:sp>
        <p:nvSpPr>
          <p:cNvPr id="3" name="Content Placeholder 2"/>
          <p:cNvSpPr>
            <a:spLocks noGrp="1"/>
          </p:cNvSpPr>
          <p:nvPr>
            <p:ph idx="1"/>
          </p:nvPr>
        </p:nvSpPr>
        <p:spPr/>
        <p:txBody>
          <a:bodyPr wrap="square"/>
          <a:lstStyle/>
          <a:p>
            <a:r>
              <a:t>name        - how the model invokes the tool</a:t>
            </a:r>
          </a:p>
          <a:p>
            <a:r>
              <a:t>description - STRONGLY recommended, drives tool selection</a:t>
            </a:r>
          </a:p>
          <a:p>
            <a:r>
              <a:t>input_schema - JSON Schema draft 2020-12 (type, properties, required)</a:t>
            </a:r>
          </a:p>
          <a:p>
            <a:r>
              <a:t>Optional: cache_control ephemeral (5m / 1h), strict: true</a:t>
            </a:r>
          </a:p>
          <a:p/>
          <a:p>
            <a:r>
              <a:t>Tool DESCRIPTIONS do the work, not tool NAMES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Structured tool errors</a:t>
            </a:r>
          </a:p>
        </p:txBody>
      </p:sp>
      <p:sp>
        <p:nvSpPr>
          <p:cNvPr id="3" name="Content Placeholder 2"/>
          <p:cNvSpPr>
            <a:spLocks noGrp="1"/>
          </p:cNvSpPr>
          <p:nvPr>
            <p:ph idx="1"/>
          </p:nvPr>
        </p:nvSpPr>
        <p:spPr/>
        <p:txBody>
          <a:bodyPr wrap="square"/>
          <a:lstStyle/>
          <a:p>
            <a:r>
              <a:t>Anti-pattern: raise exceptions from tool implementations</a:t>
            </a:r>
          </a:p>
          <a:p>
            <a:r>
              <a:t>Anti-pattern: return empty strings on failure</a:t>
            </a:r>
          </a:p>
          <a:p>
            <a:r>
              <a:t>Pattern: return tool_result with is_error: true</a:t>
            </a:r>
          </a:p>
          <a:p>
            <a:r>
              <a:t>Add structured fields: errorCategory, isRetryable</a:t>
            </a:r>
          </a:p>
          <a:p/>
          <a:p>
            <a:r>
              <a:t>The model can then DECIDE: retry, fall back, or escalate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tool_choice modes</a:t>
            </a:r>
          </a:p>
        </p:txBody>
      </p:sp>
      <p:sp>
        <p:nvSpPr>
          <p:cNvPr id="3" name="Text Placeholder 2"/>
          <p:cNvSpPr>
            <a:spLocks noGrp="1"/>
          </p:cNvSpPr>
          <p:nvPr>
            <p:ph type="body" idx="10" sz="quarter"/>
          </p:nvPr>
        </p:nvSpPr>
        <p:spPr/>
        <p:txBody>
          <a:bodyPr wrap="square"/>
          <a:lstStyle/>
          <a:p>
            <a:r>
              <a:t>auto</a:t>
            </a:r>
          </a:p>
          <a:p>
            <a:r>
              <a:t>Model decides whether to call a tool. Default. May answer in prose. Pick when the model's judgment is the right call.</a:t>
            </a:r>
          </a:p>
          <a:p>
            <a:r>
              <a:t>any</a:t>
            </a:r>
          </a:p>
          <a:p>
            <a:r>
              <a:t>Model MUST call some tool, model picks which. Use when action is required.</a:t>
            </a:r>
          </a:p>
          <a:p>
            <a:r>
              <a:t>tool</a:t>
            </a:r>
          </a:p>
          <a:p>
            <a:r>
              <a:t>Model MUST call THIS specific tool. The structured-output cheat code. {type: tool, name: extract_X}.</a:t>
            </a:r>
          </a:p>
          <a:p>
            <a:r>
              <a:t>none</a:t>
            </a:r>
          </a:p>
          <a:p>
            <a:r>
              <a:t>Tools registered but model CANNOT call them. 'Explain, don't act' turns.</a:t>
            </a:r>
          </a:p>
        </p:txBody>
      </p:sp>
      <p:sp>
        <p:nvSpPr>
          <p:cNvPr id="4" name="Text Placeholder 3"/>
          <p:cNvSpPr>
            <a:spLocks noGrp="1"/>
          </p:cNvSpPr>
          <p:nvPr>
            <p:ph type="body" idx="15"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17" sz="quarter"/>
          </p:nvPr>
        </p:nvSpPr>
        <p:spPr/>
        <p:txBody>
          <a:bodyPr/>
          <a:lstStyle/>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Cap agents at ~5 tools</a:t>
            </a:r>
          </a:p>
        </p:txBody>
      </p:sp>
      <p:sp>
        <p:nvSpPr>
          <p:cNvPr id="3" name="Content Placeholder 2"/>
          <p:cNvSpPr>
            <a:spLocks noGrp="1"/>
          </p:cNvSpPr>
          <p:nvPr>
            <p:ph idx="1"/>
          </p:nvPr>
        </p:nvSpPr>
        <p:spPr/>
        <p:txBody>
          <a:bodyPr wrap="square"/>
          <a:lstStyle/>
          <a:p>
            <a:r>
              <a:t>More tools = worse selection accuracy (well-documented effect)</a:t>
            </a:r>
          </a:p>
          <a:p>
            <a:r>
              <a:t>Beyond 5: split into subagents with scoped tool sets</a:t>
            </a:r>
          </a:p>
          <a:p>
            <a:r>
              <a:t>Specificity in descriptions beats quantity of tools</a:t>
            </a:r>
          </a:p>
          <a:p/>
          <a:p>
            <a:r>
              <a:t>Anti-pattern: dump 30 tools into one agent because 'flexibility'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mcp-transport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MCP server config - .mcp.json</a:t>
            </a:r>
          </a:p>
        </p:txBody>
      </p:sp>
      <p:sp>
        <p:nvSpPr>
          <p:cNvPr id="3" name="Content Placeholder 2"/>
          <p:cNvSpPr>
            <a:spLocks noGrp="1"/>
          </p:cNvSpPr>
          <p:nvPr>
            <p:ph idx="1"/>
          </p:nvPr>
        </p:nvSpPr>
        <p:spPr/>
        <p:txBody>
          <a:bodyPr wrap="square"/>
          <a:lstStyle/>
          <a:p>
            <a:r>
              <a:t>Three transports: stdio, SSE, HTTP</a:t>
            </a:r>
          </a:p>
          <a:p>
            <a:r>
              <a:t>stdio: command + args + env (local subprocess)</a:t>
            </a:r>
          </a:p>
          <a:p>
            <a:r>
              <a:t>SSE / HTTP: type + url + headers (remote)</a:t>
            </a:r>
          </a:p>
          <a:p>
            <a:r>
              <a:t>${ENV_VAR} expansion works in env, args, AND headers</a:t>
            </a:r>
          </a:p>
          <a:p/>
          <a:p>
            <a:r>
              <a:t>Project scope: ./.mcp.json    User scope: ~/.claude.json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wrap="square"/>
          <a:lstStyle/>
          <a:p>
            <a:r>
              <a:t>Demo A - MCP config walkthrough (10 min)</a:t>
            </a:r>
          </a:p>
          <a:p/>
          <a:p>
            <a:r>
              <a:t>Open C:/github/claude-architect/.mcp.json in VS Code</a:t>
            </a:r>
          </a:p>
          <a:p>
            <a:r>
              <a:t>Walk server-by-server: filesystem (stdio), github (stdio + ${GITHUB_TOKEN})</a:t>
            </a:r>
          </a:p>
          <a:p>
            <a:r>
              <a:t>Show context7 (HTTP + header), internal-knowledge-base (SSE + bearer)</a:t>
            </a:r>
          </a:p>
          <a:p>
            <a:r>
              <a:t>Show what happens when GITHUB_TOKEN is unset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claude-md-hierarch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CLAUDE.md hierarchy</a:t>
            </a:r>
          </a:p>
        </p:txBody>
      </p:sp>
      <p:sp>
        <p:nvSpPr>
          <p:cNvPr id="3" name="Content Placeholder 2"/>
          <p:cNvSpPr>
            <a:spLocks noGrp="1"/>
          </p:cNvSpPr>
          <p:nvPr>
            <p:ph idx="1"/>
          </p:nvPr>
        </p:nvSpPr>
        <p:spPr/>
        <p:txBody>
          <a:bodyPr wrap="square"/>
          <a:lstStyle/>
          <a:p>
            <a:r>
              <a:t>User     ~/.claude/CLAUDE.md     - your machine, every project</a:t>
            </a:r>
          </a:p>
          <a:p>
            <a:r>
              <a:t>Project  ./CLAUDE.md             - team conventions, in git</a:t>
            </a:r>
          </a:p>
          <a:p>
            <a:r>
              <a:t>Subtree  ./&lt;subdir&gt;/CLAUDE.md    - loads on demand when files in subdir are read</a:t>
            </a:r>
          </a:p>
          <a:p>
            <a:r>
              <a:t>Local    ./CLAUDE.local.md       - gitignored personal override</a:t>
            </a:r>
          </a:p>
          <a:p/>
          <a:p>
            <a:r>
              <a:t>Agent SDK: settingSources [user, project] loads both</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 mode vs. headless mode</a:t>
            </a:r>
          </a:p>
        </p:txBody>
      </p:sp>
      <p:sp>
        <p:nvSpPr>
          <p:cNvPr id="3" name="Content Placeholder 2"/>
          <p:cNvSpPr>
            <a:spLocks noGrp="1"/>
          </p:cNvSpPr>
          <p:nvPr>
            <p:ph idx="1"/>
          </p:nvPr>
        </p:nvSpPr>
        <p:spPr/>
        <p:txBody>
          <a:bodyPr wrap="square"/>
          <a:lstStyle/>
          <a:p>
            <a:r>
              <a:t>Plan mode   - interactive, proposes plan, waits for approval (default)</a:t>
            </a:r>
          </a:p>
          <a:p>
            <a:r>
              <a:t>Headless    - claude -p 'prompt' - non-interactive, pipe-friendly</a:t>
            </a:r>
          </a:p>
          <a:p>
            <a:r>
              <a:t>            - --output-format json|stream-json for parsing</a:t>
            </a:r>
          </a:p>
          <a:p>
            <a:r>
              <a:t>            - --allowed-tools 'Read,Edit,Bash' to scope</a:t>
            </a:r>
          </a:p>
          <a:p/>
          <a:p>
            <a:r>
              <a:t>Headless is THE CI/CD answer - pre-commit hooks, PR review, release notes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wrap="square"/>
          <a:lstStyle/>
          <a:p>
            <a:r>
              <a:t>Demo B - CLAUDE.md hierarchy + claude -p (5 min)</a:t>
            </a:r>
          </a:p>
          <a:p/>
          <a:p>
            <a:r>
              <a:t>Open this repo's own CLAUDE.md - walk the structure</a:t>
            </a:r>
          </a:p>
          <a:p>
            <a:r>
              <a:t>Run: claude -p 'audit this CLAUDE.md against the documented conventions'</a:t>
            </a:r>
          </a:p>
          <a:p>
            <a:r>
              <a:t>Show the headless output</a:t>
            </a:r>
          </a:p>
          <a:p>
            <a:r>
              <a:t>Pipe a git log into it - get a release-notes draft in seconds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 (5 min)</a:t>
            </a:r>
          </a:p>
        </p:txBody>
      </p:sp>
      <p:sp>
        <p:nvSpPr>
          <p:cNvPr id="3" name="Content Placeholder 2"/>
          <p:cNvSpPr>
            <a:spLocks noGrp="1"/>
          </p:cNvSpPr>
          <p:nvPr>
            <p:ph idx="1"/>
          </p:nvPr>
        </p:nvSpPr>
        <p:spPr/>
        <p:txBody>
          <a:bodyPr wrap="square"/>
          <a:lstStyle/>
          <a:p>
            <a:r>
              <a:t>Design a CLAUDE.md hierarchy for a 3-team monorepo</a:t>
            </a:r>
          </a:p>
          <a:p>
            <a:r>
              <a:t>Teams: backend (Go), frontend (React/TS), infra (Terraform)</a:t>
            </a:r>
          </a:p>
          <a:p>
            <a:r>
              <a:t>Each team has different conventions</a:t>
            </a:r>
          </a:p>
          <a:p>
            <a:r>
              <a:t>Where does each rule go? User, project, subtree, or .claude/rules?</a:t>
            </a:r>
          </a:p>
          <a:p>
            <a:r>
              <a:t>What goes in .claude/rules/ with paths: globs?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Segment 2 takeaways</a:t>
            </a:r>
          </a:p>
          <a:p/>
          <a:p>
            <a:r>
              <a:t>Descriptions, not names, drive tool selection</a:t>
            </a:r>
          </a:p>
          <a:p>
            <a:r>
              <a:t>.mcp.json - three transports, ${ENV} expansion, secrets in env never in file</a:t>
            </a:r>
          </a:p>
          <a:p>
            <a:r>
              <a:t>CLAUDE.md hierarchy is additive; claude -p is your CI/CD primitive</a:t>
            </a:r>
          </a:p>
        </p:txBody>
      </p:sp>
      <p:sp>
        <p:nvSpPr>
          <p:cNvPr id="3" name="Text Placeholder 2"/>
          <p:cNvSpPr>
            <a:spLocks noGrp="1"/>
          </p:cNvSpPr>
          <p:nvPr>
            <p:ph type="body" idx="14" sz="quarter"/>
          </p:nvPr>
        </p:nvSpPr>
        <p:spPr/>
        <p:txBody>
          <a:bodyPr/>
          <a:lstStyle/>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Three tiers tools come from</a:t>
            </a:r>
          </a:p>
        </p:txBody>
      </p:sp>
      <p:sp>
        <p:nvSpPr>
          <p:cNvPr id="3" name="Content Placeholder 2"/>
          <p:cNvSpPr>
            <a:spLocks noGrp="1"/>
          </p:cNvSpPr>
          <p:nvPr>
            <p:ph idx="12" sz="quarter"/>
          </p:nvPr>
        </p:nvSpPr>
        <p:spPr/>
        <p:txBody>
          <a:bodyPr/>
          <a:lstStyle/>
          <a:p>
            <a:r>
              <a:t>Tier 1 - Server tools</a:t>
            </a:r>
          </a:p>
        </p:txBody>
      </p:sp>
      <p:sp>
        <p:nvSpPr>
          <p:cNvPr id="4" name="Text Placeholder 3"/>
          <p:cNvSpPr>
            <a:spLocks noGrp="1"/>
          </p:cNvSpPr>
          <p:nvPr>
            <p:ph type="body" idx="15" sz="quarter"/>
          </p:nvPr>
        </p:nvSpPr>
        <p:spPr/>
        <p:txBody>
          <a:bodyPr/>
          <a:lstStyle/>
          <a:p>
            <a:r>
              <a:t>Anthropic hosts. You register by type (bash_20250124, code_execution_20250522, web_search_20250305). Model invokes, Anthropic executes server-side.</a:t>
            </a:r>
          </a:p>
        </p:txBody>
      </p:sp>
      <p:sp>
        <p:nvSpPr>
          <p:cNvPr id="5" name="Content Placeholder 4"/>
          <p:cNvSpPr>
            <a:spLocks noGrp="1"/>
          </p:cNvSpPr>
          <p:nvPr>
            <p:ph idx="16" sz="quarter"/>
          </p:nvPr>
        </p:nvSpPr>
        <p:spPr/>
        <p:txBody>
          <a:bodyPr/>
          <a:lstStyle/>
          <a:p>
            <a:r>
              <a:t>Tier 2 - MCP tools</a:t>
            </a:r>
          </a:p>
        </p:txBody>
      </p:sp>
      <p:sp>
        <p:nvSpPr>
          <p:cNvPr id="6" name="Text Placeholder 5"/>
          <p:cNvSpPr>
            <a:spLocks noGrp="1"/>
          </p:cNvSpPr>
          <p:nvPr>
            <p:ph type="body" idx="17" sz="quarter"/>
          </p:nvPr>
        </p:nvSpPr>
        <p:spPr/>
        <p:txBody>
          <a:bodyPr/>
          <a:lstStyle/>
          <a:p>
            <a:r>
              <a:t>You (or a vendor) host. Discovered at runtime via list_tools(). The pattern that scales by configuration, not code.</a:t>
            </a:r>
          </a:p>
        </p:txBody>
      </p:sp>
      <p:sp>
        <p:nvSpPr>
          <p:cNvPr id="7" name="Content Placeholder 6"/>
          <p:cNvSpPr>
            <a:spLocks noGrp="1"/>
          </p:cNvSpPr>
          <p:nvPr>
            <p:ph idx="18" sz="quarter"/>
          </p:nvPr>
        </p:nvSpPr>
        <p:spPr/>
        <p:txBody>
          <a:bodyPr/>
          <a:lstStyle/>
          <a:p>
            <a:r>
              <a:t>Tier 3 - Harness tools</a:t>
            </a:r>
          </a:p>
        </p:txBody>
      </p:sp>
      <p:sp>
        <p:nvSpPr>
          <p:cNvPr id="8" name="Text Placeholder 7"/>
          <p:cNvSpPr>
            <a:spLocks noGrp="1"/>
          </p:cNvSpPr>
          <p:nvPr>
            <p:ph type="body" idx="19" sz="quarter"/>
          </p:nvPr>
        </p:nvSpPr>
        <p:spPr/>
        <p:txBody>
          <a:bodyPr/>
          <a:lstStyle/>
          <a:p>
            <a:r>
              <a:t>Claude Code's Read, Edit, Bash, Grep. Harness-private TypeScript. NOT API-reachable. Same noun, different runtime.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three-tier-tool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wrap="square"/>
          <a:lstStyle/>
          <a:p>
            <a:r>
              <a:t>notebooks/segment-2-5-control-surfaces.ipynb</a:t>
            </a:r>
          </a:p>
          <a:p/>
          <a:p>
            <a:r>
              <a:t>Three tiers tools come from - server tools, MCP, Claude Code harness</a:t>
            </a:r>
          </a:p>
          <a:p>
            <a:r>
              <a:t>All four tool_choice modes + disable_parallel_tool_use</a:t>
            </a:r>
          </a:p>
          <a:p>
            <a:r>
              <a:t>stop_sequences + max_tokens as control levers + pause_turn + refusal</a:t>
            </a:r>
          </a:p>
          <a:p>
            <a:r>
              <a:t>MCP list_tools runtime discovery</a:t>
            </a:r>
          </a:p>
          <a:p>
            <a:r>
              <a:t>The live Claude Console asset surface - memory_stores, vaults, agents, sessions</a:t>
            </a:r>
          </a:p>
          <a:p/>
          <a:p>
            <a:r>
              <a:t>Highest exam-objective density in the repo. Walk it for CCA-F prep.</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Segment 3: Structured Output and Reliability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Two domains, one segment (again)</a:t>
            </a:r>
          </a:p>
        </p:txBody>
      </p:sp>
      <p:sp>
        <p:nvSpPr>
          <p:cNvPr id="3" name="Content Placeholder 2"/>
          <p:cNvSpPr>
            <a:spLocks noGrp="1"/>
          </p:cNvSpPr>
          <p:nvPr>
            <p:ph idx="1"/>
          </p:nvPr>
        </p:nvSpPr>
        <p:spPr/>
        <p:txBody>
          <a:bodyPr wrap="square"/>
          <a:lstStyle/>
          <a:p>
            <a:r>
              <a:t>Domain 4 - Prompt Engineering and Structured Output (20%)</a:t>
            </a:r>
          </a:p>
          <a:p>
            <a:r>
              <a:t>Domain 5 - Context Management and Reliability (15%)</a:t>
            </a:r>
          </a:p>
          <a:p>
            <a:r>
              <a:t>Combined = 35% of the cert</a:t>
            </a:r>
          </a:p>
          <a:p/>
          <a:p>
            <a:r>
              <a:t>Why combined? Structured extraction without context discipline is fragile</a:t>
            </a:r>
          </a:p>
          <a:p>
            <a:r>
              <a:t>Long sessions need context pinning; structured output needs validation retry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you'll build</a:t>
            </a:r>
          </a:p>
        </p:txBody>
      </p:sp>
      <p:sp>
        <p:nvSpPr>
          <p:cNvPr id="3" name="Content Placeholder 2"/>
          <p:cNvSpPr>
            <a:spLocks noGrp="1"/>
          </p:cNvSpPr>
          <p:nvPr>
            <p:ph idx="1"/>
          </p:nvPr>
        </p:nvSpPr>
        <p:spPr/>
        <p:txBody>
          <a:bodyPr wrap="square"/>
          <a:lstStyle/>
          <a:p>
            <a:r>
              <a:t>An invoice extractor with a Pydantic schema</a:t>
            </a:r>
          </a:p>
          <a:p>
            <a:r>
              <a:t>tool_choice {type: tool, name: extract_invoice} forces valid JSON</a:t>
            </a:r>
          </a:p>
          <a:p>
            <a:r>
              <a:t>Validation-retry loop handles malformed output (max_retries=1)</a:t>
            </a:r>
          </a:p>
          <a:p>
            <a:r>
              <a:t>Three invoices: clean, missing field, ambiguous line item</a:t>
            </a:r>
          </a:p>
          <a:p/>
          <a:p>
            <a:r>
              <a:t>By the end of the segment: you can extract typed data from anything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Precise prompts beat vague prompts</a:t>
            </a:r>
          </a:p>
        </p:txBody>
      </p:sp>
      <p:sp>
        <p:nvSpPr>
          <p:cNvPr id="3" name="Content Placeholder 2"/>
          <p:cNvSpPr>
            <a:spLocks noGrp="1"/>
          </p:cNvSpPr>
          <p:nvPr>
            <p:ph idx="1"/>
          </p:nvPr>
        </p:nvSpPr>
        <p:spPr/>
        <p:txBody>
          <a:bodyPr wrap="square"/>
          <a:lstStyle/>
          <a:p>
            <a:r>
              <a:t>Be specific: format, edge cases, missing-data handling</a:t>
            </a:r>
          </a:p>
          <a:p>
            <a:r>
              <a:t>Plausible hallucinations: model invents values for nullable fields</a:t>
            </a:r>
          </a:p>
          <a:p>
            <a:r>
              <a:t>Fix: explicit 'return null if not directly stated' instruction</a:t>
            </a:r>
          </a:p>
          <a:p>
            <a:r>
              <a:t>Inconsistent formats: 'cotton blend' vs 'Cotton/Polyester mix'</a:t>
            </a:r>
          </a:p>
          <a:p>
            <a:r>
              <a:t>Fix: 2-3 few-shot examples, NOT lower temperature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JSON schema via tool use - the cheat code</a:t>
            </a:r>
          </a:p>
        </p:txBody>
      </p:sp>
      <p:sp>
        <p:nvSpPr>
          <p:cNvPr id="3" name="Content Placeholder 2"/>
          <p:cNvSpPr>
            <a:spLocks noGrp="1"/>
          </p:cNvSpPr>
          <p:nvPr>
            <p:ph idx="1"/>
          </p:nvPr>
        </p:nvSpPr>
        <p:spPr/>
        <p:txBody>
          <a:bodyPr wrap="square"/>
          <a:lstStyle/>
          <a:p>
            <a:r>
              <a:t>1. Define a Pydantic model with your fields</a:t>
            </a:r>
          </a:p>
          <a:p>
            <a:r>
              <a:t>2. Convert to JSON Schema (model.model_json_schema())</a:t>
            </a:r>
          </a:p>
          <a:p>
            <a:r>
              <a:t>3. Register as a tool's input_schema</a:t>
            </a:r>
          </a:p>
          <a:p>
            <a:r>
              <a:t>4. Set tool_choice {type: tool, name: &lt;your_schema&gt;}</a:t>
            </a:r>
          </a:p>
          <a:p>
            <a:r>
              <a:t>5. block.input is now a typed dict matching the schema</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forced-tool-choic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forced-tool_choice pattern in code</a:t>
            </a:r>
          </a:p>
        </p:txBody>
      </p:sp>
      <p:sp>
        <p:nvSpPr>
          <p:cNvPr id="3" name="Text Placeholder 2"/>
          <p:cNvSpPr>
            <a:spLocks noGrp="1"/>
          </p:cNvSpPr>
          <p:nvPr>
            <p:ph type="body" idx="10" sz="quarter"/>
          </p:nvPr>
        </p:nvSpPr>
        <p:spPr/>
        <p:txBody>
          <a:bodyPr wrap="square"/>
          <a:lstStyle/>
          <a:p>
            <a:r>
              <a:t>class Invoice(BaseModel):</a:t>
            </a:r>
          </a:p>
          <a:p>
            <a:r>
              <a:t>    invoice_number: str</a:t>
            </a:r>
          </a:p>
          <a:p>
            <a:r>
              <a:t>    vendor: str</a:t>
            </a:r>
          </a:p>
          <a:p>
            <a:r>
              <a:t>    total: float</a:t>
            </a:r>
          </a:p>
          <a:p>
            <a:r>
              <a:t>    po_number: Optional[str] = None</a:t>
            </a:r>
          </a:p>
          <a:p/>
          <a:p>
            <a:r>
              <a:t>EXTRACT_TOOL = {</a:t>
            </a:r>
          </a:p>
          <a:p>
            <a:r>
              <a:t>    "name": "extract_invoice",</a:t>
            </a:r>
          </a:p>
          <a:p>
            <a:r>
              <a:t>    "description": "Extract invoice fields. Do NOT invent values.",</a:t>
            </a:r>
          </a:p>
          <a:p>
            <a:r>
              <a:t>    "input_schema": Invoice.model_json_schema(),</a:t>
            </a:r>
          </a:p>
          <a:p>
            <a:r>
              <a:t>}</a:t>
            </a:r>
          </a:p>
          <a:p/>
          <a:p>
            <a:r>
              <a:t>resp = client.messages.create(</a:t>
            </a:r>
          </a:p>
          <a:p>
            <a:r>
              <a:t>    model=MODEL,</a:t>
            </a:r>
          </a:p>
          <a:p>
            <a:r>
              <a:t>    tools=[EXTRACT_TOOL],</a:t>
            </a:r>
          </a:p>
          <a:p>
            <a:r>
              <a:t>    tool_choice={"type": "tool", "name": "extract_invoice"},</a:t>
            </a:r>
          </a:p>
          <a:p>
            <a:r>
              <a:t>    messages=[{"role": "user", "content": raw_invoice_text}],</a:t>
            </a:r>
          </a:p>
          <a:p>
            <a:r>
              <a:t>)</a:t>
            </a:r>
          </a:p>
          <a:p/>
          <a:p>
            <a:r>
              <a:t>tool_block = next(b for b in resp.content if b.type == "tool_use")</a:t>
            </a:r>
          </a:p>
          <a:p>
            <a:r>
              <a:t>invoice = Invoice(**tool_block.input)   # validated, typed</a:t>
            </a:r>
          </a:p>
        </p:txBody>
      </p:sp>
      <p:sp>
        <p:nvSpPr>
          <p:cNvPr id="4" name="Text Placeholder 3"/>
          <p:cNvSpPr>
            <a:spLocks noGrp="1"/>
          </p:cNvSpPr>
          <p:nvPr>
            <p:ph type="body" idx="18" sz="quarter"/>
          </p:nvPr>
        </p:nvSpPr>
        <p:spPr/>
        <p:txBody>
          <a:bodyPr/>
          <a:lstStyle/>
          <a:p>
            <a:r>
              <a:t>Three load-bearing lines. tool_choice={"type": "tool", "name": ...} forces the model to call that exact tool. block.input is a typed dict matching the schema. Invoice(**tool_block.input) is the validation gate. The full retry loop lives in segment-3-invoice-extractor.ipynb; this is the skeleton.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Validation + retry loops</a:t>
            </a:r>
          </a:p>
        </p:txBody>
      </p:sp>
      <p:sp>
        <p:nvSpPr>
          <p:cNvPr id="3" name="Content Placeholder 2"/>
          <p:cNvSpPr>
            <a:spLocks noGrp="1"/>
          </p:cNvSpPr>
          <p:nvPr>
            <p:ph idx="1"/>
          </p:nvPr>
        </p:nvSpPr>
        <p:spPr/>
        <p:txBody>
          <a:bodyPr wrap="square"/>
          <a:lstStyle/>
          <a:p>
            <a:r>
              <a:t>Effective: format errors, JSON parse failures, schema mismatches</a:t>
            </a:r>
          </a:p>
          <a:p>
            <a:r>
              <a:t>    -&gt; append the error as a tool_result with is_error: true, retry</a:t>
            </a:r>
          </a:p>
          <a:p>
            <a:r>
              <a:t>    -&gt; succeeds in 2-3 attempts</a:t>
            </a:r>
          </a:p>
          <a:p/>
          <a:p>
            <a:r>
              <a:t>INEFFECTIVE: knowledge gaps, ambiguous source data</a:t>
            </a:r>
          </a:p>
          <a:p>
            <a:r>
              <a:t>    -&gt; retries DO NOT help</a:t>
            </a:r>
          </a:p>
          <a:p>
            <a:r>
              <a:t>    -&gt; cap at 2-3, then escalate to human review</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Confidence-based routing</a:t>
            </a:r>
          </a:p>
        </p:txBody>
      </p:sp>
      <p:sp>
        <p:nvSpPr>
          <p:cNvPr id="3" name="Content Placeholder 2"/>
          <p:cNvSpPr>
            <a:spLocks noGrp="1"/>
          </p:cNvSpPr>
          <p:nvPr>
            <p:ph idx="1"/>
          </p:nvPr>
        </p:nvSpPr>
        <p:spPr/>
        <p:txBody>
          <a:bodyPr wrap="square"/>
          <a:lstStyle/>
          <a:p>
            <a:r>
              <a:t>Have the model output field-level confidence: high | medium | low</a:t>
            </a:r>
          </a:p>
          <a:p>
            <a:r>
              <a:t>Route: high -&gt; automated, medium -&gt; spot-check, low -&gt; human</a:t>
            </a:r>
          </a:p>
          <a:p/>
          <a:p>
            <a:r>
              <a:t>CRITICAL: validate accuracy by document type AND field</a:t>
            </a:r>
          </a:p>
          <a:p>
            <a:r>
              <a:t>Aggregate 95% accuracy can mask 60% accuracy on specific segments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wrap="square"/>
          <a:lstStyle/>
          <a:p>
            <a:r>
              <a:t>Demo - invoice extractor live build (20 min)</a:t>
            </a:r>
          </a:p>
          <a:p/>
          <a:p>
            <a:r>
              <a:t>Open notebooks/segment-3-invoice-extractor.ipynb</a:t>
            </a:r>
          </a:p>
          <a:p>
            <a:r>
              <a:t>Build the Pydantic schema, register as a tool</a:t>
            </a:r>
          </a:p>
          <a:p>
            <a:r>
              <a:t>Force tool_choice = {type: tool, name: extract_invoice}</a:t>
            </a:r>
          </a:p>
          <a:p>
            <a:r>
              <a:t>Run on 3 invoices: clean, missing PO, ambiguous total</a:t>
            </a:r>
          </a:p>
          <a:p>
            <a:r>
              <a:t>Add validation-retry loop, watch it recover from a parse failure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Context preservation in long sessions</a:t>
            </a:r>
          </a:p>
        </p:txBody>
      </p:sp>
      <p:sp>
        <p:nvSpPr>
          <p:cNvPr id="3" name="Content Placeholder 2"/>
          <p:cNvSpPr>
            <a:spLocks noGrp="1"/>
          </p:cNvSpPr>
          <p:nvPr>
            <p:ph idx="1"/>
          </p:nvPr>
        </p:nvSpPr>
        <p:spPr/>
        <p:txBody>
          <a:bodyPr wrap="square"/>
          <a:lstStyle/>
          <a:p>
            <a:r>
              <a:t>Pin case-facts at the top of every turn</a:t>
            </a:r>
          </a:p>
          <a:p>
            <a:r>
              <a:t>Summarize resolved turns into narrative, drop verbatim history</a:t>
            </a:r>
          </a:p>
          <a:p>
            <a:r>
              <a:t>Prune verbose tool outputs - extract the fields you used, drop the rest</a:t>
            </a:r>
          </a:p>
          <a:p>
            <a:r>
              <a:t>Application-side filtering, before the next turn</a:t>
            </a:r>
          </a:p>
          <a:p/>
          <a:p>
            <a:r>
              <a:t>How lawyers manage case files. Same discipline for long agent sessions.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Escalation design</a:t>
            </a:r>
          </a:p>
        </p:txBody>
      </p:sp>
      <p:sp>
        <p:nvSpPr>
          <p:cNvPr id="3" name="Content Placeholder 2"/>
          <p:cNvSpPr>
            <a:spLocks noGrp="1"/>
          </p:cNvSpPr>
          <p:nvPr>
            <p:ph idx="1"/>
          </p:nvPr>
        </p:nvSpPr>
        <p:spPr/>
        <p:txBody>
          <a:bodyPr wrap="square"/>
          <a:lstStyle/>
          <a:p>
            <a:r>
              <a:t>Honor explicit human requests IMMEDIATELY</a:t>
            </a:r>
          </a:p>
          <a:p>
            <a:r>
              <a:t>    'I want a human NOW' = escalate, don't clarify, don't try one more tool</a:t>
            </a:r>
          </a:p>
          <a:p>
            <a:r>
              <a:t>Pass STRUCTURED summary to the human queue, not the transcript</a:t>
            </a:r>
          </a:p>
          <a:p>
            <a:r>
              <a:t>Never escalate on sentiment alone (frustration != complexity)</a:t>
            </a:r>
          </a:p>
          <a:p>
            <a:r>
              <a:t>Confidence-based escalation: low confidence -&gt; human review</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escalation-tre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 (5 min)</a:t>
            </a:r>
          </a:p>
        </p:txBody>
      </p:sp>
      <p:sp>
        <p:nvSpPr>
          <p:cNvPr id="3" name="Content Placeholder 2"/>
          <p:cNvSpPr>
            <a:spLocks noGrp="1"/>
          </p:cNvSpPr>
          <p:nvPr>
            <p:ph idx="1"/>
          </p:nvPr>
        </p:nvSpPr>
        <p:spPr/>
        <p:txBody>
          <a:bodyPr wrap="square"/>
          <a:lstStyle/>
          <a:p>
            <a:r>
              <a:t>Design an extraction schema for a domain you know</a:t>
            </a:r>
          </a:p>
          <a:p>
            <a:r>
              <a:t>Fields: required vs Optional[]</a:t>
            </a:r>
          </a:p>
          <a:p>
            <a:r>
              <a:t>Add a confidence Literal: 'high' | 'medium' | 'low'</a:t>
            </a:r>
          </a:p>
          <a:p>
            <a:r>
              <a:t>Add a notes Optional[str] for ambiguity</a:t>
            </a:r>
          </a:p>
          <a:p>
            <a:r>
              <a:t>Share your schema in chat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Segment 3 takeaways</a:t>
            </a:r>
          </a:p>
          <a:p/>
          <a:p>
            <a:r>
              <a:t>Pydantic + tool_choice tool = guaranteed valid JSON</a:t>
            </a:r>
          </a:p>
          <a:p>
            <a:r>
              <a:t>Few-shot examples beat temperature tuning every time</a:t>
            </a:r>
          </a:p>
          <a:p>
            <a:r>
              <a:t>Retries help format errors; retries do NOT help missing info</a:t>
            </a:r>
          </a:p>
          <a:p>
            <a:r>
              <a:t>Cache the system block with cache_control - amortize policy across calls</a:t>
            </a:r>
          </a:p>
        </p:txBody>
      </p:sp>
      <p:sp>
        <p:nvSpPr>
          <p:cNvPr id="3" name="Text Placeholder 2"/>
          <p:cNvSpPr>
            <a:spLocks noGrp="1"/>
          </p:cNvSpPr>
          <p:nvPr>
            <p:ph type="body" idx="14" sz="quarter"/>
          </p:nvPr>
        </p:nvSpPr>
        <p:spPr/>
        <p:txBody>
          <a:bodyPr/>
          <a:lstStyle/>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Segment 4: CCA-F Certification Capstone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CCA-F is</a:t>
            </a:r>
          </a:p>
        </p:txBody>
      </p:sp>
      <p:sp>
        <p:nvSpPr>
          <p:cNvPr id="3" name="Content Placeholder 2"/>
          <p:cNvSpPr>
            <a:spLocks noGrp="1"/>
          </p:cNvSpPr>
          <p:nvPr>
            <p:ph idx="1"/>
          </p:nvPr>
        </p:nvSpPr>
        <p:spPr/>
        <p:txBody>
          <a:bodyPr wrap="square"/>
          <a:lstStyle/>
          <a:p>
            <a:r>
              <a:t>Claude Certified Architect: Foundations - Anthropic's first official certification</a:t>
            </a:r>
          </a:p>
          <a:p>
            <a:r>
              <a:t>Targets architects shipping with Agent SDK, Claude Code, Claude API, MCP</a:t>
            </a:r>
          </a:p>
          <a:p>
            <a:r>
              <a:t>Roughly the 301 skill level - past 'hello world', not yet 'I run distillation pipelines'</a:t>
            </a:r>
          </a:p>
          <a:p/>
          <a:p>
            <a:r>
              <a:t>Beta product as of 2026 - watch the official cert page for changes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Exam mechanics (the load-bearing facts)</a:t>
            </a:r>
          </a:p>
        </p:txBody>
      </p:sp>
      <p:sp>
        <p:nvSpPr>
          <p:cNvPr id="3" name="Content Placeholder 2"/>
          <p:cNvSpPr>
            <a:spLocks noGrp="1"/>
          </p:cNvSpPr>
          <p:nvPr>
            <p:ph idx="1"/>
          </p:nvPr>
        </p:nvSpPr>
        <p:spPr/>
        <p:txBody>
          <a:bodyPr wrap="square"/>
          <a:lstStyle/>
          <a:p>
            <a:r>
              <a:t>Questions: 60 multiple-choice</a:t>
            </a:r>
          </a:p>
          <a:p>
            <a:r>
              <a:t>Time: 120 minutes, single session, no breaks</a:t>
            </a:r>
          </a:p>
          <a:p>
            <a:r>
              <a:t>Scoring: scaled 100-1000, passing = 720, no guess penalty</a:t>
            </a:r>
          </a:p>
          <a:p>
            <a:r>
              <a:t>Delivery: ProctorFree, English</a:t>
            </a:r>
          </a:p>
          <a:p>
            <a:r>
              <a:t>Results: 2 business days</a:t>
            </a:r>
          </a:p>
          <a:p>
            <a:r>
              <a:t>Cost: $99 per attempt</a:t>
            </a:r>
          </a:p>
          <a:p>
            <a:r>
              <a:t>Attempts: ONE - this is the policy that catches people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Domain weights and where each was taught</a:t>
            </a:r>
          </a:p>
        </p:txBody>
      </p:sp>
      <p:sp>
        <p:nvSpPr>
          <p:cNvPr id="3" name="Text Placeholder 2"/>
          <p:cNvSpPr>
            <a:spLocks noGrp="1"/>
          </p:cNvSpPr>
          <p:nvPr>
            <p:ph type="body" idx="10" sz="quarter"/>
          </p:nvPr>
        </p:nvSpPr>
        <p:spPr/>
        <p:txBody>
          <a:bodyPr wrap="square"/>
          <a:lstStyle/>
          <a:p>
            <a:r>
              <a:t>Domain 1 - Agentic Architecture (27%)</a:t>
            </a:r>
          </a:p>
          <a:p>
            <a:r>
              <a:t>Heaviest. Segment 1 - agents, hooks, coordinator-subagent. Re-walk segment-1.</a:t>
            </a:r>
          </a:p>
          <a:p>
            <a:r>
              <a:t>Domain 2 - Tool Design and MCP (18%)</a:t>
            </a:r>
          </a:p>
          <a:p>
            <a:r>
              <a:t>Segment 2 + 2.5. Tool descriptions, structured errors, MCP list_tools.</a:t>
            </a:r>
          </a:p>
          <a:p>
            <a:r>
              <a:t>Domain 3 - Claude Code (20%)</a:t>
            </a:r>
          </a:p>
          <a:p>
            <a:r>
              <a:t>Segment 2. CLAUDE.md hierarchy, skills, slash commands, claude -p headless.</a:t>
            </a:r>
          </a:p>
          <a:p>
            <a:r>
              <a:t>Domain 4 - Prompts and Structured Output (20%)</a:t>
            </a:r>
          </a:p>
          <a:p>
            <a:r>
              <a:t>Segment 3. Forced tool_choice, Pydantic schemas, few-shot, retry loops.</a:t>
            </a:r>
          </a:p>
          <a:p>
            <a:r>
              <a:t>Domain 5 - Context and Reliability (15%)</a:t>
            </a:r>
          </a:p>
          <a:p>
            <a:r>
              <a:t>Segment 3 + parts of Segment 1. Context pinning, escalation, structured errors.</a:t>
            </a:r>
          </a:p>
        </p:txBody>
      </p:sp>
      <p:sp>
        <p:nvSpPr>
          <p:cNvPr id="4" name="Text Placeholder 3"/>
          <p:cNvSpPr>
            <a:spLocks noGrp="1"/>
          </p:cNvSpPr>
          <p:nvPr>
            <p:ph type="body" idx="15"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17" sz="quarter"/>
          </p:nvPr>
        </p:nvSpPr>
        <p:spPr/>
        <p:txBody>
          <a:bodyPr/>
          <a:lstStyle/>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cca-f-weight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the practice sampler is domain-weighted</a:t>
            </a:r>
          </a:p>
        </p:txBody>
      </p:sp>
      <p:sp>
        <p:nvSpPr>
          <p:cNvPr id="3" name="Text Placeholder 2"/>
          <p:cNvSpPr>
            <a:spLocks noGrp="1"/>
          </p:cNvSpPr>
          <p:nvPr>
            <p:ph type="body" idx="10" sz="quarter"/>
          </p:nvPr>
        </p:nvSpPr>
        <p:spPr/>
        <p:txBody>
          <a:bodyPr wrap="square"/>
          <a:lstStyle/>
          <a:p>
            <a:r>
              <a:t>The naive sampler</a:t>
            </a:r>
          </a:p>
          <a:p>
            <a:r>
              <a:t>Pulls questions evenly across scenario families - which over-tests Claude Code (two scenarios are heavily D3) and under-tests context management (only fits in one).</a:t>
            </a:r>
          </a:p>
          <a:p>
            <a:r>
              <a:t>Our sampler</a:t>
            </a:r>
          </a:p>
          <a:p>
            <a:r>
              <a:t>Draws 3 D1 + 2 D2 + 2 D3 + 2 D4 + 1 D5 - matches the exam's 27/18/20/20/15 weighting exactly. Every cohort sees the SAME 10 questions in the same order (seed=2026) for consistency across deliveries.</a:t>
            </a:r>
          </a:p>
        </p:txBody>
      </p:sp>
      <p:sp>
        <p:nvSpPr>
          <p:cNvPr id="4" name="Text Placeholder 3"/>
          <p:cNvSpPr>
            <a:spLocks noGrp="1"/>
          </p:cNvSpPr>
          <p:nvPr>
            <p:ph type="body" idx="12" sz="quarter"/>
          </p:nvPr>
        </p:nvSpPr>
        <p:spPr/>
        <p:txBody>
          <a:bodyPr/>
          <a:lstStyle/>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wrap="square"/>
          <a:lstStyle/>
          <a:p>
            <a:r>
              <a:t>Live practice - 10 weighted questions (~28 min)</a:t>
            </a:r>
          </a:p>
          <a:p/>
          <a:p>
            <a:r>
              <a:t>Open notebooks/segment-4-cca-f-capstone.ipynb</a:t>
            </a:r>
          </a:p>
          <a:p>
            <a:r>
              <a:t>Sampler draws 10 questions by CCA-F domain weight (3/2/2/2/1)</a:t>
            </a:r>
          </a:p>
          <a:p>
            <a:r>
              <a:t>Per question (~2.5 min):</a:t>
            </a:r>
          </a:p>
          <a:p>
            <a:r>
              <a:t>  1. Read the situation</a:t>
            </a:r>
          </a:p>
          <a:p>
            <a:r>
              <a:t>  2. Cohort votes A/B/C/D in chat</a:t>
            </a:r>
          </a:p>
          <a:p>
            <a:r>
              <a:t>  3. Reveal answer + explanation</a:t>
            </a:r>
          </a:p>
          <a:p>
            <a:r>
              <a:t>  4. Color with a production tip from the matching domain-N-*.md</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Tim's week-before-the-exam punchlist</a:t>
            </a:r>
          </a:p>
        </p:txBody>
      </p:sp>
      <p:sp>
        <p:nvSpPr>
          <p:cNvPr id="3" name="Content Placeholder 2"/>
          <p:cNvSpPr>
            <a:spLocks noGrp="1"/>
          </p:cNvSpPr>
          <p:nvPr>
            <p:ph idx="1"/>
          </p:nvPr>
        </p:nvSpPr>
        <p:spPr/>
        <p:txBody>
          <a:bodyPr wrap="square"/>
          <a:lstStyle/>
          <a:p>
            <a:r>
              <a:t>1. Score &gt;900 on the Anthropic Practice Exam cold</a:t>
            </a:r>
          </a:p>
          <a:p>
            <a:r>
              <a:t>2. Rebuild Segment 1 from memory in 30 minutes</a:t>
            </a:r>
          </a:p>
          <a:p>
            <a:r>
              <a:t>3. Re-read domain-1-agentic.md - the 27% domain</a:t>
            </a:r>
          </a:p>
          <a:p>
            <a:r>
              <a:t>4. Skim domain-3-claude-code.md and domain-4-prompts.md - the 20% domains</a:t>
            </a:r>
          </a:p>
          <a:p>
            <a:r>
              <a:t>5. Verify proctoring setup the night before (camera, mic, ID)</a:t>
            </a:r>
          </a:p>
          <a:p>
            <a:r>
              <a:t>6. Single attempt. Do not schedule until 1-4 are green.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you built today</a:t>
            </a:r>
          </a:p>
        </p:txBody>
      </p:sp>
      <p:sp>
        <p:nvSpPr>
          <p:cNvPr id="3" name="Content Placeholder 2"/>
          <p:cNvSpPr>
            <a:spLocks noGrp="1"/>
          </p:cNvSpPr>
          <p:nvPr>
            <p:ph idx="1"/>
          </p:nvPr>
        </p:nvSpPr>
        <p:spPr/>
        <p:txBody>
          <a:bodyPr wrap="square"/>
          <a:lstStyle/>
          <a:p>
            <a:r>
              <a:t>Customer support agent with PreToolUse hook enforcement</a:t>
            </a:r>
          </a:p>
          <a:p>
            <a:r>
              <a:t>Configured Claude Code env with .mcp.json + CLAUDE.md hierarchy</a:t>
            </a:r>
          </a:p>
          <a:p>
            <a:r>
              <a:t>Invoice extractor with Pydantic schema + validation retry</a:t>
            </a:r>
          </a:p>
          <a:p>
            <a:r>
              <a:t>Production reliability mental model - context, escalation, errors, provenance</a:t>
            </a:r>
          </a:p>
          <a:p/>
          <a:p>
            <a:r>
              <a:t>Plus self-study: control surfaces and the Console asset surface (Segment 2.5)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Resources and next steps</a:t>
            </a:r>
          </a:p>
        </p:txBody>
      </p:sp>
      <p:sp>
        <p:nvSpPr>
          <p:cNvPr id="3" name="Text Placeholder 2"/>
          <p:cNvSpPr>
            <a:spLocks noGrp="1"/>
          </p:cNvSpPr>
          <p:nvPr>
            <p:ph type="body" idx="15" sz="quarter"/>
          </p:nvPr>
        </p:nvSpPr>
        <p:spPr/>
        <p:txBody>
          <a:bodyPr wrap="square"/>
          <a:lstStyle/>
          <a:p>
            <a:r>
              <a:t>Repo</a:t>
            </a:r>
          </a:p>
          <a:p>
            <a:r>
              <a:t>github.com/timothywarner-org/claude-architect</a:t>
            </a:r>
          </a:p>
          <a:p>
            <a:r>
              <a:t>Anthropic cookbook (official, MIT, vendored in this repo)</a:t>
            </a:r>
          </a:p>
          <a:p>
            <a:r>
              <a:t>github.com/anthropics/claude-cookbooks   |   claude-cookbooks-main/</a:t>
            </a:r>
          </a:p>
          <a:p>
            <a:r>
              <a:t>CCA-F study path</a:t>
            </a:r>
          </a:p>
          <a:p>
            <a:r>
              <a:t>EXAM-STUDY-PATH.md - notebook -&gt; CCA-F domain -&gt; scenario mapping</a:t>
            </a:r>
          </a:p>
          <a:p>
            <a:r>
              <a:t>Anthropic Academy</a:t>
            </a:r>
          </a:p>
          <a:p>
            <a:r>
              <a:t>anthropic.skilljar.com - free courses, official Practice Exam</a:t>
            </a:r>
          </a:p>
        </p:txBody>
      </p:sp>
      <p:sp>
        <p:nvSpPr>
          <p:cNvPr id="4" name="Text Placeholder 3"/>
          <p:cNvSpPr>
            <a:spLocks noGrp="1"/>
          </p:cNvSpPr>
          <p:nvPr>
            <p:ph type="body" idx="17" sz="quarter"/>
          </p:nvPr>
        </p:nvSpPr>
        <p:spPr/>
        <p:txBody>
          <a:bodyPr/>
          <a:lstStyle/>
          <a:p/>
        </p:txBody>
      </p:sp>
      <p:sp>
        <p:nvSpPr>
          <p:cNvPr id="5" name="Text Placeholder 4"/>
          <p:cNvSpPr>
            <a:spLocks noGrp="1"/>
          </p:cNvSpPr>
          <p:nvPr>
            <p:ph type="body" idx="19" sz="quarter"/>
          </p:nvPr>
        </p:nvSpPr>
        <p:spPr/>
        <p:txBody>
          <a:bodyPr/>
          <a:lstStyle/>
          <a:p/>
        </p:txBody>
      </p:sp>
      <p:sp>
        <p:nvSpPr>
          <p:cNvPr id="6" name="Text Placeholder 5"/>
          <p:cNvSpPr>
            <a:spLocks noGrp="1"/>
          </p:cNvSpPr>
          <p:nvPr>
            <p:ph type="body" idx="21" sz="quarter"/>
          </p:nvPr>
        </p:nvSpPr>
        <p:spPr/>
        <p:txBody>
          <a:bodyPr/>
          <a:lstStyle/>
          <a:p/>
        </p:txBody>
      </p:sp>
      <p:sp>
        <p:nvSpPr>
          <p:cNvPr id="7" name="Picture Placeholder 6"/>
          <p:cNvSpPr>
            <a:spLocks noGrp="1"/>
          </p:cNvSpPr>
          <p:nvPr>
            <p:ph type="pic" idx="22" sz="quarter"/>
          </p:nvPr>
        </p:nvSpPr>
        <p:spPr/>
      </p:sp>
      <p:sp>
        <p:nvSpPr>
          <p:cNvPr id="8" name="Picture Placeholder 7"/>
          <p:cNvSpPr>
            <a:spLocks noGrp="1"/>
          </p:cNvSpPr>
          <p:nvPr>
            <p:ph type="pic" idx="23" sz="quarter"/>
          </p:nvPr>
        </p:nvSpPr>
        <p:spPr/>
      </p:sp>
      <p:sp>
        <p:nvSpPr>
          <p:cNvPr id="9" name="Picture Placeholder 8"/>
          <p:cNvSpPr>
            <a:spLocks noGrp="1"/>
          </p:cNvSpPr>
          <p:nvPr>
            <p:ph type="pic" idx="24" sz="quarter"/>
          </p:nvPr>
        </p:nvSpPr>
        <p:spPr/>
      </p:sp>
      <p:sp>
        <p:nvSpPr>
          <p:cNvPr id="10" name="Picture Placeholder 9"/>
          <p:cNvSpPr>
            <a:spLocks noGrp="1"/>
          </p:cNvSpPr>
          <p:nvPr>
            <p:ph type="pic" idx="25" sz="quarter"/>
          </p:nvPr>
        </p:nvSpPr>
        <p:spPr/>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Final Q&amp;A (10 min)</a:t>
            </a:r>
          </a:p>
        </p:txBody>
      </p:sp>
      <p:sp>
        <p:nvSpPr>
          <p:cNvPr id="3" name="Content Placeholder 2"/>
          <p:cNvSpPr>
            <a:spLocks noGrp="1"/>
          </p:cNvSpPr>
          <p:nvPr>
            <p:ph idx="1"/>
          </p:nvPr>
        </p:nvSpPr>
        <p:spPr/>
        <p:txBody>
          <a:bodyPr wrap="square"/>
          <a:lstStyle/>
          <a:p>
            <a:r>
              <a:t>How do I monitor an agent in production?</a:t>
            </a:r>
          </a:p>
          <a:p>
            <a:r>
              <a:t>When do I split a monolithic agent into coordinator + subagents?</a:t>
            </a:r>
          </a:p>
          <a:p>
            <a:r>
              <a:t>What is the cost story for prompt caching?</a:t>
            </a:r>
          </a:p>
          <a:p>
            <a:r>
              <a:t>How do I know when I am ready to sit the exam?</a:t>
            </a:r>
          </a:p>
          <a:p>
            <a:r>
              <a:t>What is the renewal path for CCA-F?</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Thank you</a:t>
            </a:r>
          </a:p>
        </p:txBody>
      </p:sp>
      <p:sp>
        <p:nvSpPr>
          <p:cNvPr id="3" name="Subtitle 2"/>
          <p:cNvSpPr>
            <a:spLocks noGrp="1"/>
          </p:cNvSpPr>
          <p:nvPr>
            <p:ph type="subTitle" idx="1"/>
          </p:nvPr>
        </p:nvSpPr>
        <p:spPr/>
        <p:txBody>
          <a:bodyPr wrap="square"/>
          <a:lstStyle/>
          <a:p>
            <a:r>
              <a:t>Tim Warner  |  techtrainertim.com</a:t>
            </a:r>
          </a:p>
          <a:p>
            <a:r>
              <a:t>github.com/timothywarner-org/claude-architect</a:t>
            </a:r>
          </a:p>
          <a:p/>
          <a:p>
            <a:r>
              <a:t>Memento mori. Also, ship the PR.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Standard_LiveLessons_2017">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tandard_LiveLessons_2016.potm" id="{8C1633E9-E98A-446F-92F4-E3D84D4249FA}" vid="{A44C486B-6B48-42BE-B4AA-FE194AC1400B}"/>
    </a:ext>
  </a:extLst>
</a:theme>
</file>

<file path=ppt/theme/theme3.xml><?xml version="1.0" encoding="utf-8"?>
<a:theme xmlns:a="http://schemas.openxmlformats.org/drawingml/2006/main" name="PSTTCommons">
  <a:themeElements>
    <a:clrScheme name="F15B2A">
      <a:dk1>
        <a:srgbClr val="404040"/>
      </a:dk1>
      <a:lt1>
        <a:srgbClr val="FFFFFF"/>
      </a:lt1>
      <a:dk2>
        <a:srgbClr val="303030"/>
      </a:dk2>
      <a:lt2>
        <a:srgbClr val="E5E5E5"/>
      </a:lt2>
      <a:accent1>
        <a:srgbClr val="F15B2A"/>
      </a:accent1>
      <a:accent2>
        <a:srgbClr val="2A9FBC"/>
      </a:accent2>
      <a:accent3>
        <a:srgbClr val="2D2D2D"/>
      </a:accent3>
      <a:accent4>
        <a:srgbClr val="A62E5C"/>
      </a:accent4>
      <a:accent5>
        <a:srgbClr val="9BC850"/>
      </a:accent5>
      <a:accent6>
        <a:srgbClr val="675BA7"/>
      </a:accent6>
      <a:hlink>
        <a:srgbClr val="2A9FBC"/>
      </a:hlink>
      <a:folHlink>
        <a:srgbClr val="2A9FBC"/>
      </a:folHlink>
    </a:clrScheme>
    <a:fontScheme name="PSTTCommons">
      <a:majorFont>
        <a:latin typeface="PS TT Commons Light"/>
        <a:ea typeface=""/>
        <a:cs typeface=""/>
      </a:majorFont>
      <a:minorFont>
        <a:latin typeface="PS TT Commons DemiBol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0" tIns="32970" rIns="65939" bIns="32970" rtlCol="0" anchor="b" anchorCtr="0">
        <a:noAutofit/>
      </a:bodyPr>
      <a:lstStyle>
        <a:defPPr marL="0" marR="0" indent="0" algn="l" defTabSz="439502" rtl="0" eaLnBrk="1" fontAlgn="auto" latinLnBrk="0" hangingPunct="1">
          <a:lnSpc>
            <a:spcPct val="85000"/>
          </a:lnSpc>
          <a:spcBef>
            <a:spcPct val="0"/>
          </a:spcBef>
          <a:spcAft>
            <a:spcPts val="0"/>
          </a:spcAft>
          <a:buClrTx/>
          <a:buSzTx/>
          <a:buFontTx/>
          <a:buNone/>
          <a:tabLst/>
          <a:defRPr kumimoji="0" sz="3525" b="0" i="0" u="none" strike="noStrike" kern="1200" cap="none" spc="0" normalizeH="0" baseline="0" noProof="0" dirty="0" smtClean="0">
            <a:ln>
              <a:noFill/>
            </a:ln>
            <a:solidFill>
              <a:srgbClr val="E5E5E5">
                <a:lumMod val="10000"/>
              </a:srgbClr>
            </a:solidFill>
            <a:effectLst/>
            <a:uLnTx/>
            <a:uFillTx/>
            <a:latin typeface="PS TT Commons" charset="0"/>
            <a:ea typeface="PS TT Commons" charset="0"/>
            <a:cs typeface="PS TT Commons" charset="0"/>
          </a:defRPr>
        </a:defPPr>
      </a:lstStyle>
    </a:txDef>
  </a:objectDefaults>
  <a:extraClrSchemeLst/>
  <a:extLst>
    <a:ext uri="{05A4C25C-085E-4340-85A3-A5531E510DB2}">
      <thm15:themeFamily xmlns:thm15="http://schemas.microsoft.com/office/thememl/2012/main" name="PSTTCommons" id="{415A3CED-455C-48C1-87D2-6E28B4E15F13}" vid="{B499725F-017E-4D18-8546-0C7168FF9622}"/>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835</TotalTime>
  <Words>5685</Words>
  <Application>Microsoft Office PowerPoint</Application>
  <PresentationFormat>Widescreen</PresentationFormat>
  <Paragraphs>298</Paragraphs>
  <Slides>76</Slides>
  <Notes>7</Notes>
  <HiddenSlides>0</HiddenSlides>
  <MMClips>0</MMClips>
  <ScaleCrop>false</ScaleCrop>
  <HeadingPairs>
    <vt:vector size="6" baseType="variant">
      <vt:variant>
        <vt:lpstr>Fonts Used</vt:lpstr>
      </vt:variant>
      <vt:variant>
        <vt:i4>21</vt:i4>
      </vt:variant>
      <vt:variant>
        <vt:lpstr>Theme</vt:lpstr>
      </vt:variant>
      <vt:variant>
        <vt:i4>3</vt:i4>
      </vt:variant>
      <vt:variant>
        <vt:lpstr>Slide Titles</vt:lpstr>
      </vt:variant>
      <vt:variant>
        <vt:i4>76</vt:i4>
      </vt:variant>
    </vt:vector>
  </HeadingPairs>
  <TitlesOfParts>
    <vt:vector size="100" baseType="lpstr">
      <vt:lpstr>Aptos</vt:lpstr>
      <vt:lpstr>Arial</vt:lpstr>
      <vt:lpstr>Calibri</vt:lpstr>
      <vt:lpstr>Consolas</vt:lpstr>
      <vt:lpstr>Gotham Medium</vt:lpstr>
      <vt:lpstr>JetBrains Mono</vt:lpstr>
      <vt:lpstr>Lucida Grande</vt:lpstr>
      <vt:lpstr>Montserrat</vt:lpstr>
      <vt:lpstr>Myriad Pro</vt:lpstr>
      <vt:lpstr>Myriad Pro Light</vt:lpstr>
      <vt:lpstr>Open Sans</vt:lpstr>
      <vt:lpstr>PS TT Commons</vt:lpstr>
      <vt:lpstr>PS TT Commons Book</vt:lpstr>
      <vt:lpstr>PS TT Commons DemiBold</vt:lpstr>
      <vt:lpstr>PS TT Commons Light</vt:lpstr>
      <vt:lpstr>PS TT Commons Medium</vt:lpstr>
      <vt:lpstr>Roboto Mono</vt:lpstr>
      <vt:lpstr>Segoe Pro</vt:lpstr>
      <vt:lpstr>Segoe UI</vt:lpstr>
      <vt:lpstr>Wingdings</vt:lpstr>
      <vt:lpstr>Wingdings 3</vt:lpstr>
      <vt:lpstr>Office Theme</vt:lpstr>
      <vt:lpstr>Standard_LiveLessons_2017</vt:lpstr>
      <vt:lpstr>PSTTCommons</vt:lpstr>
      <vt:lpstr>PowerPoint Presentation</vt:lpstr>
      <vt:lpstr>Tim Warner</vt:lpstr>
      <vt:lpstr>Course Flow (Central Time Zone)</vt:lpstr>
      <vt:lpstr>Course materials</vt:lpstr>
      <vt:lpstr>Session Recording + Badge</vt:lpstr>
      <vt:lpstr>Session Recording + Badge</vt:lpstr>
      <vt:lpstr>Session Recording + Badge</vt:lpstr>
      <vt:lpstr>Mobile Browser: learning.oreilly.com</vt:lpstr>
      <vt:lpstr>O'Reilly Mobile App</vt:lpstr>
      <vt:lpstr>Session Recording + Badge</vt:lpstr>
      <vt:lpstr>Questions?</vt:lpstr>
      <vt:lpstr>Keeping an LLM on task be like…</vt:lpstr>
      <vt:lpstr>LLM Multi-Modal Processing</vt:lpstr>
      <vt:lpstr>Tokenization Process in LLMs</vt:lpstr>
      <vt:lpstr>Context Window</vt:lpstr>
      <vt:lpstr>Context Length</vt:lpstr>
      <vt:lpstr>PowerPoint Presentation</vt:lpstr>
      <vt:lpstr>PowerPoint Presentation</vt:lpstr>
      <vt:lpstr>PowerPoint Presentation</vt:lpstr>
      <vt:lpstr> </vt:lpstr>
      <vt:lpstr> </vt:lpstr>
      <vt:lpstr> </vt:lpstr>
      <vt:lpstr> </vt:lpstr>
      <vt:lpstr> </vt:lpstr>
      <vt:lpstr> </vt:lpstr>
      <vt:lpstr> </vt:lpstr>
      <vt:lpstr> </vt:lpstr>
      <vt:lpstr> </vt:lpstr>
      <vt:lpstr>Machine Learning (ML) lifecycle</vt:lpstr>
      <vt:lpstr>Neural Network</vt:lpstr>
      <vt:lpstr>Neural Network</vt:lpstr>
      <vt:lpstr>Thank you!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Tim Warner</cp:lastModifiedBy>
  <cp:revision>8</cp:revision>
  <dcterms:created xsi:type="dcterms:W3CDTF">2013-01-27T09:14:16Z</dcterms:created>
  <dcterms:modified xsi:type="dcterms:W3CDTF">2026-04-27T13:45:37Z</dcterms:modified>
  <cp:category/>
</cp:coreProperties>
</file>